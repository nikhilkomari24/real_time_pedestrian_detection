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4"/>
  </p:notesMasterIdLst>
  <p:handoutMasterIdLst>
    <p:handoutMasterId r:id="rId25"/>
  </p:handoutMasterIdLst>
  <p:sldIdLst>
    <p:sldId id="257" r:id="rId5"/>
    <p:sldId id="351" r:id="rId6"/>
    <p:sldId id="371" r:id="rId7"/>
    <p:sldId id="365" r:id="rId8"/>
    <p:sldId id="370" r:id="rId9"/>
    <p:sldId id="360" r:id="rId10"/>
    <p:sldId id="364" r:id="rId11"/>
    <p:sldId id="353" r:id="rId12"/>
    <p:sldId id="362" r:id="rId13"/>
    <p:sldId id="363" r:id="rId14"/>
    <p:sldId id="348" r:id="rId15"/>
    <p:sldId id="373" r:id="rId16"/>
    <p:sldId id="372" r:id="rId17"/>
    <p:sldId id="366" r:id="rId18"/>
    <p:sldId id="367" r:id="rId19"/>
    <p:sldId id="368" r:id="rId20"/>
    <p:sldId id="369" r:id="rId21"/>
    <p:sldId id="374" r:id="rId22"/>
    <p:sldId id="35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FFDB"/>
    <a:srgbClr val="004D0D"/>
    <a:srgbClr val="FFCC4C"/>
    <a:srgbClr val="A2B969"/>
    <a:srgbClr val="E6E6E6"/>
    <a:srgbClr val="C13018"/>
    <a:srgbClr val="E0CAC6"/>
    <a:srgbClr val="F7931F"/>
    <a:srgbClr val="4CC1EF"/>
    <a:srgbClr val="3A5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5B6D0C-A575-4EDA-8E3B-CA28A2D1A6EE}" v="288" dt="2020-08-11T09:25:56.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301" y="384"/>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eet Singh" userId="1524180e-ef14-4c82-9948-525c1bd61650" providerId="ADAL" clId="{2B49994C-D0FF-4E19-BC48-03658E3DDF18}"/>
    <pc:docChg chg="undo custSel modSld">
      <pc:chgData name="Sumeet Singh" userId="1524180e-ef14-4c82-9948-525c1bd61650" providerId="ADAL" clId="{2B49994C-D0FF-4E19-BC48-03658E3DDF18}" dt="2020-04-03T16:18:21.934" v="234" actId="20577"/>
      <pc:docMkLst>
        <pc:docMk/>
      </pc:docMkLst>
      <pc:sldChg chg="modSp">
        <pc:chgData name="Sumeet Singh" userId="1524180e-ef14-4c82-9948-525c1bd61650" providerId="ADAL" clId="{2B49994C-D0FF-4E19-BC48-03658E3DDF18}" dt="2020-04-03T02:47:38.654" v="8" actId="20577"/>
        <pc:sldMkLst>
          <pc:docMk/>
          <pc:sldMk cId="2712270058" sldId="285"/>
        </pc:sldMkLst>
        <pc:spChg chg="mod">
          <ac:chgData name="Sumeet Singh" userId="1524180e-ef14-4c82-9948-525c1bd61650" providerId="ADAL" clId="{2B49994C-D0FF-4E19-BC48-03658E3DDF18}" dt="2020-04-03T02:47:38.654" v="8" actId="20577"/>
          <ac:spMkLst>
            <pc:docMk/>
            <pc:sldMk cId="2712270058" sldId="285"/>
            <ac:spMk id="45" creationId="{2DDD7A5B-22AF-45E2-94D6-140155308E0E}"/>
          </ac:spMkLst>
        </pc:spChg>
      </pc:sldChg>
      <pc:sldChg chg="modSp">
        <pc:chgData name="Sumeet Singh" userId="1524180e-ef14-4c82-9948-525c1bd61650" providerId="ADAL" clId="{2B49994C-D0FF-4E19-BC48-03658E3DDF18}" dt="2020-04-03T16:18:21.934" v="234" actId="20577"/>
        <pc:sldMkLst>
          <pc:docMk/>
          <pc:sldMk cId="1346420906" sldId="302"/>
        </pc:sldMkLst>
        <pc:graphicFrameChg chg="mod">
          <ac:chgData name="Sumeet Singh" userId="1524180e-ef14-4c82-9948-525c1bd61650" providerId="ADAL" clId="{2B49994C-D0FF-4E19-BC48-03658E3DDF18}" dt="2020-04-03T16:18:21.934" v="234" actId="20577"/>
          <ac:graphicFrameMkLst>
            <pc:docMk/>
            <pc:sldMk cId="1346420906" sldId="302"/>
            <ac:graphicFrameMk id="28" creationId="{96640F8B-1EF2-441A-827D-D69D8D070FC8}"/>
          </ac:graphicFrameMkLst>
        </pc:graphicFrameChg>
      </pc:sldChg>
      <pc:sldChg chg="addSp delSp modSp">
        <pc:chgData name="Sumeet Singh" userId="1524180e-ef14-4c82-9948-525c1bd61650" providerId="ADAL" clId="{2B49994C-D0FF-4E19-BC48-03658E3DDF18}" dt="2020-04-03T16:06:06.780" v="233" actId="11529"/>
        <pc:sldMkLst>
          <pc:docMk/>
          <pc:sldMk cId="1621998222" sldId="321"/>
        </pc:sldMkLst>
        <pc:grpChg chg="mod">
          <ac:chgData name="Sumeet Singh" userId="1524180e-ef14-4c82-9948-525c1bd61650" providerId="ADAL" clId="{2B49994C-D0FF-4E19-BC48-03658E3DDF18}" dt="2020-04-03T16:05:45.055" v="227" actId="14100"/>
          <ac:grpSpMkLst>
            <pc:docMk/>
            <pc:sldMk cId="1621998222" sldId="321"/>
            <ac:grpSpMk id="23" creationId="{AD777E01-2AF8-411E-AE40-CA44E774D3FC}"/>
          </ac:grpSpMkLst>
        </pc:grpChg>
        <pc:cxnChg chg="add del mod">
          <ac:chgData name="Sumeet Singh" userId="1524180e-ef14-4c82-9948-525c1bd61650" providerId="ADAL" clId="{2B49994C-D0FF-4E19-BC48-03658E3DDF18}" dt="2020-04-03T16:06:06.780" v="233" actId="11529"/>
          <ac:cxnSpMkLst>
            <pc:docMk/>
            <pc:sldMk cId="1621998222" sldId="321"/>
            <ac:cxnSpMk id="3" creationId="{8DD48E65-EF08-4304-85F3-610B7954AEC2}"/>
          </ac:cxnSpMkLst>
        </pc:cxnChg>
      </pc:sldChg>
      <pc:sldChg chg="modSp">
        <pc:chgData name="Sumeet Singh" userId="1524180e-ef14-4c82-9948-525c1bd61650" providerId="ADAL" clId="{2B49994C-D0FF-4E19-BC48-03658E3DDF18}" dt="2020-04-03T03:35:33.157" v="223" actId="20577"/>
        <pc:sldMkLst>
          <pc:docMk/>
          <pc:sldMk cId="801451335" sldId="326"/>
        </pc:sldMkLst>
        <pc:spChg chg="mod">
          <ac:chgData name="Sumeet Singh" userId="1524180e-ef14-4c82-9948-525c1bd61650" providerId="ADAL" clId="{2B49994C-D0FF-4E19-BC48-03658E3DDF18}" dt="2020-04-03T03:35:33.157" v="223" actId="20577"/>
          <ac:spMkLst>
            <pc:docMk/>
            <pc:sldMk cId="801451335" sldId="326"/>
            <ac:spMk id="6" creationId="{152ADB85-0025-4E0A-B62D-0D6377972C2F}"/>
          </ac:spMkLst>
        </pc:spChg>
      </pc:sldChg>
      <pc:sldChg chg="modSp">
        <pc:chgData name="Sumeet Singh" userId="1524180e-ef14-4c82-9948-525c1bd61650" providerId="ADAL" clId="{2B49994C-D0FF-4E19-BC48-03658E3DDF18}" dt="2020-04-03T15:58:22.573" v="225" actId="1036"/>
        <pc:sldMkLst>
          <pc:docMk/>
          <pc:sldMk cId="1142560619" sldId="327"/>
        </pc:sldMkLst>
        <pc:spChg chg="mod">
          <ac:chgData name="Sumeet Singh" userId="1524180e-ef14-4c82-9948-525c1bd61650" providerId="ADAL" clId="{2B49994C-D0FF-4E19-BC48-03658E3DDF18}" dt="2020-04-03T15:58:22.573" v="225" actId="1036"/>
          <ac:spMkLst>
            <pc:docMk/>
            <pc:sldMk cId="1142560619" sldId="327"/>
            <ac:spMk id="6" creationId="{152ADB85-0025-4E0A-B62D-0D6377972C2F}"/>
          </ac:spMkLst>
        </pc:spChg>
        <pc:grpChg chg="mod">
          <ac:chgData name="Sumeet Singh" userId="1524180e-ef14-4c82-9948-525c1bd61650" providerId="ADAL" clId="{2B49994C-D0FF-4E19-BC48-03658E3DDF18}" dt="2020-04-03T15:58:18.277" v="224" actId="1036"/>
          <ac:grpSpMkLst>
            <pc:docMk/>
            <pc:sldMk cId="1142560619" sldId="327"/>
            <ac:grpSpMk id="3" creationId="{53FBBC34-EAC0-4B3B-887B-83747BC6DB43}"/>
          </ac:grpSpMkLst>
        </pc:grpChg>
      </pc:sldChg>
      <pc:sldChg chg="delSp modSp">
        <pc:chgData name="Sumeet Singh" userId="1524180e-ef14-4c82-9948-525c1bd61650" providerId="ADAL" clId="{2B49994C-D0FF-4E19-BC48-03658E3DDF18}" dt="2020-04-03T03:22:55.057" v="212" actId="1076"/>
        <pc:sldMkLst>
          <pc:docMk/>
          <pc:sldMk cId="457554112" sldId="336"/>
        </pc:sldMkLst>
        <pc:spChg chg="del mod">
          <ac:chgData name="Sumeet Singh" userId="1524180e-ef14-4c82-9948-525c1bd61650" providerId="ADAL" clId="{2B49994C-D0FF-4E19-BC48-03658E3DDF18}" dt="2020-04-03T03:20:00.561" v="205" actId="478"/>
          <ac:spMkLst>
            <pc:docMk/>
            <pc:sldMk cId="457554112" sldId="336"/>
            <ac:spMk id="130" creationId="{FB7A65AA-AB31-488C-A688-057852F2E0F1}"/>
          </ac:spMkLst>
        </pc:spChg>
        <pc:spChg chg="del mod">
          <ac:chgData name="Sumeet Singh" userId="1524180e-ef14-4c82-9948-525c1bd61650" providerId="ADAL" clId="{2B49994C-D0FF-4E19-BC48-03658E3DDF18}" dt="2020-04-03T03:20:10.352" v="210" actId="478"/>
          <ac:spMkLst>
            <pc:docMk/>
            <pc:sldMk cId="457554112" sldId="336"/>
            <ac:spMk id="131" creationId="{7BF2789E-68BC-4A0E-83D9-AE4FCC5A3DEB}"/>
          </ac:spMkLst>
        </pc:spChg>
        <pc:spChg chg="del mod">
          <ac:chgData name="Sumeet Singh" userId="1524180e-ef14-4c82-9948-525c1bd61650" providerId="ADAL" clId="{2B49994C-D0FF-4E19-BC48-03658E3DDF18}" dt="2020-04-03T03:19:53.021" v="202" actId="478"/>
          <ac:spMkLst>
            <pc:docMk/>
            <pc:sldMk cId="457554112" sldId="336"/>
            <ac:spMk id="132" creationId="{8776A2E8-46A4-45AB-B878-742BF3499227}"/>
          </ac:spMkLst>
        </pc:spChg>
        <pc:spChg chg="del">
          <ac:chgData name="Sumeet Singh" userId="1524180e-ef14-4c82-9948-525c1bd61650" providerId="ADAL" clId="{2B49994C-D0FF-4E19-BC48-03658E3DDF18}" dt="2020-04-03T03:20:04.782" v="206" actId="478"/>
          <ac:spMkLst>
            <pc:docMk/>
            <pc:sldMk cId="457554112" sldId="336"/>
            <ac:spMk id="204" creationId="{D44E9BAF-93AA-43F6-8327-A6E359C056C0}"/>
          </ac:spMkLst>
        </pc:spChg>
        <pc:spChg chg="mod">
          <ac:chgData name="Sumeet Singh" userId="1524180e-ef14-4c82-9948-525c1bd61650" providerId="ADAL" clId="{2B49994C-D0FF-4E19-BC48-03658E3DDF18}" dt="2020-04-03T03:22:55.057" v="212" actId="1076"/>
          <ac:spMkLst>
            <pc:docMk/>
            <pc:sldMk cId="457554112" sldId="336"/>
            <ac:spMk id="211" creationId="{E575CF16-EADF-429A-81BF-A8FF59E3D2F0}"/>
          </ac:spMkLst>
        </pc:spChg>
        <pc:spChg chg="del">
          <ac:chgData name="Sumeet Singh" userId="1524180e-ef14-4c82-9948-525c1bd61650" providerId="ADAL" clId="{2B49994C-D0FF-4E19-BC48-03658E3DDF18}" dt="2020-04-03T03:20:14.425" v="211" actId="478"/>
          <ac:spMkLst>
            <pc:docMk/>
            <pc:sldMk cId="457554112" sldId="336"/>
            <ac:spMk id="231" creationId="{E79FAFB7-7FE0-4BE1-97B1-1BBD6CABECB4}"/>
          </ac:spMkLst>
        </pc:spChg>
        <pc:spChg chg="del mod">
          <ac:chgData name="Sumeet Singh" userId="1524180e-ef14-4c82-9948-525c1bd61650" providerId="ADAL" clId="{2B49994C-D0FF-4E19-BC48-03658E3DDF18}" dt="2020-04-03T03:20:08.080" v="208" actId="478"/>
          <ac:spMkLst>
            <pc:docMk/>
            <pc:sldMk cId="457554112" sldId="336"/>
            <ac:spMk id="237" creationId="{5A2AF31E-BEEC-40F4-A5F4-A352BC814D07}"/>
          </ac:spMkLst>
        </pc:spChg>
      </pc:sldChg>
      <pc:sldChg chg="modSp">
        <pc:chgData name="Sumeet Singh" userId="1524180e-ef14-4c82-9948-525c1bd61650" providerId="ADAL" clId="{2B49994C-D0FF-4E19-BC48-03658E3DDF18}" dt="2020-04-03T03:13:04.075" v="200" actId="120"/>
        <pc:sldMkLst>
          <pc:docMk/>
          <pc:sldMk cId="3638135901" sldId="337"/>
        </pc:sldMkLst>
        <pc:spChg chg="mod">
          <ac:chgData name="Sumeet Singh" userId="1524180e-ef14-4c82-9948-525c1bd61650" providerId="ADAL" clId="{2B49994C-D0FF-4E19-BC48-03658E3DDF18}" dt="2020-04-03T03:08:47.509" v="193" actId="14100"/>
          <ac:spMkLst>
            <pc:docMk/>
            <pc:sldMk cId="3638135901" sldId="337"/>
            <ac:spMk id="6" creationId="{152ADB85-0025-4E0A-B62D-0D6377972C2F}"/>
          </ac:spMkLst>
        </pc:spChg>
        <pc:graphicFrameChg chg="mod">
          <ac:chgData name="Sumeet Singh" userId="1524180e-ef14-4c82-9948-525c1bd61650" providerId="ADAL" clId="{2B49994C-D0FF-4E19-BC48-03658E3DDF18}" dt="2020-04-03T03:13:04.075" v="200" actId="120"/>
          <ac:graphicFrameMkLst>
            <pc:docMk/>
            <pc:sldMk cId="3638135901" sldId="337"/>
            <ac:graphicFrameMk id="17" creationId="{16ABED77-31FE-4EDA-A472-E0B431693583}"/>
          </ac:graphicFrameMkLst>
        </pc:graphicFrameChg>
      </pc:sldChg>
      <pc:sldChg chg="modSp">
        <pc:chgData name="Sumeet Singh" userId="1524180e-ef14-4c82-9948-525c1bd61650" providerId="ADAL" clId="{2B49994C-D0FF-4E19-BC48-03658E3DDF18}" dt="2020-04-03T03:29:55.940" v="215" actId="20577"/>
        <pc:sldMkLst>
          <pc:docMk/>
          <pc:sldMk cId="1269246693" sldId="349"/>
        </pc:sldMkLst>
        <pc:spChg chg="mod">
          <ac:chgData name="Sumeet Singh" userId="1524180e-ef14-4c82-9948-525c1bd61650" providerId="ADAL" clId="{2B49994C-D0FF-4E19-BC48-03658E3DDF18}" dt="2020-04-03T03:29:55.940" v="215" actId="20577"/>
          <ac:spMkLst>
            <pc:docMk/>
            <pc:sldMk cId="1269246693" sldId="349"/>
            <ac:spMk id="2" creationId="{56D3E20F-BBB9-42F4-AB6D-702DF5176EBE}"/>
          </ac:spMkLst>
        </pc:spChg>
      </pc:sldChg>
    </pc:docChg>
  </pc:docChgLst>
  <pc:docChgLst>
    <pc:chgData name="Nikhil Komari" userId="S::nkomari@uwo.ca::ee4f86d3-d7a1-47d5-a712-fe853323f13a" providerId="AD" clId="Web-{03077534-8BFE-0752-ACD3-0296A49B8FF8}"/>
    <pc:docChg chg="addSld delSld modSld">
      <pc:chgData name="Nikhil Komari" userId="S::nkomari@uwo.ca::ee4f86d3-d7a1-47d5-a712-fe853323f13a" providerId="AD" clId="Web-{03077534-8BFE-0752-ACD3-0296A49B8FF8}" dt="2020-04-03T15:58:23.416" v="923" actId="20577"/>
      <pc:docMkLst>
        <pc:docMk/>
      </pc:docMkLst>
      <pc:sldChg chg="addSp delSp modSp">
        <pc:chgData name="Nikhil Komari" userId="S::nkomari@uwo.ca::ee4f86d3-d7a1-47d5-a712-fe853323f13a" providerId="AD" clId="Web-{03077534-8BFE-0752-ACD3-0296A49B8FF8}" dt="2020-04-03T03:23:02.066" v="82" actId="20577"/>
        <pc:sldMkLst>
          <pc:docMk/>
          <pc:sldMk cId="457554112" sldId="336"/>
        </pc:sldMkLst>
        <pc:spChg chg="del">
          <ac:chgData name="Nikhil Komari" userId="S::nkomari@uwo.ca::ee4f86d3-d7a1-47d5-a712-fe853323f13a" providerId="AD" clId="Web-{03077534-8BFE-0752-ACD3-0296A49B8FF8}" dt="2020-04-03T03:20:01.893" v="62"/>
          <ac:spMkLst>
            <pc:docMk/>
            <pc:sldMk cId="457554112" sldId="336"/>
            <ac:spMk id="130" creationId="{FB7A65AA-AB31-488C-A688-057852F2E0F1}"/>
          </ac:spMkLst>
        </pc:spChg>
        <pc:spChg chg="del">
          <ac:chgData name="Nikhil Komari" userId="S::nkomari@uwo.ca::ee4f86d3-d7a1-47d5-a712-fe853323f13a" providerId="AD" clId="Web-{03077534-8BFE-0752-ACD3-0296A49B8FF8}" dt="2020-04-03T03:19:55.706" v="61"/>
          <ac:spMkLst>
            <pc:docMk/>
            <pc:sldMk cId="457554112" sldId="336"/>
            <ac:spMk id="131" creationId="{7BF2789E-68BC-4A0E-83D9-AE4FCC5A3DEB}"/>
          </ac:spMkLst>
        </pc:spChg>
        <pc:spChg chg="mod">
          <ac:chgData name="Nikhil Komari" userId="S::nkomari@uwo.ca::ee4f86d3-d7a1-47d5-a712-fe853323f13a" providerId="AD" clId="Web-{03077534-8BFE-0752-ACD3-0296A49B8FF8}" dt="2020-04-03T03:22:37.503" v="78" actId="20577"/>
          <ac:spMkLst>
            <pc:docMk/>
            <pc:sldMk cId="457554112" sldId="336"/>
            <ac:spMk id="212" creationId="{E568E3B0-0C7D-4AD1-8226-DCD3369A7887}"/>
          </ac:spMkLst>
        </pc:spChg>
        <pc:spChg chg="add del mod">
          <ac:chgData name="Nikhil Komari" userId="S::nkomari@uwo.ca::ee4f86d3-d7a1-47d5-a712-fe853323f13a" providerId="AD" clId="Web-{03077534-8BFE-0752-ACD3-0296A49B8FF8}" dt="2020-04-03T03:23:02.066" v="82" actId="20577"/>
          <ac:spMkLst>
            <pc:docMk/>
            <pc:sldMk cId="457554112" sldId="336"/>
            <ac:spMk id="213" creationId="{91FD6CC1-5C6E-4C6F-9787-C954F65241DA}"/>
          </ac:spMkLst>
        </pc:spChg>
        <pc:spChg chg="mod">
          <ac:chgData name="Nikhil Komari" userId="S::nkomari@uwo.ca::ee4f86d3-d7a1-47d5-a712-fe853323f13a" providerId="AD" clId="Web-{03077534-8BFE-0752-ACD3-0296A49B8FF8}" dt="2020-04-03T03:20:33.894" v="65" actId="20577"/>
          <ac:spMkLst>
            <pc:docMk/>
            <pc:sldMk cId="457554112" sldId="336"/>
            <ac:spMk id="237" creationId="{5A2AF31E-BEEC-40F4-A5F4-A352BC814D07}"/>
          </ac:spMkLst>
        </pc:spChg>
        <pc:spChg chg="del mod">
          <ac:chgData name="Nikhil Komari" userId="S::nkomari@uwo.ca::ee4f86d3-d7a1-47d5-a712-fe853323f13a" providerId="AD" clId="Web-{03077534-8BFE-0752-ACD3-0296A49B8FF8}" dt="2020-04-03T03:20:41.237" v="69"/>
          <ac:spMkLst>
            <pc:docMk/>
            <pc:sldMk cId="457554112" sldId="336"/>
            <ac:spMk id="238" creationId="{A4534A46-0DA5-463E-B5EB-5F3505EC6C93}"/>
          </ac:spMkLst>
        </pc:spChg>
      </pc:sldChg>
      <pc:sldChg chg="modSp">
        <pc:chgData name="Nikhil Komari" userId="S::nkomari@uwo.ca::ee4f86d3-d7a1-47d5-a712-fe853323f13a" providerId="AD" clId="Web-{03077534-8BFE-0752-ACD3-0296A49B8FF8}" dt="2020-04-03T04:24:57.815" v="636" actId="1076"/>
        <pc:sldMkLst>
          <pc:docMk/>
          <pc:sldMk cId="3638135901" sldId="337"/>
        </pc:sldMkLst>
        <pc:graphicFrameChg chg="mod modGraphic">
          <ac:chgData name="Nikhil Komari" userId="S::nkomari@uwo.ca::ee4f86d3-d7a1-47d5-a712-fe853323f13a" providerId="AD" clId="Web-{03077534-8BFE-0752-ACD3-0296A49B8FF8}" dt="2020-04-03T04:24:57.815" v="636" actId="1076"/>
          <ac:graphicFrameMkLst>
            <pc:docMk/>
            <pc:sldMk cId="3638135901" sldId="337"/>
            <ac:graphicFrameMk id="17" creationId="{16ABED77-31FE-4EDA-A472-E0B431693583}"/>
          </ac:graphicFrameMkLst>
        </pc:graphicFrameChg>
      </pc:sldChg>
      <pc:sldChg chg="modSp">
        <pc:chgData name="Nikhil Komari" userId="S::nkomari@uwo.ca::ee4f86d3-d7a1-47d5-a712-fe853323f13a" providerId="AD" clId="Web-{03077534-8BFE-0752-ACD3-0296A49B8FF8}" dt="2020-04-03T03:29:30.941" v="284" actId="14100"/>
        <pc:sldMkLst>
          <pc:docMk/>
          <pc:sldMk cId="1269246693" sldId="349"/>
        </pc:sldMkLst>
        <pc:spChg chg="mod">
          <ac:chgData name="Nikhil Komari" userId="S::nkomari@uwo.ca::ee4f86d3-d7a1-47d5-a712-fe853323f13a" providerId="AD" clId="Web-{03077534-8BFE-0752-ACD3-0296A49B8FF8}" dt="2020-04-03T03:29:30.941" v="284" actId="14100"/>
          <ac:spMkLst>
            <pc:docMk/>
            <pc:sldMk cId="1269246693" sldId="349"/>
            <ac:spMk id="2" creationId="{56D3E20F-BBB9-42F4-AB6D-702DF5176EBE}"/>
          </ac:spMkLst>
        </pc:spChg>
        <pc:spChg chg="mod">
          <ac:chgData name="Nikhil Komari" userId="S::nkomari@uwo.ca::ee4f86d3-d7a1-47d5-a712-fe853323f13a" providerId="AD" clId="Web-{03077534-8BFE-0752-ACD3-0296A49B8FF8}" dt="2020-04-03T03:27:37.676" v="271" actId="20577"/>
          <ac:spMkLst>
            <pc:docMk/>
            <pc:sldMk cId="1269246693" sldId="349"/>
            <ac:spMk id="6" creationId="{152ADB85-0025-4E0A-B62D-0D6377972C2F}"/>
          </ac:spMkLst>
        </pc:spChg>
      </pc:sldChg>
      <pc:sldChg chg="modSp">
        <pc:chgData name="Nikhil Komari" userId="S::nkomari@uwo.ca::ee4f86d3-d7a1-47d5-a712-fe853323f13a" providerId="AD" clId="Web-{03077534-8BFE-0752-ACD3-0296A49B8FF8}" dt="2020-04-03T15:58:23.416" v="922" actId="20577"/>
        <pc:sldMkLst>
          <pc:docMk/>
          <pc:sldMk cId="2211065045" sldId="353"/>
        </pc:sldMkLst>
        <pc:spChg chg="mod">
          <ac:chgData name="Nikhil Komari" userId="S::nkomari@uwo.ca::ee4f86d3-d7a1-47d5-a712-fe853323f13a" providerId="AD" clId="Web-{03077534-8BFE-0752-ACD3-0296A49B8FF8}" dt="2020-04-03T15:58:23.416" v="922" actId="20577"/>
          <ac:spMkLst>
            <pc:docMk/>
            <pc:sldMk cId="2211065045" sldId="353"/>
            <ac:spMk id="11" creationId="{BB003D32-00BD-4546-BB15-66F3DB626FE6}"/>
          </ac:spMkLst>
        </pc:spChg>
      </pc:sldChg>
      <pc:sldChg chg="del">
        <pc:chgData name="Nikhil Komari" userId="S::nkomari@uwo.ca::ee4f86d3-d7a1-47d5-a712-fe853323f13a" providerId="AD" clId="Web-{03077534-8BFE-0752-ACD3-0296A49B8FF8}" dt="2020-04-03T15:07:11.632" v="781"/>
        <pc:sldMkLst>
          <pc:docMk/>
          <pc:sldMk cId="2486860040" sldId="355"/>
        </pc:sldMkLst>
      </pc:sldChg>
      <pc:sldChg chg="modSp">
        <pc:chgData name="Nikhil Komari" userId="S::nkomari@uwo.ca::ee4f86d3-d7a1-47d5-a712-fe853323f13a" providerId="AD" clId="Web-{03077534-8BFE-0752-ACD3-0296A49B8FF8}" dt="2020-04-03T03:37:20.911" v="635" actId="14100"/>
        <pc:sldMkLst>
          <pc:docMk/>
          <pc:sldMk cId="143463365" sldId="358"/>
        </pc:sldMkLst>
        <pc:spChg chg="mod">
          <ac:chgData name="Nikhil Komari" userId="S::nkomari@uwo.ca::ee4f86d3-d7a1-47d5-a712-fe853323f13a" providerId="AD" clId="Web-{03077534-8BFE-0752-ACD3-0296A49B8FF8}" dt="2020-04-03T03:37:20.911" v="635" actId="14100"/>
          <ac:spMkLst>
            <pc:docMk/>
            <pc:sldMk cId="143463365" sldId="358"/>
            <ac:spMk id="11" creationId="{BB003D32-00BD-4546-BB15-66F3DB626FE6}"/>
          </ac:spMkLst>
        </pc:spChg>
      </pc:sldChg>
      <pc:sldChg chg="addSp delSp modSp new">
        <pc:chgData name="Nikhil Komari" userId="S::nkomari@uwo.ca::ee4f86d3-d7a1-47d5-a712-fe853323f13a" providerId="AD" clId="Web-{03077534-8BFE-0752-ACD3-0296A49B8FF8}" dt="2020-04-03T15:25:26.373" v="809"/>
        <pc:sldMkLst>
          <pc:docMk/>
          <pc:sldMk cId="2632022199" sldId="359"/>
        </pc:sldMkLst>
        <pc:spChg chg="mod">
          <ac:chgData name="Nikhil Komari" userId="S::nkomari@uwo.ca::ee4f86d3-d7a1-47d5-a712-fe853323f13a" providerId="AD" clId="Web-{03077534-8BFE-0752-ACD3-0296A49B8FF8}" dt="2020-04-03T14:56:06.722" v="705" actId="20577"/>
          <ac:spMkLst>
            <pc:docMk/>
            <pc:sldMk cId="2632022199" sldId="359"/>
            <ac:spMk id="2" creationId="{0E270CAD-D97C-4A0E-B3C3-F96FDD995F9F}"/>
          </ac:spMkLst>
        </pc:spChg>
        <pc:spChg chg="del">
          <ac:chgData name="Nikhil Komari" userId="S::nkomari@uwo.ca::ee4f86d3-d7a1-47d5-a712-fe853323f13a" providerId="AD" clId="Web-{03077534-8BFE-0752-ACD3-0296A49B8FF8}" dt="2020-04-03T14:39:07.934" v="638"/>
          <ac:spMkLst>
            <pc:docMk/>
            <pc:sldMk cId="2632022199" sldId="359"/>
            <ac:spMk id="3" creationId="{85E651F5-338E-469F-9F59-26C311C4F756}"/>
          </ac:spMkLst>
        </pc:spChg>
        <pc:spChg chg="add del mod">
          <ac:chgData name="Nikhil Komari" userId="S::nkomari@uwo.ca::ee4f86d3-d7a1-47d5-a712-fe853323f13a" providerId="AD" clId="Web-{03077534-8BFE-0752-ACD3-0296A49B8FF8}" dt="2020-04-03T14:39:30.903" v="640"/>
          <ac:spMkLst>
            <pc:docMk/>
            <pc:sldMk cId="2632022199" sldId="359"/>
            <ac:spMk id="9" creationId="{55492375-0A22-4D55-AE5B-D52FC614D0CE}"/>
          </ac:spMkLst>
        </pc:spChg>
        <pc:graphicFrameChg chg="add del mod ord modGraphic">
          <ac:chgData name="Nikhil Komari" userId="S::nkomari@uwo.ca::ee4f86d3-d7a1-47d5-a712-fe853323f13a" providerId="AD" clId="Web-{03077534-8BFE-0752-ACD3-0296A49B8FF8}" dt="2020-04-03T14:39:22.372" v="639"/>
          <ac:graphicFrameMkLst>
            <pc:docMk/>
            <pc:sldMk cId="2632022199" sldId="359"/>
            <ac:graphicFrameMk id="6" creationId="{C929871C-1F2C-4C0D-9BB9-815CF3237012}"/>
          </ac:graphicFrameMkLst>
        </pc:graphicFrameChg>
        <pc:graphicFrameChg chg="add mod ord modGraphic">
          <ac:chgData name="Nikhil Komari" userId="S::nkomari@uwo.ca::ee4f86d3-d7a1-47d5-a712-fe853323f13a" providerId="AD" clId="Web-{03077534-8BFE-0752-ACD3-0296A49B8FF8}" dt="2020-04-03T15:25:26.373" v="809"/>
          <ac:graphicFrameMkLst>
            <pc:docMk/>
            <pc:sldMk cId="2632022199" sldId="359"/>
            <ac:graphicFrameMk id="10" creationId="{A7C45D59-E844-4ED8-9352-DA20FA04BFB4}"/>
          </ac:graphicFrameMkLst>
        </pc:graphicFrameChg>
      </pc:sldChg>
      <pc:sldChg chg="new del">
        <pc:chgData name="Nikhil Komari" userId="S::nkomari@uwo.ca::ee4f86d3-d7a1-47d5-a712-fe853323f13a" providerId="AD" clId="Web-{03077534-8BFE-0752-ACD3-0296A49B8FF8}" dt="2020-04-03T15:42:13.332" v="811"/>
        <pc:sldMkLst>
          <pc:docMk/>
          <pc:sldMk cId="420579652" sldId="360"/>
        </pc:sldMkLst>
      </pc:sldChg>
    </pc:docChg>
  </pc:docChgLst>
  <pc:docChgLst>
    <pc:chgData name="Deep Singh" userId="691de62b-f606-4f41-8936-1ade9fc66103" providerId="ADAL" clId="{2D822C62-C19D-4DCB-915E-B3E28E2443CA}"/>
    <pc:docChg chg="modSld">
      <pc:chgData name="Deep Singh" userId="691de62b-f606-4f41-8936-1ade9fc66103" providerId="ADAL" clId="{2D822C62-C19D-4DCB-915E-B3E28E2443CA}" dt="2020-05-22T02:53:51.194" v="0" actId="478"/>
      <pc:docMkLst>
        <pc:docMk/>
      </pc:docMkLst>
      <pc:sldChg chg="modSp">
        <pc:chgData name="Deep Singh" userId="691de62b-f606-4f41-8936-1ade9fc66103" providerId="ADAL" clId="{2D822C62-C19D-4DCB-915E-B3E28E2443CA}" dt="2020-05-22T02:53:51.194" v="0" actId="478"/>
        <pc:sldMkLst>
          <pc:docMk/>
          <pc:sldMk cId="3638135901" sldId="337"/>
        </pc:sldMkLst>
        <pc:graphicFrameChg chg="mod">
          <ac:chgData name="Deep Singh" userId="691de62b-f606-4f41-8936-1ade9fc66103" providerId="ADAL" clId="{2D822C62-C19D-4DCB-915E-B3E28E2443CA}" dt="2020-05-22T02:53:51.194" v="0" actId="478"/>
          <ac:graphicFrameMkLst>
            <pc:docMk/>
            <pc:sldMk cId="3638135901" sldId="337"/>
            <ac:graphicFrameMk id="17" creationId="{16ABED77-31FE-4EDA-A472-E0B431693583}"/>
          </ac:graphicFrameMkLst>
        </pc:graphicFrameChg>
      </pc:sldChg>
    </pc:docChg>
  </pc:docChgLst>
  <pc:docChgLst>
    <pc:chgData name="Deep Singh" userId="691de62b-f606-4f41-8936-1ade9fc66103" providerId="ADAL" clId="{D95B6D0C-A575-4EDA-8E3B-CA28A2D1A6EE}"/>
    <pc:docChg chg="undo redo custSel addSld delSld modSld sldOrd delMainMaster">
      <pc:chgData name="Deep Singh" userId="691de62b-f606-4f41-8936-1ade9fc66103" providerId="ADAL" clId="{D95B6D0C-A575-4EDA-8E3B-CA28A2D1A6EE}" dt="2020-08-11T09:25:56.561" v="2189" actId="164"/>
      <pc:docMkLst>
        <pc:docMk/>
      </pc:docMkLst>
      <pc:sldChg chg="del">
        <pc:chgData name="Deep Singh" userId="691de62b-f606-4f41-8936-1ade9fc66103" providerId="ADAL" clId="{D95B6D0C-A575-4EDA-8E3B-CA28A2D1A6EE}" dt="2020-08-05T17:43:04.185" v="603" actId="2696"/>
        <pc:sldMkLst>
          <pc:docMk/>
          <pc:sldMk cId="419909929" sldId="278"/>
        </pc:sldMkLst>
      </pc:sldChg>
      <pc:sldChg chg="del">
        <pc:chgData name="Deep Singh" userId="691de62b-f606-4f41-8936-1ade9fc66103" providerId="ADAL" clId="{D95B6D0C-A575-4EDA-8E3B-CA28A2D1A6EE}" dt="2020-08-05T18:37:57.643" v="1528" actId="2696"/>
        <pc:sldMkLst>
          <pc:docMk/>
          <pc:sldMk cId="2712270058" sldId="285"/>
        </pc:sldMkLst>
      </pc:sldChg>
      <pc:sldChg chg="del">
        <pc:chgData name="Deep Singh" userId="691de62b-f606-4f41-8936-1ade9fc66103" providerId="ADAL" clId="{D95B6D0C-A575-4EDA-8E3B-CA28A2D1A6EE}" dt="2020-08-05T18:38:37.402" v="1529" actId="2696"/>
        <pc:sldMkLst>
          <pc:docMk/>
          <pc:sldMk cId="3374568400" sldId="292"/>
        </pc:sldMkLst>
      </pc:sldChg>
      <pc:sldChg chg="addSp delSp modSp del">
        <pc:chgData name="Deep Singh" userId="691de62b-f606-4f41-8936-1ade9fc66103" providerId="ADAL" clId="{D95B6D0C-A575-4EDA-8E3B-CA28A2D1A6EE}" dt="2020-08-05T19:05:11.632" v="1582" actId="2696"/>
        <pc:sldMkLst>
          <pc:docMk/>
          <pc:sldMk cId="2981203581" sldId="294"/>
        </pc:sldMkLst>
        <pc:picChg chg="add mod">
          <ac:chgData name="Deep Singh" userId="691de62b-f606-4f41-8936-1ade9fc66103" providerId="ADAL" clId="{D95B6D0C-A575-4EDA-8E3B-CA28A2D1A6EE}" dt="2020-08-05T19:03:33.720" v="1551" actId="1076"/>
          <ac:picMkLst>
            <pc:docMk/>
            <pc:sldMk cId="2981203581" sldId="294"/>
            <ac:picMk id="4" creationId="{B186DF6C-63FA-4340-A712-6D071469C56C}"/>
          </ac:picMkLst>
        </pc:picChg>
        <pc:picChg chg="del">
          <ac:chgData name="Deep Singh" userId="691de62b-f606-4f41-8936-1ade9fc66103" providerId="ADAL" clId="{D95B6D0C-A575-4EDA-8E3B-CA28A2D1A6EE}" dt="2020-08-05T19:02:58.378" v="1535" actId="478"/>
          <ac:picMkLst>
            <pc:docMk/>
            <pc:sldMk cId="2981203581" sldId="294"/>
            <ac:picMk id="10" creationId="{1E5DF0A6-34BC-4C3A-9B2F-CDA96F0621F1}"/>
          </ac:picMkLst>
        </pc:picChg>
      </pc:sldChg>
      <pc:sldChg chg="del">
        <pc:chgData name="Deep Singh" userId="691de62b-f606-4f41-8936-1ade9fc66103" providerId="ADAL" clId="{D95B6D0C-A575-4EDA-8E3B-CA28A2D1A6EE}" dt="2020-08-05T18:38:38.791" v="1530" actId="2696"/>
        <pc:sldMkLst>
          <pc:docMk/>
          <pc:sldMk cId="1726724270" sldId="295"/>
        </pc:sldMkLst>
      </pc:sldChg>
      <pc:sldChg chg="del">
        <pc:chgData name="Deep Singh" userId="691de62b-f606-4f41-8936-1ade9fc66103" providerId="ADAL" clId="{D95B6D0C-A575-4EDA-8E3B-CA28A2D1A6EE}" dt="2020-08-05T18:19:43.515" v="1294" actId="2696"/>
        <pc:sldMkLst>
          <pc:docMk/>
          <pc:sldMk cId="461704152" sldId="297"/>
        </pc:sldMkLst>
      </pc:sldChg>
      <pc:sldChg chg="del">
        <pc:chgData name="Deep Singh" userId="691de62b-f606-4f41-8936-1ade9fc66103" providerId="ADAL" clId="{D95B6D0C-A575-4EDA-8E3B-CA28A2D1A6EE}" dt="2020-08-05T18:19:43.863" v="1298" actId="2696"/>
        <pc:sldMkLst>
          <pc:docMk/>
          <pc:sldMk cId="115831481" sldId="298"/>
        </pc:sldMkLst>
      </pc:sldChg>
      <pc:sldChg chg="del">
        <pc:chgData name="Deep Singh" userId="691de62b-f606-4f41-8936-1ade9fc66103" providerId="ADAL" clId="{D95B6D0C-A575-4EDA-8E3B-CA28A2D1A6EE}" dt="2020-08-05T18:19:55.714" v="1302" actId="2696"/>
        <pc:sldMkLst>
          <pc:docMk/>
          <pc:sldMk cId="1346420906" sldId="302"/>
        </pc:sldMkLst>
      </pc:sldChg>
      <pc:sldChg chg="del">
        <pc:chgData name="Deep Singh" userId="691de62b-f606-4f41-8936-1ade9fc66103" providerId="ADAL" clId="{D95B6D0C-A575-4EDA-8E3B-CA28A2D1A6EE}" dt="2020-08-05T18:19:55.789" v="1303" actId="2696"/>
        <pc:sldMkLst>
          <pc:docMk/>
          <pc:sldMk cId="3101472418" sldId="320"/>
        </pc:sldMkLst>
      </pc:sldChg>
      <pc:sldChg chg="addSp delSp modSp del ord">
        <pc:chgData name="Deep Singh" userId="691de62b-f606-4f41-8936-1ade9fc66103" providerId="ADAL" clId="{D95B6D0C-A575-4EDA-8E3B-CA28A2D1A6EE}" dt="2020-08-05T18:37:14.156" v="1525" actId="2696"/>
        <pc:sldMkLst>
          <pc:docMk/>
          <pc:sldMk cId="1621998222" sldId="321"/>
        </pc:sldMkLst>
        <pc:spChg chg="mod">
          <ac:chgData name="Deep Singh" userId="691de62b-f606-4f41-8936-1ade9fc66103" providerId="ADAL" clId="{D95B6D0C-A575-4EDA-8E3B-CA28A2D1A6EE}" dt="2020-08-05T18:36:02.986" v="1524" actId="6549"/>
          <ac:spMkLst>
            <pc:docMk/>
            <pc:sldMk cId="1621998222" sldId="321"/>
            <ac:spMk id="6" creationId="{152ADB85-0025-4E0A-B62D-0D6377972C2F}"/>
          </ac:spMkLst>
        </pc:spChg>
        <pc:spChg chg="mod">
          <ac:chgData name="Deep Singh" userId="691de62b-f606-4f41-8936-1ade9fc66103" providerId="ADAL" clId="{D95B6D0C-A575-4EDA-8E3B-CA28A2D1A6EE}" dt="2020-08-05T18:28:37.866" v="1388" actId="1076"/>
          <ac:spMkLst>
            <pc:docMk/>
            <pc:sldMk cId="1621998222" sldId="321"/>
            <ac:spMk id="24" creationId="{74A5B03E-726C-48A5-A4A0-95BF339DA012}"/>
          </ac:spMkLst>
        </pc:spChg>
        <pc:spChg chg="mod">
          <ac:chgData name="Deep Singh" userId="691de62b-f606-4f41-8936-1ade9fc66103" providerId="ADAL" clId="{D95B6D0C-A575-4EDA-8E3B-CA28A2D1A6EE}" dt="2020-08-05T18:28:23.314" v="1385" actId="1076"/>
          <ac:spMkLst>
            <pc:docMk/>
            <pc:sldMk cId="1621998222" sldId="321"/>
            <ac:spMk id="28" creationId="{BD793836-702C-4413-AF3E-CC7617461A81}"/>
          </ac:spMkLst>
        </pc:spChg>
        <pc:spChg chg="del">
          <ac:chgData name="Deep Singh" userId="691de62b-f606-4f41-8936-1ade9fc66103" providerId="ADAL" clId="{D95B6D0C-A575-4EDA-8E3B-CA28A2D1A6EE}" dt="2020-08-05T18:26:42.187" v="1359" actId="478"/>
          <ac:spMkLst>
            <pc:docMk/>
            <pc:sldMk cId="1621998222" sldId="321"/>
            <ac:spMk id="30" creationId="{D25EF6CB-445F-40DB-99DD-A4D955BBE6A5}"/>
          </ac:spMkLst>
        </pc:spChg>
        <pc:spChg chg="mod">
          <ac:chgData name="Deep Singh" userId="691de62b-f606-4f41-8936-1ade9fc66103" providerId="ADAL" clId="{D95B6D0C-A575-4EDA-8E3B-CA28A2D1A6EE}" dt="2020-08-05T18:27:00.848" v="1362" actId="1076"/>
          <ac:spMkLst>
            <pc:docMk/>
            <pc:sldMk cId="1621998222" sldId="321"/>
            <ac:spMk id="32" creationId="{417741D3-F6E9-436F-92E5-130C53A27C2F}"/>
          </ac:spMkLst>
        </pc:spChg>
        <pc:spChg chg="mod">
          <ac:chgData name="Deep Singh" userId="691de62b-f606-4f41-8936-1ade9fc66103" providerId="ADAL" clId="{D95B6D0C-A575-4EDA-8E3B-CA28A2D1A6EE}" dt="2020-08-05T18:27:19.928" v="1369" actId="14100"/>
          <ac:spMkLst>
            <pc:docMk/>
            <pc:sldMk cId="1621998222" sldId="321"/>
            <ac:spMk id="34" creationId="{4E6FB78B-222E-44EF-9C36-CE7C1B0BD536}"/>
          </ac:spMkLst>
        </pc:spChg>
        <pc:grpChg chg="mod">
          <ac:chgData name="Deep Singh" userId="691de62b-f606-4f41-8936-1ade9fc66103" providerId="ADAL" clId="{D95B6D0C-A575-4EDA-8E3B-CA28A2D1A6EE}" dt="2020-08-05T18:28:37.866" v="1388" actId="1076"/>
          <ac:grpSpMkLst>
            <pc:docMk/>
            <pc:sldMk cId="1621998222" sldId="321"/>
            <ac:grpSpMk id="7" creationId="{CFA4ADB0-39C4-40B7-870B-D35FFE5AC9D3}"/>
          </ac:grpSpMkLst>
        </pc:grpChg>
        <pc:grpChg chg="mod">
          <ac:chgData name="Deep Singh" userId="691de62b-f606-4f41-8936-1ade9fc66103" providerId="ADAL" clId="{D95B6D0C-A575-4EDA-8E3B-CA28A2D1A6EE}" dt="2020-08-05T18:28:37.866" v="1388" actId="1076"/>
          <ac:grpSpMkLst>
            <pc:docMk/>
            <pc:sldMk cId="1621998222" sldId="321"/>
            <ac:grpSpMk id="23" creationId="{AD777E01-2AF8-411E-AE40-CA44E774D3FC}"/>
          </ac:grpSpMkLst>
        </pc:grpChg>
        <pc:graphicFrameChg chg="mod">
          <ac:chgData name="Deep Singh" userId="691de62b-f606-4f41-8936-1ade9fc66103" providerId="ADAL" clId="{D95B6D0C-A575-4EDA-8E3B-CA28A2D1A6EE}" dt="2020-08-05T18:28:37.866" v="1388" actId="1076"/>
          <ac:graphicFrameMkLst>
            <pc:docMk/>
            <pc:sldMk cId="1621998222" sldId="321"/>
            <ac:graphicFrameMk id="25" creationId="{27F3B1F0-FAD3-4398-B519-009C81269D03}"/>
          </ac:graphicFrameMkLst>
        </pc:graphicFrameChg>
        <pc:graphicFrameChg chg="mod">
          <ac:chgData name="Deep Singh" userId="691de62b-f606-4f41-8936-1ade9fc66103" providerId="ADAL" clId="{D95B6D0C-A575-4EDA-8E3B-CA28A2D1A6EE}" dt="2020-08-05T18:27:00.848" v="1362" actId="1076"/>
          <ac:graphicFrameMkLst>
            <pc:docMk/>
            <pc:sldMk cId="1621998222" sldId="321"/>
            <ac:graphicFrameMk id="31" creationId="{FA95D326-0F62-46A2-BA53-F4AF524F0C09}"/>
          </ac:graphicFrameMkLst>
        </pc:graphicFrameChg>
        <pc:graphicFrameChg chg="mod">
          <ac:chgData name="Deep Singh" userId="691de62b-f606-4f41-8936-1ade9fc66103" providerId="ADAL" clId="{D95B6D0C-A575-4EDA-8E3B-CA28A2D1A6EE}" dt="2020-08-05T18:27:00.848" v="1362" actId="1076"/>
          <ac:graphicFrameMkLst>
            <pc:docMk/>
            <pc:sldMk cId="1621998222" sldId="321"/>
            <ac:graphicFrameMk id="33" creationId="{C99306C3-C168-4AE9-822C-1E516D9A01FB}"/>
          </ac:graphicFrameMkLst>
        </pc:graphicFrameChg>
        <pc:graphicFrameChg chg="mod">
          <ac:chgData name="Deep Singh" userId="691de62b-f606-4f41-8936-1ade9fc66103" providerId="ADAL" clId="{D95B6D0C-A575-4EDA-8E3B-CA28A2D1A6EE}" dt="2020-08-05T18:27:11.795" v="1365" actId="1076"/>
          <ac:graphicFrameMkLst>
            <pc:docMk/>
            <pc:sldMk cId="1621998222" sldId="321"/>
            <ac:graphicFrameMk id="36" creationId="{1B4538FE-171D-4119-8BC8-CA5B9B6BB0BF}"/>
          </ac:graphicFrameMkLst>
        </pc:graphicFrameChg>
        <pc:cxnChg chg="mod">
          <ac:chgData name="Deep Singh" userId="691de62b-f606-4f41-8936-1ade9fc66103" providerId="ADAL" clId="{D95B6D0C-A575-4EDA-8E3B-CA28A2D1A6EE}" dt="2020-08-05T18:28:41.239" v="1389" actId="14100"/>
          <ac:cxnSpMkLst>
            <pc:docMk/>
            <pc:sldMk cId="1621998222" sldId="321"/>
            <ac:cxnSpMk id="3" creationId="{4AF3CD17-DEE3-442B-9BD4-B5B87F9207DA}"/>
          </ac:cxnSpMkLst>
        </pc:cxnChg>
        <pc:cxnChg chg="mod">
          <ac:chgData name="Deep Singh" userId="691de62b-f606-4f41-8936-1ade9fc66103" providerId="ADAL" clId="{D95B6D0C-A575-4EDA-8E3B-CA28A2D1A6EE}" dt="2020-08-05T18:28:23.314" v="1385" actId="1076"/>
          <ac:cxnSpMkLst>
            <pc:docMk/>
            <pc:sldMk cId="1621998222" sldId="321"/>
            <ac:cxnSpMk id="26" creationId="{EF973C5D-2EEA-49DA-890A-8B3C3D0F43F0}"/>
          </ac:cxnSpMkLst>
        </pc:cxnChg>
        <pc:cxnChg chg="del mod">
          <ac:chgData name="Deep Singh" userId="691de62b-f606-4f41-8936-1ade9fc66103" providerId="ADAL" clId="{D95B6D0C-A575-4EDA-8E3B-CA28A2D1A6EE}" dt="2020-08-05T18:28:49.186" v="1392" actId="478"/>
          <ac:cxnSpMkLst>
            <pc:docMk/>
            <pc:sldMk cId="1621998222" sldId="321"/>
            <ac:cxnSpMk id="27" creationId="{674883C6-DF4C-4C97-9C50-FD43EF7655BB}"/>
          </ac:cxnSpMkLst>
        </pc:cxnChg>
        <pc:cxnChg chg="mod">
          <ac:chgData name="Deep Singh" userId="691de62b-f606-4f41-8936-1ade9fc66103" providerId="ADAL" clId="{D95B6D0C-A575-4EDA-8E3B-CA28A2D1A6EE}" dt="2020-08-05T18:28:06.581" v="1380" actId="14100"/>
          <ac:cxnSpMkLst>
            <pc:docMk/>
            <pc:sldMk cId="1621998222" sldId="321"/>
            <ac:cxnSpMk id="29" creationId="{C1122B88-7615-41F7-B4AF-BC5213F6AB88}"/>
          </ac:cxnSpMkLst>
        </pc:cxnChg>
        <pc:cxnChg chg="add del mod">
          <ac:chgData name="Deep Singh" userId="691de62b-f606-4f41-8936-1ade9fc66103" providerId="ADAL" clId="{D95B6D0C-A575-4EDA-8E3B-CA28A2D1A6EE}" dt="2020-08-05T18:27:42.633" v="1375" actId="478"/>
          <ac:cxnSpMkLst>
            <pc:docMk/>
            <pc:sldMk cId="1621998222" sldId="321"/>
            <ac:cxnSpMk id="37" creationId="{03A839C5-7271-42EE-9AF2-778C5F1D864C}"/>
          </ac:cxnSpMkLst>
        </pc:cxnChg>
        <pc:cxnChg chg="add mod">
          <ac:chgData name="Deep Singh" userId="691de62b-f606-4f41-8936-1ade9fc66103" providerId="ADAL" clId="{D95B6D0C-A575-4EDA-8E3B-CA28A2D1A6EE}" dt="2020-08-05T18:28:23.314" v="1385" actId="1076"/>
          <ac:cxnSpMkLst>
            <pc:docMk/>
            <pc:sldMk cId="1621998222" sldId="321"/>
            <ac:cxnSpMk id="41" creationId="{D38F548E-D6A0-40CF-AB38-1196CD069313}"/>
          </ac:cxnSpMkLst>
        </pc:cxnChg>
        <pc:cxnChg chg="add mod">
          <ac:chgData name="Deep Singh" userId="691de62b-f606-4f41-8936-1ade9fc66103" providerId="ADAL" clId="{D95B6D0C-A575-4EDA-8E3B-CA28A2D1A6EE}" dt="2020-08-05T18:28:57.018" v="1394" actId="14100"/>
          <ac:cxnSpMkLst>
            <pc:docMk/>
            <pc:sldMk cId="1621998222" sldId="321"/>
            <ac:cxnSpMk id="50" creationId="{5FD8191C-32EA-4F06-9A32-C48850D62F8C}"/>
          </ac:cxnSpMkLst>
        </pc:cxnChg>
      </pc:sldChg>
      <pc:sldChg chg="modSp del">
        <pc:chgData name="Deep Singh" userId="691de62b-f606-4f41-8936-1ade9fc66103" providerId="ADAL" clId="{D95B6D0C-A575-4EDA-8E3B-CA28A2D1A6EE}" dt="2020-08-05T18:19:43.936" v="1299" actId="2696"/>
        <pc:sldMkLst>
          <pc:docMk/>
          <pc:sldMk cId="1992484284" sldId="323"/>
        </pc:sldMkLst>
        <pc:grpChg chg="mod">
          <ac:chgData name="Deep Singh" userId="691de62b-f606-4f41-8936-1ade9fc66103" providerId="ADAL" clId="{D95B6D0C-A575-4EDA-8E3B-CA28A2D1A6EE}" dt="2020-08-05T17:00:37.324" v="221" actId="1076"/>
          <ac:grpSpMkLst>
            <pc:docMk/>
            <pc:sldMk cId="1992484284" sldId="323"/>
            <ac:grpSpMk id="40" creationId="{2C4AA917-8559-4A60-96B1-0F72B8EF2F2E}"/>
          </ac:grpSpMkLst>
        </pc:grpChg>
      </pc:sldChg>
      <pc:sldChg chg="del">
        <pc:chgData name="Deep Singh" userId="691de62b-f606-4f41-8936-1ade9fc66103" providerId="ADAL" clId="{D95B6D0C-A575-4EDA-8E3B-CA28A2D1A6EE}" dt="2020-08-05T18:19:44.019" v="1301" actId="2696"/>
        <pc:sldMkLst>
          <pc:docMk/>
          <pc:sldMk cId="1516909487" sldId="324"/>
        </pc:sldMkLst>
      </pc:sldChg>
      <pc:sldChg chg="del">
        <pc:chgData name="Deep Singh" userId="691de62b-f606-4f41-8936-1ade9fc66103" providerId="ADAL" clId="{D95B6D0C-A575-4EDA-8E3B-CA28A2D1A6EE}" dt="2020-08-05T18:38:40.226" v="1531" actId="2696"/>
        <pc:sldMkLst>
          <pc:docMk/>
          <pc:sldMk cId="801451335" sldId="326"/>
        </pc:sldMkLst>
      </pc:sldChg>
      <pc:sldChg chg="del">
        <pc:chgData name="Deep Singh" userId="691de62b-f606-4f41-8936-1ade9fc66103" providerId="ADAL" clId="{D95B6D0C-A575-4EDA-8E3B-CA28A2D1A6EE}" dt="2020-08-05T18:19:43.969" v="1300" actId="2696"/>
        <pc:sldMkLst>
          <pc:docMk/>
          <pc:sldMk cId="1142560619" sldId="327"/>
        </pc:sldMkLst>
      </pc:sldChg>
      <pc:sldChg chg="del">
        <pc:chgData name="Deep Singh" userId="691de62b-f606-4f41-8936-1ade9fc66103" providerId="ADAL" clId="{D95B6D0C-A575-4EDA-8E3B-CA28A2D1A6EE}" dt="2020-08-05T18:38:42.081" v="1532" actId="2696"/>
        <pc:sldMkLst>
          <pc:docMk/>
          <pc:sldMk cId="457554112" sldId="336"/>
        </pc:sldMkLst>
      </pc:sldChg>
      <pc:sldChg chg="del">
        <pc:chgData name="Deep Singh" userId="691de62b-f606-4f41-8936-1ade9fc66103" providerId="ADAL" clId="{D95B6D0C-A575-4EDA-8E3B-CA28A2D1A6EE}" dt="2020-08-05T18:38:42.719" v="1533" actId="2696"/>
        <pc:sldMkLst>
          <pc:docMk/>
          <pc:sldMk cId="3638135901" sldId="337"/>
        </pc:sldMkLst>
      </pc:sldChg>
      <pc:sldChg chg="del">
        <pc:chgData name="Deep Singh" userId="691de62b-f606-4f41-8936-1ade9fc66103" providerId="ADAL" clId="{D95B6D0C-A575-4EDA-8E3B-CA28A2D1A6EE}" dt="2020-08-05T18:19:43.538" v="1295" actId="2696"/>
        <pc:sldMkLst>
          <pc:docMk/>
          <pc:sldMk cId="2517138296" sldId="341"/>
        </pc:sldMkLst>
      </pc:sldChg>
      <pc:sldChg chg="del">
        <pc:chgData name="Deep Singh" userId="691de62b-f606-4f41-8936-1ade9fc66103" providerId="ADAL" clId="{D95B6D0C-A575-4EDA-8E3B-CA28A2D1A6EE}" dt="2020-08-05T18:19:43.569" v="1296" actId="2696"/>
        <pc:sldMkLst>
          <pc:docMk/>
          <pc:sldMk cId="3069301475" sldId="342"/>
        </pc:sldMkLst>
      </pc:sldChg>
      <pc:sldChg chg="del">
        <pc:chgData name="Deep Singh" userId="691de62b-f606-4f41-8936-1ade9fc66103" providerId="ADAL" clId="{D95B6D0C-A575-4EDA-8E3B-CA28A2D1A6EE}" dt="2020-08-05T18:19:43.495" v="1293" actId="2696"/>
        <pc:sldMkLst>
          <pc:docMk/>
          <pc:sldMk cId="3531666274" sldId="343"/>
        </pc:sldMkLst>
      </pc:sldChg>
      <pc:sldChg chg="del">
        <pc:chgData name="Deep Singh" userId="691de62b-f606-4f41-8936-1ade9fc66103" providerId="ADAL" clId="{D95B6D0C-A575-4EDA-8E3B-CA28A2D1A6EE}" dt="2020-08-05T18:37:56.162" v="1527" actId="2696"/>
        <pc:sldMkLst>
          <pc:docMk/>
          <pc:sldMk cId="2024010131" sldId="344"/>
        </pc:sldMkLst>
      </pc:sldChg>
      <pc:sldChg chg="addSp delSp modSp add del ord">
        <pc:chgData name="Deep Singh" userId="691de62b-f606-4f41-8936-1ade9fc66103" providerId="ADAL" clId="{D95B6D0C-A575-4EDA-8E3B-CA28A2D1A6EE}" dt="2020-08-05T19:14:15.225" v="1700" actId="20577"/>
        <pc:sldMkLst>
          <pc:docMk/>
          <pc:sldMk cId="2436306782" sldId="348"/>
        </pc:sldMkLst>
        <pc:spChg chg="add del mod">
          <ac:chgData name="Deep Singh" userId="691de62b-f606-4f41-8936-1ade9fc66103" providerId="ADAL" clId="{D95B6D0C-A575-4EDA-8E3B-CA28A2D1A6EE}" dt="2020-08-05T17:13:48.539" v="495" actId="478"/>
          <ac:spMkLst>
            <pc:docMk/>
            <pc:sldMk cId="2436306782" sldId="348"/>
            <ac:spMk id="3" creationId="{BCA9AB59-E20F-411D-8B47-9C30C91D5453}"/>
          </ac:spMkLst>
        </pc:spChg>
        <pc:spChg chg="mod">
          <ac:chgData name="Deep Singh" userId="691de62b-f606-4f41-8936-1ade9fc66103" providerId="ADAL" clId="{D95B6D0C-A575-4EDA-8E3B-CA28A2D1A6EE}" dt="2020-08-05T19:14:15.225" v="1700" actId="20577"/>
          <ac:spMkLst>
            <pc:docMk/>
            <pc:sldMk cId="2436306782" sldId="348"/>
            <ac:spMk id="6" creationId="{152ADB85-0025-4E0A-B62D-0D6377972C2F}"/>
          </ac:spMkLst>
        </pc:spChg>
        <pc:spChg chg="del">
          <ac:chgData name="Deep Singh" userId="691de62b-f606-4f41-8936-1ade9fc66103" providerId="ADAL" clId="{D95B6D0C-A575-4EDA-8E3B-CA28A2D1A6EE}" dt="2020-08-05T17:13:43.887" v="494" actId="478"/>
          <ac:spMkLst>
            <pc:docMk/>
            <pc:sldMk cId="2436306782" sldId="348"/>
            <ac:spMk id="11" creationId="{BB003D32-00BD-4546-BB15-66F3DB626FE6}"/>
          </ac:spMkLst>
        </pc:spChg>
        <pc:picChg chg="add mod">
          <ac:chgData name="Deep Singh" userId="691de62b-f606-4f41-8936-1ade9fc66103" providerId="ADAL" clId="{D95B6D0C-A575-4EDA-8E3B-CA28A2D1A6EE}" dt="2020-08-05T19:13:40.334" v="1626" actId="1076"/>
          <ac:picMkLst>
            <pc:docMk/>
            <pc:sldMk cId="2436306782" sldId="348"/>
            <ac:picMk id="10" creationId="{DE781DDE-EDAF-438D-9A11-2F9BABBA4B19}"/>
          </ac:picMkLst>
        </pc:picChg>
        <pc:picChg chg="add mod">
          <ac:chgData name="Deep Singh" userId="691de62b-f606-4f41-8936-1ade9fc66103" providerId="ADAL" clId="{D95B6D0C-A575-4EDA-8E3B-CA28A2D1A6EE}" dt="2020-08-05T19:13:37.172" v="1625" actId="1076"/>
          <ac:picMkLst>
            <pc:docMk/>
            <pc:sldMk cId="2436306782" sldId="348"/>
            <ac:picMk id="12" creationId="{B7A46413-9DC7-44EC-8AE0-DD4CD1469D24}"/>
          </ac:picMkLst>
        </pc:picChg>
        <pc:picChg chg="add del mod">
          <ac:chgData name="Deep Singh" userId="691de62b-f606-4f41-8936-1ade9fc66103" providerId="ADAL" clId="{D95B6D0C-A575-4EDA-8E3B-CA28A2D1A6EE}" dt="2020-08-05T19:13:28.392" v="1620" actId="478"/>
          <ac:picMkLst>
            <pc:docMk/>
            <pc:sldMk cId="2436306782" sldId="348"/>
            <ac:picMk id="14" creationId="{1F7C8638-DB06-41D0-A360-BC6AF830D3CB}"/>
          </ac:picMkLst>
        </pc:picChg>
        <pc:picChg chg="add del mod">
          <ac:chgData name="Deep Singh" userId="691de62b-f606-4f41-8936-1ade9fc66103" providerId="ADAL" clId="{D95B6D0C-A575-4EDA-8E3B-CA28A2D1A6EE}" dt="2020-08-05T19:13:29.028" v="1621" actId="478"/>
          <ac:picMkLst>
            <pc:docMk/>
            <pc:sldMk cId="2436306782" sldId="348"/>
            <ac:picMk id="16" creationId="{B81370B0-0C81-4D45-936B-70CB889FDA5A}"/>
          </ac:picMkLst>
        </pc:picChg>
        <pc:picChg chg="add del mod">
          <ac:chgData name="Deep Singh" userId="691de62b-f606-4f41-8936-1ade9fc66103" providerId="ADAL" clId="{D95B6D0C-A575-4EDA-8E3B-CA28A2D1A6EE}" dt="2020-08-05T19:13:30.078" v="1622" actId="478"/>
          <ac:picMkLst>
            <pc:docMk/>
            <pc:sldMk cId="2436306782" sldId="348"/>
            <ac:picMk id="2050" creationId="{79EF505D-D5CB-42C3-859C-9088C90B45A6}"/>
          </ac:picMkLst>
        </pc:picChg>
        <pc:picChg chg="add mod">
          <ac:chgData name="Deep Singh" userId="691de62b-f606-4f41-8936-1ade9fc66103" providerId="ADAL" clId="{D95B6D0C-A575-4EDA-8E3B-CA28A2D1A6EE}" dt="2020-08-05T19:13:34.875" v="1624" actId="1076"/>
          <ac:picMkLst>
            <pc:docMk/>
            <pc:sldMk cId="2436306782" sldId="348"/>
            <ac:picMk id="2052" creationId="{CC4A23DC-10AD-4BB6-9F19-A41EF591E389}"/>
          </ac:picMkLst>
        </pc:picChg>
      </pc:sldChg>
      <pc:sldChg chg="addSp delSp add del setBg delDesignElem">
        <pc:chgData name="Deep Singh" userId="691de62b-f606-4f41-8936-1ade9fc66103" providerId="ADAL" clId="{D95B6D0C-A575-4EDA-8E3B-CA28A2D1A6EE}" dt="2020-08-05T17:49:37.362" v="762"/>
        <pc:sldMkLst>
          <pc:docMk/>
          <pc:sldMk cId="3250015139" sldId="348"/>
        </pc:sldMkLst>
        <pc:spChg chg="add del">
          <ac:chgData name="Deep Singh" userId="691de62b-f606-4f41-8936-1ade9fc66103" providerId="ADAL" clId="{D95B6D0C-A575-4EDA-8E3B-CA28A2D1A6EE}" dt="2020-08-05T17:49:37.362" v="762"/>
          <ac:spMkLst>
            <pc:docMk/>
            <pc:sldMk cId="3250015139" sldId="348"/>
            <ac:spMk id="13" creationId="{4C608BEB-860E-4094-8511-78603564A75E}"/>
          </ac:spMkLst>
        </pc:spChg>
        <pc:cxnChg chg="add del">
          <ac:chgData name="Deep Singh" userId="691de62b-f606-4f41-8936-1ade9fc66103" providerId="ADAL" clId="{D95B6D0C-A575-4EDA-8E3B-CA28A2D1A6EE}" dt="2020-08-05T17:49:37.362" v="762"/>
          <ac:cxnSpMkLst>
            <pc:docMk/>
            <pc:sldMk cId="3250015139" sldId="348"/>
            <ac:cxnSpMk id="15" creationId="{1F16A8D4-FE87-4604-88B2-394B5D1EB437}"/>
          </ac:cxnSpMkLst>
        </pc:cxnChg>
      </pc:sldChg>
      <pc:sldChg chg="del">
        <pc:chgData name="Deep Singh" userId="691de62b-f606-4f41-8936-1ade9fc66103" providerId="ADAL" clId="{D95B6D0C-A575-4EDA-8E3B-CA28A2D1A6EE}" dt="2020-08-05T18:38:45.073" v="1534" actId="2696"/>
        <pc:sldMkLst>
          <pc:docMk/>
          <pc:sldMk cId="1269246693" sldId="349"/>
        </pc:sldMkLst>
      </pc:sldChg>
      <pc:sldChg chg="addSp delSp modSp add del ord delDesignElem">
        <pc:chgData name="Deep Singh" userId="691de62b-f606-4f41-8936-1ade9fc66103" providerId="ADAL" clId="{D95B6D0C-A575-4EDA-8E3B-CA28A2D1A6EE}" dt="2020-08-11T09:25:56.561" v="2189" actId="164"/>
        <pc:sldMkLst>
          <pc:docMk/>
          <pc:sldMk cId="1839219276" sldId="351"/>
        </pc:sldMkLst>
        <pc:spChg chg="add del">
          <ac:chgData name="Deep Singh" userId="691de62b-f606-4f41-8936-1ade9fc66103" providerId="ADAL" clId="{D95B6D0C-A575-4EDA-8E3B-CA28A2D1A6EE}" dt="2020-08-11T09:25:03.938" v="2182" actId="478"/>
          <ac:spMkLst>
            <pc:docMk/>
            <pc:sldMk cId="1839219276" sldId="351"/>
            <ac:spMk id="4" creationId="{49830AE6-3D29-4888-9A98-CA7098D82180}"/>
          </ac:spMkLst>
        </pc:spChg>
        <pc:spChg chg="del">
          <ac:chgData name="Deep Singh" userId="691de62b-f606-4f41-8936-1ade9fc66103" providerId="ADAL" clId="{D95B6D0C-A575-4EDA-8E3B-CA28A2D1A6EE}" dt="2020-08-11T09:24:59.023" v="2181" actId="478"/>
          <ac:spMkLst>
            <pc:docMk/>
            <pc:sldMk cId="1839219276" sldId="351"/>
            <ac:spMk id="5" creationId="{88E4AEF1-BCC1-469A-84F6-93FCBF447C7B}"/>
          </ac:spMkLst>
        </pc:spChg>
        <pc:spChg chg="add del mod">
          <ac:chgData name="Deep Singh" userId="691de62b-f606-4f41-8936-1ade9fc66103" providerId="ADAL" clId="{D95B6D0C-A575-4EDA-8E3B-CA28A2D1A6EE}" dt="2020-08-11T09:25:08.566" v="2183" actId="478"/>
          <ac:spMkLst>
            <pc:docMk/>
            <pc:sldMk cId="1839219276" sldId="351"/>
            <ac:spMk id="6" creationId="{152ADB85-0025-4E0A-B62D-0D6377972C2F}"/>
          </ac:spMkLst>
        </pc:spChg>
        <pc:spChg chg="add del">
          <ac:chgData name="Deep Singh" userId="691de62b-f606-4f41-8936-1ade9fc66103" providerId="ADAL" clId="{D95B6D0C-A575-4EDA-8E3B-CA28A2D1A6EE}" dt="2020-08-05T16:49:54.129" v="38"/>
          <ac:spMkLst>
            <pc:docMk/>
            <pc:sldMk cId="1839219276" sldId="351"/>
            <ac:spMk id="13" creationId="{4C608BEB-860E-4094-8511-78603564A75E}"/>
          </ac:spMkLst>
        </pc:spChg>
        <pc:spChg chg="add mod topLvl">
          <ac:chgData name="Deep Singh" userId="691de62b-f606-4f41-8936-1ade9fc66103" providerId="ADAL" clId="{D95B6D0C-A575-4EDA-8E3B-CA28A2D1A6EE}" dt="2020-08-11T09:25:51.329" v="2188" actId="338"/>
          <ac:spMkLst>
            <pc:docMk/>
            <pc:sldMk cId="1839219276" sldId="351"/>
            <ac:spMk id="14" creationId="{AE3D1AAC-2958-47DD-934F-52A0CC41B8F5}"/>
          </ac:spMkLst>
        </pc:spChg>
        <pc:spChg chg="add mod topLvl">
          <ac:chgData name="Deep Singh" userId="691de62b-f606-4f41-8936-1ade9fc66103" providerId="ADAL" clId="{D95B6D0C-A575-4EDA-8E3B-CA28A2D1A6EE}" dt="2020-08-11T09:25:51.329" v="2188" actId="338"/>
          <ac:spMkLst>
            <pc:docMk/>
            <pc:sldMk cId="1839219276" sldId="351"/>
            <ac:spMk id="16" creationId="{74182E69-6633-4A48-8294-8DABCE3FE6E1}"/>
          </ac:spMkLst>
        </pc:spChg>
        <pc:spChg chg="add mod topLvl">
          <ac:chgData name="Deep Singh" userId="691de62b-f606-4f41-8936-1ade9fc66103" providerId="ADAL" clId="{D95B6D0C-A575-4EDA-8E3B-CA28A2D1A6EE}" dt="2020-08-11T09:25:51.329" v="2188" actId="338"/>
          <ac:spMkLst>
            <pc:docMk/>
            <pc:sldMk cId="1839219276" sldId="351"/>
            <ac:spMk id="18" creationId="{A5CB6417-A234-4CD9-A89A-DAB91CC19F07}"/>
          </ac:spMkLst>
        </pc:spChg>
        <pc:spChg chg="add mod topLvl">
          <ac:chgData name="Deep Singh" userId="691de62b-f606-4f41-8936-1ade9fc66103" providerId="ADAL" clId="{D95B6D0C-A575-4EDA-8E3B-CA28A2D1A6EE}" dt="2020-08-11T09:25:51.329" v="2188" actId="338"/>
          <ac:spMkLst>
            <pc:docMk/>
            <pc:sldMk cId="1839219276" sldId="351"/>
            <ac:spMk id="19" creationId="{4089D9FE-A99E-445D-9BEA-31E36BB1D5A9}"/>
          </ac:spMkLst>
        </pc:spChg>
        <pc:spChg chg="add mod topLvl">
          <ac:chgData name="Deep Singh" userId="691de62b-f606-4f41-8936-1ade9fc66103" providerId="ADAL" clId="{D95B6D0C-A575-4EDA-8E3B-CA28A2D1A6EE}" dt="2020-08-11T09:25:51.329" v="2188" actId="338"/>
          <ac:spMkLst>
            <pc:docMk/>
            <pc:sldMk cId="1839219276" sldId="351"/>
            <ac:spMk id="20" creationId="{23F5544F-BE64-4EB8-B907-0672B7A7B8B5}"/>
          </ac:spMkLst>
        </pc:spChg>
        <pc:spChg chg="add del mod">
          <ac:chgData name="Deep Singh" userId="691de62b-f606-4f41-8936-1ade9fc66103" providerId="ADAL" clId="{D95B6D0C-A575-4EDA-8E3B-CA28A2D1A6EE}" dt="2020-08-05T16:52:33.472" v="85"/>
          <ac:spMkLst>
            <pc:docMk/>
            <pc:sldMk cId="1839219276" sldId="351"/>
            <ac:spMk id="23" creationId="{A55CEB67-42BE-466B-8AC6-3603C48F0E72}"/>
          </ac:spMkLst>
        </pc:spChg>
        <pc:spChg chg="add del mod">
          <ac:chgData name="Deep Singh" userId="691de62b-f606-4f41-8936-1ade9fc66103" providerId="ADAL" clId="{D95B6D0C-A575-4EDA-8E3B-CA28A2D1A6EE}" dt="2020-08-05T16:49:54.129" v="38"/>
          <ac:spMkLst>
            <pc:docMk/>
            <pc:sldMk cId="1839219276" sldId="351"/>
            <ac:spMk id="25" creationId="{9C279EA1-60D8-4CC4-9047-893102D4BC01}"/>
          </ac:spMkLst>
        </pc:spChg>
        <pc:spChg chg="add del mod">
          <ac:chgData name="Deep Singh" userId="691de62b-f606-4f41-8936-1ade9fc66103" providerId="ADAL" clId="{D95B6D0C-A575-4EDA-8E3B-CA28A2D1A6EE}" dt="2020-08-05T16:49:54.129" v="38"/>
          <ac:spMkLst>
            <pc:docMk/>
            <pc:sldMk cId="1839219276" sldId="351"/>
            <ac:spMk id="26" creationId="{56BBFA3C-5DED-4751-85B9-B9EFFA716AAF}"/>
          </ac:spMkLst>
        </pc:spChg>
        <pc:spChg chg="add mod topLvl">
          <ac:chgData name="Deep Singh" userId="691de62b-f606-4f41-8936-1ade9fc66103" providerId="ADAL" clId="{D95B6D0C-A575-4EDA-8E3B-CA28A2D1A6EE}" dt="2020-08-11T09:25:51.329" v="2188" actId="338"/>
          <ac:spMkLst>
            <pc:docMk/>
            <pc:sldMk cId="1839219276" sldId="351"/>
            <ac:spMk id="27" creationId="{EBBDA95C-C598-4D53-8E4A-9E44BFB778ED}"/>
          </ac:spMkLst>
        </pc:spChg>
        <pc:spChg chg="add mod topLvl">
          <ac:chgData name="Deep Singh" userId="691de62b-f606-4f41-8936-1ade9fc66103" providerId="ADAL" clId="{D95B6D0C-A575-4EDA-8E3B-CA28A2D1A6EE}" dt="2020-08-11T09:25:51.329" v="2188" actId="338"/>
          <ac:spMkLst>
            <pc:docMk/>
            <pc:sldMk cId="1839219276" sldId="351"/>
            <ac:spMk id="28" creationId="{F9B90A37-E813-4663-ABDD-8F585A7ECDF6}"/>
          </ac:spMkLst>
        </pc:spChg>
        <pc:spChg chg="add mod topLvl">
          <ac:chgData name="Deep Singh" userId="691de62b-f606-4f41-8936-1ade9fc66103" providerId="ADAL" clId="{D95B6D0C-A575-4EDA-8E3B-CA28A2D1A6EE}" dt="2020-08-11T09:25:51.329" v="2188" actId="338"/>
          <ac:spMkLst>
            <pc:docMk/>
            <pc:sldMk cId="1839219276" sldId="351"/>
            <ac:spMk id="29" creationId="{C5979930-847C-429B-B9D9-AC41A1687BE0}"/>
          </ac:spMkLst>
        </pc:spChg>
        <pc:spChg chg="add mod topLvl">
          <ac:chgData name="Deep Singh" userId="691de62b-f606-4f41-8936-1ade9fc66103" providerId="ADAL" clId="{D95B6D0C-A575-4EDA-8E3B-CA28A2D1A6EE}" dt="2020-08-11T09:25:51.329" v="2188" actId="338"/>
          <ac:spMkLst>
            <pc:docMk/>
            <pc:sldMk cId="1839219276" sldId="351"/>
            <ac:spMk id="30" creationId="{3EA58E44-DD69-45AF-95D5-3E4D8C52CB2C}"/>
          </ac:spMkLst>
        </pc:spChg>
        <pc:spChg chg="add del mod">
          <ac:chgData name="Deep Singh" userId="691de62b-f606-4f41-8936-1ade9fc66103" providerId="ADAL" clId="{D95B6D0C-A575-4EDA-8E3B-CA28A2D1A6EE}" dt="2020-08-11T09:15:41.648" v="2108" actId="478"/>
          <ac:spMkLst>
            <pc:docMk/>
            <pc:sldMk cId="1839219276" sldId="351"/>
            <ac:spMk id="31" creationId="{F6836BF3-5C12-4526-9C06-AFDD1EFAFBFF}"/>
          </ac:spMkLst>
        </pc:spChg>
        <pc:spChg chg="add mod topLvl">
          <ac:chgData name="Deep Singh" userId="691de62b-f606-4f41-8936-1ade9fc66103" providerId="ADAL" clId="{D95B6D0C-A575-4EDA-8E3B-CA28A2D1A6EE}" dt="2020-08-11T09:25:51.329" v="2188" actId="338"/>
          <ac:spMkLst>
            <pc:docMk/>
            <pc:sldMk cId="1839219276" sldId="351"/>
            <ac:spMk id="32" creationId="{0E99D708-F557-4A37-A904-A427AE5AE791}"/>
          </ac:spMkLst>
        </pc:spChg>
        <pc:spChg chg="add del mod">
          <ac:chgData name="Deep Singh" userId="691de62b-f606-4f41-8936-1ade9fc66103" providerId="ADAL" clId="{D95B6D0C-A575-4EDA-8E3B-CA28A2D1A6EE}" dt="2020-08-11T09:17:30.825" v="2122" actId="478"/>
          <ac:spMkLst>
            <pc:docMk/>
            <pc:sldMk cId="1839219276" sldId="351"/>
            <ac:spMk id="33" creationId="{74FC81F1-EC51-41A3-BEBD-1642D41327C3}"/>
          </ac:spMkLst>
        </pc:spChg>
        <pc:spChg chg="add del mod ord topLvl">
          <ac:chgData name="Deep Singh" userId="691de62b-f606-4f41-8936-1ade9fc66103" providerId="ADAL" clId="{D95B6D0C-A575-4EDA-8E3B-CA28A2D1A6EE}" dt="2020-08-11T09:19:03.197" v="2132" actId="478"/>
          <ac:spMkLst>
            <pc:docMk/>
            <pc:sldMk cId="1839219276" sldId="351"/>
            <ac:spMk id="68" creationId="{E2CBE0D2-7414-4232-BA76-3E9FB66316A8}"/>
          </ac:spMkLst>
        </pc:spChg>
        <pc:spChg chg="add del mod">
          <ac:chgData name="Deep Singh" userId="691de62b-f606-4f41-8936-1ade9fc66103" providerId="ADAL" clId="{D95B6D0C-A575-4EDA-8E3B-CA28A2D1A6EE}" dt="2020-08-11T09:25:11.148" v="2184" actId="478"/>
          <ac:spMkLst>
            <pc:docMk/>
            <pc:sldMk cId="1839219276" sldId="351"/>
            <ac:spMk id="101" creationId="{0798C336-7814-4926-B20B-9338A7C0D8F0}"/>
          </ac:spMkLst>
        </pc:spChg>
        <pc:spChg chg="add del mod">
          <ac:chgData name="Deep Singh" userId="691de62b-f606-4f41-8936-1ade9fc66103" providerId="ADAL" clId="{D95B6D0C-A575-4EDA-8E3B-CA28A2D1A6EE}" dt="2020-08-05T18:32:10.162" v="1457" actId="478"/>
          <ac:spMkLst>
            <pc:docMk/>
            <pc:sldMk cId="1839219276" sldId="351"/>
            <ac:spMk id="161" creationId="{1ED60AC1-6265-4C48-84EB-4223D7CEE42C}"/>
          </ac:spMkLst>
        </pc:spChg>
        <pc:spChg chg="add mod topLvl">
          <ac:chgData name="Deep Singh" userId="691de62b-f606-4f41-8936-1ade9fc66103" providerId="ADAL" clId="{D95B6D0C-A575-4EDA-8E3B-CA28A2D1A6EE}" dt="2020-08-11T09:25:51.329" v="2188" actId="338"/>
          <ac:spMkLst>
            <pc:docMk/>
            <pc:sldMk cId="1839219276" sldId="351"/>
            <ac:spMk id="162" creationId="{13FA364E-8A2B-40EE-B277-38E4B9736E6A}"/>
          </ac:spMkLst>
        </pc:spChg>
        <pc:grpChg chg="add del mod">
          <ac:chgData name="Deep Singh" userId="691de62b-f606-4f41-8936-1ade9fc66103" providerId="ADAL" clId="{D95B6D0C-A575-4EDA-8E3B-CA28A2D1A6EE}" dt="2020-08-11T09:19:00.236" v="2131" actId="165"/>
          <ac:grpSpMkLst>
            <pc:docMk/>
            <pc:sldMk cId="1839219276" sldId="351"/>
            <ac:grpSpMk id="2" creationId="{C26F31B0-71B8-49A6-A1BD-0AE950D33E72}"/>
          </ac:grpSpMkLst>
        </pc:grpChg>
        <pc:grpChg chg="add del mod">
          <ac:chgData name="Deep Singh" userId="691de62b-f606-4f41-8936-1ade9fc66103" providerId="ADAL" clId="{D95B6D0C-A575-4EDA-8E3B-CA28A2D1A6EE}" dt="2020-08-05T16:52:53.779" v="88" actId="165"/>
          <ac:grpSpMkLst>
            <pc:docMk/>
            <pc:sldMk cId="1839219276" sldId="351"/>
            <ac:grpSpMk id="8" creationId="{D950AFDD-0BF7-407C-A3EF-00DBD775A04B}"/>
          </ac:grpSpMkLst>
        </pc:grpChg>
        <pc:grpChg chg="add del mod topLvl">
          <ac:chgData name="Deep Singh" userId="691de62b-f606-4f41-8936-1ade9fc66103" providerId="ADAL" clId="{D95B6D0C-A575-4EDA-8E3B-CA28A2D1A6EE}" dt="2020-08-05T16:52:59.180" v="89" actId="165"/>
          <ac:grpSpMkLst>
            <pc:docMk/>
            <pc:sldMk cId="1839219276" sldId="351"/>
            <ac:grpSpMk id="9" creationId="{EF5F69A9-819E-412B-8AB0-EFD791B1EB30}"/>
          </ac:grpSpMkLst>
        </pc:grpChg>
        <pc:grpChg chg="add del mod topLvl">
          <ac:chgData name="Deep Singh" userId="691de62b-f606-4f41-8936-1ade9fc66103" providerId="ADAL" clId="{D95B6D0C-A575-4EDA-8E3B-CA28A2D1A6EE}" dt="2020-08-05T16:53:05.605" v="90" actId="165"/>
          <ac:grpSpMkLst>
            <pc:docMk/>
            <pc:sldMk cId="1839219276" sldId="351"/>
            <ac:grpSpMk id="10" creationId="{2344928E-EE80-46F0-B745-F257FC0BB98E}"/>
          </ac:grpSpMkLst>
        </pc:grpChg>
        <pc:grpChg chg="add del mod topLvl">
          <ac:chgData name="Deep Singh" userId="691de62b-f606-4f41-8936-1ade9fc66103" providerId="ADAL" clId="{D95B6D0C-A575-4EDA-8E3B-CA28A2D1A6EE}" dt="2020-08-11T09:20:00.054" v="2142" actId="165"/>
          <ac:grpSpMkLst>
            <pc:docMk/>
            <pc:sldMk cId="1839219276" sldId="351"/>
            <ac:grpSpMk id="67" creationId="{80EC3F98-929E-4C94-86CC-77F2846DF697}"/>
          </ac:grpSpMkLst>
        </pc:grpChg>
        <pc:grpChg chg="add del mod">
          <ac:chgData name="Deep Singh" userId="691de62b-f606-4f41-8936-1ade9fc66103" providerId="ADAL" clId="{D95B6D0C-A575-4EDA-8E3B-CA28A2D1A6EE}" dt="2020-08-11T09:23:57.423" v="2168" actId="338"/>
          <ac:grpSpMkLst>
            <pc:docMk/>
            <pc:sldMk cId="1839219276" sldId="351"/>
            <ac:grpSpMk id="96" creationId="{C7C81FA2-2A80-4BB5-9445-C893A066812C}"/>
          </ac:grpSpMkLst>
        </pc:grpChg>
        <pc:grpChg chg="add del mod">
          <ac:chgData name="Deep Singh" userId="691de62b-f606-4f41-8936-1ade9fc66103" providerId="ADAL" clId="{D95B6D0C-A575-4EDA-8E3B-CA28A2D1A6EE}" dt="2020-08-11T09:23:57.423" v="2168" actId="338"/>
          <ac:grpSpMkLst>
            <pc:docMk/>
            <pc:sldMk cId="1839219276" sldId="351"/>
            <ac:grpSpMk id="97" creationId="{4C74581D-D566-44FF-88F1-8F205FE55104}"/>
          </ac:grpSpMkLst>
        </pc:grpChg>
        <pc:grpChg chg="add mod">
          <ac:chgData name="Deep Singh" userId="691de62b-f606-4f41-8936-1ade9fc66103" providerId="ADAL" clId="{D95B6D0C-A575-4EDA-8E3B-CA28A2D1A6EE}" dt="2020-08-11T09:24:52.886" v="2176" actId="338"/>
          <ac:grpSpMkLst>
            <pc:docMk/>
            <pc:sldMk cId="1839219276" sldId="351"/>
            <ac:grpSpMk id="98" creationId="{DB1B498C-8914-4F7C-BFA3-6E6B66B7F091}"/>
          </ac:grpSpMkLst>
        </pc:grpChg>
        <pc:grpChg chg="add mod">
          <ac:chgData name="Deep Singh" userId="691de62b-f606-4f41-8936-1ade9fc66103" providerId="ADAL" clId="{D95B6D0C-A575-4EDA-8E3B-CA28A2D1A6EE}" dt="2020-08-11T09:24:52.886" v="2176" actId="338"/>
          <ac:grpSpMkLst>
            <pc:docMk/>
            <pc:sldMk cId="1839219276" sldId="351"/>
            <ac:grpSpMk id="99" creationId="{D295A3B1-5A45-4561-97BF-A8EA85A91333}"/>
          </ac:grpSpMkLst>
        </pc:grpChg>
        <pc:grpChg chg="add del mod">
          <ac:chgData name="Deep Singh" userId="691de62b-f606-4f41-8936-1ade9fc66103" providerId="ADAL" clId="{D95B6D0C-A575-4EDA-8E3B-CA28A2D1A6EE}" dt="2020-08-11T09:25:38.062" v="2186" actId="165"/>
          <ac:grpSpMkLst>
            <pc:docMk/>
            <pc:sldMk cId="1839219276" sldId="351"/>
            <ac:grpSpMk id="102" creationId="{51FF52F1-D17E-44B4-ADB1-7DBBD0655235}"/>
          </ac:grpSpMkLst>
        </pc:grpChg>
        <pc:grpChg chg="add del mod">
          <ac:chgData name="Deep Singh" userId="691de62b-f606-4f41-8936-1ade9fc66103" providerId="ADAL" clId="{D95B6D0C-A575-4EDA-8E3B-CA28A2D1A6EE}" dt="2020-08-11T09:25:38.062" v="2186" actId="165"/>
          <ac:grpSpMkLst>
            <pc:docMk/>
            <pc:sldMk cId="1839219276" sldId="351"/>
            <ac:grpSpMk id="103" creationId="{FC6301B0-813C-4798-A7A4-A78A66E0B430}"/>
          </ac:grpSpMkLst>
        </pc:grpChg>
        <pc:grpChg chg="add mod">
          <ac:chgData name="Deep Singh" userId="691de62b-f606-4f41-8936-1ade9fc66103" providerId="ADAL" clId="{D95B6D0C-A575-4EDA-8E3B-CA28A2D1A6EE}" dt="2020-08-11T09:25:56.561" v="2189" actId="164"/>
          <ac:grpSpMkLst>
            <pc:docMk/>
            <pc:sldMk cId="1839219276" sldId="351"/>
            <ac:grpSpMk id="104" creationId="{6EF0B91E-592B-4021-B924-DB68CE0AD984}"/>
          </ac:grpSpMkLst>
        </pc:grpChg>
        <pc:grpChg chg="add mod">
          <ac:chgData name="Deep Singh" userId="691de62b-f606-4f41-8936-1ade9fc66103" providerId="ADAL" clId="{D95B6D0C-A575-4EDA-8E3B-CA28A2D1A6EE}" dt="2020-08-11T09:25:56.561" v="2189" actId="164"/>
          <ac:grpSpMkLst>
            <pc:docMk/>
            <pc:sldMk cId="1839219276" sldId="351"/>
            <ac:grpSpMk id="105" creationId="{D0E5F64D-F479-4E25-B0A8-D5AA6D123A59}"/>
          </ac:grpSpMkLst>
        </pc:grpChg>
        <pc:grpChg chg="add mod">
          <ac:chgData name="Deep Singh" userId="691de62b-f606-4f41-8936-1ade9fc66103" providerId="ADAL" clId="{D95B6D0C-A575-4EDA-8E3B-CA28A2D1A6EE}" dt="2020-08-11T09:25:56.561" v="2189" actId="164"/>
          <ac:grpSpMkLst>
            <pc:docMk/>
            <pc:sldMk cId="1839219276" sldId="351"/>
            <ac:grpSpMk id="106" creationId="{CC8C1712-9D7E-4225-BFE9-44B29E53E7D0}"/>
          </ac:grpSpMkLst>
        </pc:grpChg>
        <pc:graphicFrameChg chg="del">
          <ac:chgData name="Deep Singh" userId="691de62b-f606-4f41-8936-1ade9fc66103" providerId="ADAL" clId="{D95B6D0C-A575-4EDA-8E3B-CA28A2D1A6EE}" dt="2020-08-05T16:41:34.698" v="15" actId="478"/>
          <ac:graphicFrameMkLst>
            <pc:docMk/>
            <pc:sldMk cId="1839219276" sldId="351"/>
            <ac:graphicFrameMk id="17" creationId="{16ABED77-31FE-4EDA-A472-E0B431693583}"/>
          </ac:graphicFrameMkLst>
        </pc:graphicFrameChg>
        <pc:cxnChg chg="add mod topLvl">
          <ac:chgData name="Deep Singh" userId="691de62b-f606-4f41-8936-1ade9fc66103" providerId="ADAL" clId="{D95B6D0C-A575-4EDA-8E3B-CA28A2D1A6EE}" dt="2020-08-11T09:25:51.329" v="2188" actId="338"/>
          <ac:cxnSpMkLst>
            <pc:docMk/>
            <pc:sldMk cId="1839219276" sldId="351"/>
            <ac:cxnSpMk id="11" creationId="{F025697B-0217-460E-B968-FD35C10316FC}"/>
          </ac:cxnSpMkLst>
        </pc:cxnChg>
        <pc:cxnChg chg="add mod topLvl">
          <ac:chgData name="Deep Singh" userId="691de62b-f606-4f41-8936-1ade9fc66103" providerId="ADAL" clId="{D95B6D0C-A575-4EDA-8E3B-CA28A2D1A6EE}" dt="2020-08-11T09:25:51.329" v="2188" actId="338"/>
          <ac:cxnSpMkLst>
            <pc:docMk/>
            <pc:sldMk cId="1839219276" sldId="351"/>
            <ac:cxnSpMk id="12" creationId="{E6402779-C8D3-49AA-90E8-F6EA86D53907}"/>
          </ac:cxnSpMkLst>
        </pc:cxnChg>
        <pc:cxnChg chg="add del">
          <ac:chgData name="Deep Singh" userId="691de62b-f606-4f41-8936-1ade9fc66103" providerId="ADAL" clId="{D95B6D0C-A575-4EDA-8E3B-CA28A2D1A6EE}" dt="2020-08-05T16:49:54.129" v="38"/>
          <ac:cxnSpMkLst>
            <pc:docMk/>
            <pc:sldMk cId="1839219276" sldId="351"/>
            <ac:cxnSpMk id="15" creationId="{1F16A8D4-FE87-4604-88B2-394B5D1EB437}"/>
          </ac:cxnSpMkLst>
        </pc:cxnChg>
        <pc:cxnChg chg="add mod topLvl">
          <ac:chgData name="Deep Singh" userId="691de62b-f606-4f41-8936-1ade9fc66103" providerId="ADAL" clId="{D95B6D0C-A575-4EDA-8E3B-CA28A2D1A6EE}" dt="2020-08-11T09:25:51.329" v="2188" actId="338"/>
          <ac:cxnSpMkLst>
            <pc:docMk/>
            <pc:sldMk cId="1839219276" sldId="351"/>
            <ac:cxnSpMk id="21" creationId="{25F1574D-8AFC-43C5-B80C-BAD914172CDA}"/>
          </ac:cxnSpMkLst>
        </pc:cxnChg>
        <pc:cxnChg chg="add mod topLvl">
          <ac:chgData name="Deep Singh" userId="691de62b-f606-4f41-8936-1ade9fc66103" providerId="ADAL" clId="{D95B6D0C-A575-4EDA-8E3B-CA28A2D1A6EE}" dt="2020-08-11T09:25:51.329" v="2188" actId="338"/>
          <ac:cxnSpMkLst>
            <pc:docMk/>
            <pc:sldMk cId="1839219276" sldId="351"/>
            <ac:cxnSpMk id="22" creationId="{A194DCBD-04A3-429A-996F-CADD3CBF4261}"/>
          </ac:cxnSpMkLst>
        </pc:cxnChg>
        <pc:cxnChg chg="add mod topLvl">
          <ac:chgData name="Deep Singh" userId="691de62b-f606-4f41-8936-1ade9fc66103" providerId="ADAL" clId="{D95B6D0C-A575-4EDA-8E3B-CA28A2D1A6EE}" dt="2020-08-11T09:25:51.329" v="2188" actId="338"/>
          <ac:cxnSpMkLst>
            <pc:docMk/>
            <pc:sldMk cId="1839219276" sldId="351"/>
            <ac:cxnSpMk id="36" creationId="{39C1BA07-83BD-440A-910B-D46314302A30}"/>
          </ac:cxnSpMkLst>
        </pc:cxnChg>
        <pc:cxnChg chg="add mod topLvl">
          <ac:chgData name="Deep Singh" userId="691de62b-f606-4f41-8936-1ade9fc66103" providerId="ADAL" clId="{D95B6D0C-A575-4EDA-8E3B-CA28A2D1A6EE}" dt="2020-08-11T09:25:51.329" v="2188" actId="338"/>
          <ac:cxnSpMkLst>
            <pc:docMk/>
            <pc:sldMk cId="1839219276" sldId="351"/>
            <ac:cxnSpMk id="38" creationId="{839365D0-5D8F-4170-B410-CBF847E197E5}"/>
          </ac:cxnSpMkLst>
        </pc:cxnChg>
        <pc:cxnChg chg="add mod topLvl">
          <ac:chgData name="Deep Singh" userId="691de62b-f606-4f41-8936-1ade9fc66103" providerId="ADAL" clId="{D95B6D0C-A575-4EDA-8E3B-CA28A2D1A6EE}" dt="2020-08-11T09:25:51.329" v="2188" actId="338"/>
          <ac:cxnSpMkLst>
            <pc:docMk/>
            <pc:sldMk cId="1839219276" sldId="351"/>
            <ac:cxnSpMk id="40" creationId="{8EB9EA6C-D430-44BF-BAF3-0AB1161917CD}"/>
          </ac:cxnSpMkLst>
        </pc:cxnChg>
        <pc:cxnChg chg="add mod topLvl">
          <ac:chgData name="Deep Singh" userId="691de62b-f606-4f41-8936-1ade9fc66103" providerId="ADAL" clId="{D95B6D0C-A575-4EDA-8E3B-CA28A2D1A6EE}" dt="2020-08-11T09:25:51.329" v="2188" actId="338"/>
          <ac:cxnSpMkLst>
            <pc:docMk/>
            <pc:sldMk cId="1839219276" sldId="351"/>
            <ac:cxnSpMk id="49" creationId="{A56DE0A1-9DE9-4EB2-AB97-FBC3E5EB9648}"/>
          </ac:cxnSpMkLst>
        </pc:cxnChg>
        <pc:cxnChg chg="add mod topLvl">
          <ac:chgData name="Deep Singh" userId="691de62b-f606-4f41-8936-1ade9fc66103" providerId="ADAL" clId="{D95B6D0C-A575-4EDA-8E3B-CA28A2D1A6EE}" dt="2020-08-11T09:25:51.329" v="2188" actId="338"/>
          <ac:cxnSpMkLst>
            <pc:docMk/>
            <pc:sldMk cId="1839219276" sldId="351"/>
            <ac:cxnSpMk id="51" creationId="{29D425F2-6695-4DF0-99C4-2842D783AE5F}"/>
          </ac:cxnSpMkLst>
        </pc:cxnChg>
        <pc:cxnChg chg="add mod topLvl">
          <ac:chgData name="Deep Singh" userId="691de62b-f606-4f41-8936-1ade9fc66103" providerId="ADAL" clId="{D95B6D0C-A575-4EDA-8E3B-CA28A2D1A6EE}" dt="2020-08-11T09:25:51.329" v="2188" actId="338"/>
          <ac:cxnSpMkLst>
            <pc:docMk/>
            <pc:sldMk cId="1839219276" sldId="351"/>
            <ac:cxnSpMk id="55" creationId="{F8177D8F-E049-4D76-8700-BDEF37526B11}"/>
          </ac:cxnSpMkLst>
        </pc:cxnChg>
        <pc:cxnChg chg="add mod topLvl">
          <ac:chgData name="Deep Singh" userId="691de62b-f606-4f41-8936-1ade9fc66103" providerId="ADAL" clId="{D95B6D0C-A575-4EDA-8E3B-CA28A2D1A6EE}" dt="2020-08-11T09:25:51.329" v="2188" actId="338"/>
          <ac:cxnSpMkLst>
            <pc:docMk/>
            <pc:sldMk cId="1839219276" sldId="351"/>
            <ac:cxnSpMk id="58" creationId="{3635D0E6-EFC2-4B91-8CA1-69B0D59EA8C3}"/>
          </ac:cxnSpMkLst>
        </pc:cxnChg>
        <pc:cxnChg chg="add mod topLvl">
          <ac:chgData name="Deep Singh" userId="691de62b-f606-4f41-8936-1ade9fc66103" providerId="ADAL" clId="{D95B6D0C-A575-4EDA-8E3B-CA28A2D1A6EE}" dt="2020-08-11T09:25:51.329" v="2188" actId="338"/>
          <ac:cxnSpMkLst>
            <pc:docMk/>
            <pc:sldMk cId="1839219276" sldId="351"/>
            <ac:cxnSpMk id="61" creationId="{CE423B5A-7508-4AF8-B2BE-CD5B56623494}"/>
          </ac:cxnSpMkLst>
        </pc:cxnChg>
        <pc:cxnChg chg="add mod topLvl">
          <ac:chgData name="Deep Singh" userId="691de62b-f606-4f41-8936-1ade9fc66103" providerId="ADAL" clId="{D95B6D0C-A575-4EDA-8E3B-CA28A2D1A6EE}" dt="2020-08-11T09:25:51.329" v="2188" actId="338"/>
          <ac:cxnSpMkLst>
            <pc:docMk/>
            <pc:sldMk cId="1839219276" sldId="351"/>
            <ac:cxnSpMk id="69" creationId="{614123B2-A8FE-4D74-92BE-B06AF41D441A}"/>
          </ac:cxnSpMkLst>
        </pc:cxnChg>
        <pc:cxnChg chg="add mod topLvl">
          <ac:chgData name="Deep Singh" userId="691de62b-f606-4f41-8936-1ade9fc66103" providerId="ADAL" clId="{D95B6D0C-A575-4EDA-8E3B-CA28A2D1A6EE}" dt="2020-08-11T09:25:51.329" v="2188" actId="338"/>
          <ac:cxnSpMkLst>
            <pc:docMk/>
            <pc:sldMk cId="1839219276" sldId="351"/>
            <ac:cxnSpMk id="72" creationId="{8B4EEA9E-17B6-4FD8-8420-47DBF3095159}"/>
          </ac:cxnSpMkLst>
        </pc:cxnChg>
        <pc:cxnChg chg="add del mod">
          <ac:chgData name="Deep Singh" userId="691de62b-f606-4f41-8936-1ade9fc66103" providerId="ADAL" clId="{D95B6D0C-A575-4EDA-8E3B-CA28A2D1A6EE}" dt="2020-08-05T17:55:20.306" v="899" actId="11529"/>
          <ac:cxnSpMkLst>
            <pc:docMk/>
            <pc:sldMk cId="1839219276" sldId="351"/>
            <ac:cxnSpMk id="82" creationId="{9C4F8A2C-EE5A-48B3-BFCC-D8B0F1877BC8}"/>
          </ac:cxnSpMkLst>
        </pc:cxnChg>
        <pc:cxnChg chg="add mod topLvl">
          <ac:chgData name="Deep Singh" userId="691de62b-f606-4f41-8936-1ade9fc66103" providerId="ADAL" clId="{D95B6D0C-A575-4EDA-8E3B-CA28A2D1A6EE}" dt="2020-08-11T09:25:51.329" v="2188" actId="338"/>
          <ac:cxnSpMkLst>
            <pc:docMk/>
            <pc:sldMk cId="1839219276" sldId="351"/>
            <ac:cxnSpMk id="84" creationId="{41977D7E-D864-4D3C-B12F-44391AC32A7A}"/>
          </ac:cxnSpMkLst>
        </pc:cxnChg>
        <pc:cxnChg chg="add del mod">
          <ac:chgData name="Deep Singh" userId="691de62b-f606-4f41-8936-1ade9fc66103" providerId="ADAL" clId="{D95B6D0C-A575-4EDA-8E3B-CA28A2D1A6EE}" dt="2020-08-05T17:55:37.019" v="902" actId="11529"/>
          <ac:cxnSpMkLst>
            <pc:docMk/>
            <pc:sldMk cId="1839219276" sldId="351"/>
            <ac:cxnSpMk id="86" creationId="{982D8306-9336-4F0F-8938-E9373B6216E9}"/>
          </ac:cxnSpMkLst>
        </pc:cxnChg>
        <pc:cxnChg chg="add mod topLvl">
          <ac:chgData name="Deep Singh" userId="691de62b-f606-4f41-8936-1ade9fc66103" providerId="ADAL" clId="{D95B6D0C-A575-4EDA-8E3B-CA28A2D1A6EE}" dt="2020-08-11T09:25:51.329" v="2188" actId="338"/>
          <ac:cxnSpMkLst>
            <pc:docMk/>
            <pc:sldMk cId="1839219276" sldId="351"/>
            <ac:cxnSpMk id="88" creationId="{875490D2-89B1-4F1E-888E-63E76DD10F72}"/>
          </ac:cxnSpMkLst>
        </pc:cxnChg>
      </pc:sldChg>
      <pc:sldChg chg="addSp delSp modSp ord">
        <pc:chgData name="Deep Singh" userId="691de62b-f606-4f41-8936-1ade9fc66103" providerId="ADAL" clId="{D95B6D0C-A575-4EDA-8E3B-CA28A2D1A6EE}" dt="2020-08-05T19:07:42.774" v="1607"/>
        <pc:sldMkLst>
          <pc:docMk/>
          <pc:sldMk cId="2211065045" sldId="353"/>
        </pc:sldMkLst>
        <pc:spChg chg="add del mod">
          <ac:chgData name="Deep Singh" userId="691de62b-f606-4f41-8936-1ade9fc66103" providerId="ADAL" clId="{D95B6D0C-A575-4EDA-8E3B-CA28A2D1A6EE}" dt="2020-08-05T17:40:19.746" v="516" actId="478"/>
          <ac:spMkLst>
            <pc:docMk/>
            <pc:sldMk cId="2211065045" sldId="353"/>
            <ac:spMk id="3" creationId="{2DCB6090-A575-4540-BD8F-FAC0F5DBA84E}"/>
          </ac:spMkLst>
        </pc:spChg>
        <pc:spChg chg="mod">
          <ac:chgData name="Deep Singh" userId="691de62b-f606-4f41-8936-1ade9fc66103" providerId="ADAL" clId="{D95B6D0C-A575-4EDA-8E3B-CA28A2D1A6EE}" dt="2020-08-05T17:51:37.219" v="797" actId="20577"/>
          <ac:spMkLst>
            <pc:docMk/>
            <pc:sldMk cId="2211065045" sldId="353"/>
            <ac:spMk id="6" creationId="{152ADB85-0025-4E0A-B62D-0D6377972C2F}"/>
          </ac:spMkLst>
        </pc:spChg>
        <pc:spChg chg="del">
          <ac:chgData name="Deep Singh" userId="691de62b-f606-4f41-8936-1ade9fc66103" providerId="ADAL" clId="{D95B6D0C-A575-4EDA-8E3B-CA28A2D1A6EE}" dt="2020-08-05T17:40:17.822" v="515" actId="478"/>
          <ac:spMkLst>
            <pc:docMk/>
            <pc:sldMk cId="2211065045" sldId="353"/>
            <ac:spMk id="11" creationId="{BB003D32-00BD-4546-BB15-66F3DB626FE6}"/>
          </ac:spMkLst>
        </pc:spChg>
        <pc:picChg chg="add mod">
          <ac:chgData name="Deep Singh" userId="691de62b-f606-4f41-8936-1ade9fc66103" providerId="ADAL" clId="{D95B6D0C-A575-4EDA-8E3B-CA28A2D1A6EE}" dt="2020-08-05T17:40:30.944" v="520" actId="14100"/>
          <ac:picMkLst>
            <pc:docMk/>
            <pc:sldMk cId="2211065045" sldId="353"/>
            <ac:picMk id="10" creationId="{77332A12-12AD-42E9-BF73-835091B63A76}"/>
          </ac:picMkLst>
        </pc:picChg>
      </pc:sldChg>
      <pc:sldChg chg="del">
        <pc:chgData name="Deep Singh" userId="691de62b-f606-4f41-8936-1ade9fc66103" providerId="ADAL" clId="{D95B6D0C-A575-4EDA-8E3B-CA28A2D1A6EE}" dt="2020-08-05T18:19:43.189" v="1276" actId="2696"/>
        <pc:sldMkLst>
          <pc:docMk/>
          <pc:sldMk cId="1103792854" sldId="354"/>
        </pc:sldMkLst>
      </pc:sldChg>
      <pc:sldChg chg="del">
        <pc:chgData name="Deep Singh" userId="691de62b-f606-4f41-8936-1ade9fc66103" providerId="ADAL" clId="{D95B6D0C-A575-4EDA-8E3B-CA28A2D1A6EE}" dt="2020-08-05T18:19:43.423" v="1278" actId="2696"/>
        <pc:sldMkLst>
          <pc:docMk/>
          <pc:sldMk cId="4106677230" sldId="356"/>
        </pc:sldMkLst>
      </pc:sldChg>
      <pc:sldChg chg="del">
        <pc:chgData name="Deep Singh" userId="691de62b-f606-4f41-8936-1ade9fc66103" providerId="ADAL" clId="{D95B6D0C-A575-4EDA-8E3B-CA28A2D1A6EE}" dt="2020-08-05T18:19:43.707" v="1297" actId="2696"/>
        <pc:sldMkLst>
          <pc:docMk/>
          <pc:sldMk cId="2721782479" sldId="357"/>
        </pc:sldMkLst>
      </pc:sldChg>
      <pc:sldChg chg="modSp del">
        <pc:chgData name="Deep Singh" userId="691de62b-f606-4f41-8936-1ade9fc66103" providerId="ADAL" clId="{D95B6D0C-A575-4EDA-8E3B-CA28A2D1A6EE}" dt="2020-08-05T19:32:00.938" v="2035" actId="2696"/>
        <pc:sldMkLst>
          <pc:docMk/>
          <pc:sldMk cId="143463365" sldId="358"/>
        </pc:sldMkLst>
        <pc:spChg chg="mod">
          <ac:chgData name="Deep Singh" userId="691de62b-f606-4f41-8936-1ade9fc66103" providerId="ADAL" clId="{D95B6D0C-A575-4EDA-8E3B-CA28A2D1A6EE}" dt="2020-08-05T17:49:23.387" v="758" actId="6549"/>
          <ac:spMkLst>
            <pc:docMk/>
            <pc:sldMk cId="143463365" sldId="358"/>
            <ac:spMk id="6" creationId="{152ADB85-0025-4E0A-B62D-0D6377972C2F}"/>
          </ac:spMkLst>
        </pc:spChg>
      </pc:sldChg>
      <pc:sldChg chg="del">
        <pc:chgData name="Deep Singh" userId="691de62b-f606-4f41-8936-1ade9fc66103" providerId="ADAL" clId="{D95B6D0C-A575-4EDA-8E3B-CA28A2D1A6EE}" dt="2020-08-05T18:19:43.214" v="1277" actId="2696"/>
        <pc:sldMkLst>
          <pc:docMk/>
          <pc:sldMk cId="2632022199" sldId="359"/>
        </pc:sldMkLst>
      </pc:sldChg>
      <pc:sldChg chg="addSp delSp modSp add ord">
        <pc:chgData name="Deep Singh" userId="691de62b-f606-4f41-8936-1ade9fc66103" providerId="ADAL" clId="{D95B6D0C-A575-4EDA-8E3B-CA28A2D1A6EE}" dt="2020-08-05T18:18:59.986" v="1275" actId="20577"/>
        <pc:sldMkLst>
          <pc:docMk/>
          <pc:sldMk cId="1355484093" sldId="360"/>
        </pc:sldMkLst>
        <pc:spChg chg="add mod">
          <ac:chgData name="Deep Singh" userId="691de62b-f606-4f41-8936-1ade9fc66103" providerId="ADAL" clId="{D95B6D0C-A575-4EDA-8E3B-CA28A2D1A6EE}" dt="2020-08-05T17:10:14.340" v="382" actId="20577"/>
          <ac:spMkLst>
            <pc:docMk/>
            <pc:sldMk cId="1355484093" sldId="360"/>
            <ac:spMk id="2" creationId="{18BA1B33-0D56-429E-A3E9-7C90FF6E8BC4}"/>
          </ac:spMkLst>
        </pc:spChg>
        <pc:spChg chg="mod">
          <ac:chgData name="Deep Singh" userId="691de62b-f606-4f41-8936-1ade9fc66103" providerId="ADAL" clId="{D95B6D0C-A575-4EDA-8E3B-CA28A2D1A6EE}" dt="2020-08-05T18:18:59.986" v="1275" actId="20577"/>
          <ac:spMkLst>
            <pc:docMk/>
            <pc:sldMk cId="1355484093" sldId="360"/>
            <ac:spMk id="6" creationId="{152ADB85-0025-4E0A-B62D-0D6377972C2F}"/>
          </ac:spMkLst>
        </pc:spChg>
        <pc:spChg chg="add mod">
          <ac:chgData name="Deep Singh" userId="691de62b-f606-4f41-8936-1ade9fc66103" providerId="ADAL" clId="{D95B6D0C-A575-4EDA-8E3B-CA28A2D1A6EE}" dt="2020-08-05T17:10:36.182" v="396" actId="20577"/>
          <ac:spMkLst>
            <pc:docMk/>
            <pc:sldMk cId="1355484093" sldId="360"/>
            <ac:spMk id="11" creationId="{4841704B-84D4-42DB-AD7A-8536237E984E}"/>
          </ac:spMkLst>
        </pc:spChg>
        <pc:graphicFrameChg chg="del mod">
          <ac:chgData name="Deep Singh" userId="691de62b-f606-4f41-8936-1ade9fc66103" providerId="ADAL" clId="{D95B6D0C-A575-4EDA-8E3B-CA28A2D1A6EE}" dt="2020-08-05T17:09:32.547" v="368" actId="478"/>
          <ac:graphicFrameMkLst>
            <pc:docMk/>
            <pc:sldMk cId="1355484093" sldId="360"/>
            <ac:graphicFrameMk id="17" creationId="{16ABED77-31FE-4EDA-A472-E0B431693583}"/>
          </ac:graphicFrameMkLst>
        </pc:graphicFrameChg>
        <pc:picChg chg="add mod">
          <ac:chgData name="Deep Singh" userId="691de62b-f606-4f41-8936-1ade9fc66103" providerId="ADAL" clId="{D95B6D0C-A575-4EDA-8E3B-CA28A2D1A6EE}" dt="2020-08-05T17:09:57.268" v="373" actId="1076"/>
          <ac:picMkLst>
            <pc:docMk/>
            <pc:sldMk cId="1355484093" sldId="360"/>
            <ac:picMk id="8" creationId="{24638E1C-6EE1-4A86-A281-0E27AD312636}"/>
          </ac:picMkLst>
        </pc:picChg>
        <pc:picChg chg="add mod">
          <ac:chgData name="Deep Singh" userId="691de62b-f606-4f41-8936-1ade9fc66103" providerId="ADAL" clId="{D95B6D0C-A575-4EDA-8E3B-CA28A2D1A6EE}" dt="2020-08-05T17:09:59.393" v="374" actId="1076"/>
          <ac:picMkLst>
            <pc:docMk/>
            <pc:sldMk cId="1355484093" sldId="360"/>
            <ac:picMk id="9" creationId="{A176CCC9-A24C-465F-B9BA-9427A87A3FE3}"/>
          </ac:picMkLst>
        </pc:picChg>
      </pc:sldChg>
      <pc:sldChg chg="add del">
        <pc:chgData name="Deep Singh" userId="691de62b-f606-4f41-8936-1ade9fc66103" providerId="ADAL" clId="{D95B6D0C-A575-4EDA-8E3B-CA28A2D1A6EE}" dt="2020-08-05T16:41:01.237" v="4" actId="2696"/>
        <pc:sldMkLst>
          <pc:docMk/>
          <pc:sldMk cId="3499750085" sldId="360"/>
        </pc:sldMkLst>
      </pc:sldChg>
      <pc:sldChg chg="delSp add del setBg delDesignElem">
        <pc:chgData name="Deep Singh" userId="691de62b-f606-4f41-8936-1ade9fc66103" providerId="ADAL" clId="{D95B6D0C-A575-4EDA-8E3B-CA28A2D1A6EE}" dt="2020-08-05T17:40:55.599" v="541" actId="2696"/>
        <pc:sldMkLst>
          <pc:docMk/>
          <pc:sldMk cId="101462166" sldId="361"/>
        </pc:sldMkLst>
        <pc:spChg chg="del">
          <ac:chgData name="Deep Singh" userId="691de62b-f606-4f41-8936-1ade9fc66103" providerId="ADAL" clId="{D95B6D0C-A575-4EDA-8E3B-CA28A2D1A6EE}" dt="2020-08-05T17:40:49.860" v="539"/>
          <ac:spMkLst>
            <pc:docMk/>
            <pc:sldMk cId="101462166" sldId="361"/>
            <ac:spMk id="13" creationId="{4C608BEB-860E-4094-8511-78603564A75E}"/>
          </ac:spMkLst>
        </pc:spChg>
        <pc:cxnChg chg="del">
          <ac:chgData name="Deep Singh" userId="691de62b-f606-4f41-8936-1ade9fc66103" providerId="ADAL" clId="{D95B6D0C-A575-4EDA-8E3B-CA28A2D1A6EE}" dt="2020-08-05T17:40:49.860" v="539"/>
          <ac:cxnSpMkLst>
            <pc:docMk/>
            <pc:sldMk cId="101462166" sldId="361"/>
            <ac:cxnSpMk id="15" creationId="{1F16A8D4-FE87-4604-88B2-394B5D1EB437}"/>
          </ac:cxnSpMkLst>
        </pc:cxnChg>
      </pc:sldChg>
      <pc:sldChg chg="delSp add del setBg delDesignElem">
        <pc:chgData name="Deep Singh" userId="691de62b-f606-4f41-8936-1ade9fc66103" providerId="ADAL" clId="{D95B6D0C-A575-4EDA-8E3B-CA28A2D1A6EE}" dt="2020-08-05T16:40:58.468" v="3" actId="2696"/>
        <pc:sldMkLst>
          <pc:docMk/>
          <pc:sldMk cId="1911456010" sldId="361"/>
        </pc:sldMkLst>
        <pc:spChg chg="del">
          <ac:chgData name="Deep Singh" userId="691de62b-f606-4f41-8936-1ade9fc66103" providerId="ADAL" clId="{D95B6D0C-A575-4EDA-8E3B-CA28A2D1A6EE}" dt="2020-08-05T16:40:54.961" v="2"/>
          <ac:spMkLst>
            <pc:docMk/>
            <pc:sldMk cId="1911456010" sldId="361"/>
            <ac:spMk id="13" creationId="{4C608BEB-860E-4094-8511-78603564A75E}"/>
          </ac:spMkLst>
        </pc:spChg>
        <pc:cxnChg chg="del">
          <ac:chgData name="Deep Singh" userId="691de62b-f606-4f41-8936-1ade9fc66103" providerId="ADAL" clId="{D95B6D0C-A575-4EDA-8E3B-CA28A2D1A6EE}" dt="2020-08-05T16:40:54.961" v="2"/>
          <ac:cxnSpMkLst>
            <pc:docMk/>
            <pc:sldMk cId="1911456010" sldId="361"/>
            <ac:cxnSpMk id="15" creationId="{1F16A8D4-FE87-4604-88B2-394B5D1EB437}"/>
          </ac:cxnSpMkLst>
        </pc:cxnChg>
      </pc:sldChg>
      <pc:sldChg chg="addSp delSp modSp add ord">
        <pc:chgData name="Deep Singh" userId="691de62b-f606-4f41-8936-1ade9fc66103" providerId="ADAL" clId="{D95B6D0C-A575-4EDA-8E3B-CA28A2D1A6EE}" dt="2020-08-05T19:18:40.377" v="1864" actId="20577"/>
        <pc:sldMkLst>
          <pc:docMk/>
          <pc:sldMk cId="3069839587" sldId="362"/>
        </pc:sldMkLst>
        <pc:spChg chg="mod">
          <ac:chgData name="Deep Singh" userId="691de62b-f606-4f41-8936-1ade9fc66103" providerId="ADAL" clId="{D95B6D0C-A575-4EDA-8E3B-CA28A2D1A6EE}" dt="2020-08-05T19:18:40.377" v="1864" actId="20577"/>
          <ac:spMkLst>
            <pc:docMk/>
            <pc:sldMk cId="3069839587" sldId="362"/>
            <ac:spMk id="6" creationId="{152ADB85-0025-4E0A-B62D-0D6377972C2F}"/>
          </ac:spMkLst>
        </pc:spChg>
        <pc:picChg chg="add mod">
          <ac:chgData name="Deep Singh" userId="691de62b-f606-4f41-8936-1ade9fc66103" providerId="ADAL" clId="{D95B6D0C-A575-4EDA-8E3B-CA28A2D1A6EE}" dt="2020-08-05T17:41:54.072" v="590" actId="14100"/>
          <ac:picMkLst>
            <pc:docMk/>
            <pc:sldMk cId="3069839587" sldId="362"/>
            <ac:picMk id="8" creationId="{48C30AB1-B4E5-4764-AA15-9655092774A8}"/>
          </ac:picMkLst>
        </pc:picChg>
        <pc:picChg chg="add mod">
          <ac:chgData name="Deep Singh" userId="691de62b-f606-4f41-8936-1ade9fc66103" providerId="ADAL" clId="{D95B6D0C-A575-4EDA-8E3B-CA28A2D1A6EE}" dt="2020-08-05T17:42:08.954" v="593" actId="14100"/>
          <ac:picMkLst>
            <pc:docMk/>
            <pc:sldMk cId="3069839587" sldId="362"/>
            <ac:picMk id="9" creationId="{E9D4568D-2FEC-49F8-A937-69BB73A88DA8}"/>
          </ac:picMkLst>
        </pc:picChg>
        <pc:picChg chg="del">
          <ac:chgData name="Deep Singh" userId="691de62b-f606-4f41-8936-1ade9fc66103" providerId="ADAL" clId="{D95B6D0C-A575-4EDA-8E3B-CA28A2D1A6EE}" dt="2020-08-05T17:41:40.938" v="585" actId="478"/>
          <ac:picMkLst>
            <pc:docMk/>
            <pc:sldMk cId="3069839587" sldId="362"/>
            <ac:picMk id="10" creationId="{77332A12-12AD-42E9-BF73-835091B63A76}"/>
          </ac:picMkLst>
        </pc:picChg>
      </pc:sldChg>
      <pc:sldChg chg="addSp delSp modSp add ord">
        <pc:chgData name="Deep Singh" userId="691de62b-f606-4f41-8936-1ade9fc66103" providerId="ADAL" clId="{D95B6D0C-A575-4EDA-8E3B-CA28A2D1A6EE}" dt="2020-08-05T19:18:59.313" v="1896" actId="20577"/>
        <pc:sldMkLst>
          <pc:docMk/>
          <pc:sldMk cId="588760408" sldId="363"/>
        </pc:sldMkLst>
        <pc:spChg chg="mod">
          <ac:chgData name="Deep Singh" userId="691de62b-f606-4f41-8936-1ade9fc66103" providerId="ADAL" clId="{D95B6D0C-A575-4EDA-8E3B-CA28A2D1A6EE}" dt="2020-08-05T19:18:59.313" v="1896" actId="20577"/>
          <ac:spMkLst>
            <pc:docMk/>
            <pc:sldMk cId="588760408" sldId="363"/>
            <ac:spMk id="6" creationId="{152ADB85-0025-4E0A-B62D-0D6377972C2F}"/>
          </ac:spMkLst>
        </pc:spChg>
        <pc:picChg chg="del">
          <ac:chgData name="Deep Singh" userId="691de62b-f606-4f41-8936-1ade9fc66103" providerId="ADAL" clId="{D95B6D0C-A575-4EDA-8E3B-CA28A2D1A6EE}" dt="2020-08-05T17:42:25.003" v="595" actId="478"/>
          <ac:picMkLst>
            <pc:docMk/>
            <pc:sldMk cId="588760408" sldId="363"/>
            <ac:picMk id="8" creationId="{48C30AB1-B4E5-4764-AA15-9655092774A8}"/>
          </ac:picMkLst>
        </pc:picChg>
        <pc:picChg chg="del">
          <ac:chgData name="Deep Singh" userId="691de62b-f606-4f41-8936-1ade9fc66103" providerId="ADAL" clId="{D95B6D0C-A575-4EDA-8E3B-CA28A2D1A6EE}" dt="2020-08-05T17:42:25.742" v="596" actId="478"/>
          <ac:picMkLst>
            <pc:docMk/>
            <pc:sldMk cId="588760408" sldId="363"/>
            <ac:picMk id="9" creationId="{E9D4568D-2FEC-49F8-A937-69BB73A88DA8}"/>
          </ac:picMkLst>
        </pc:picChg>
        <pc:picChg chg="add mod">
          <ac:chgData name="Deep Singh" userId="691de62b-f606-4f41-8936-1ade9fc66103" providerId="ADAL" clId="{D95B6D0C-A575-4EDA-8E3B-CA28A2D1A6EE}" dt="2020-08-05T17:42:41.856" v="601" actId="1076"/>
          <ac:picMkLst>
            <pc:docMk/>
            <pc:sldMk cId="588760408" sldId="363"/>
            <ac:picMk id="10" creationId="{8375373F-8FB3-434C-80D1-27E52AA92D57}"/>
          </ac:picMkLst>
        </pc:picChg>
        <pc:picChg chg="add mod">
          <ac:chgData name="Deep Singh" userId="691de62b-f606-4f41-8936-1ade9fc66103" providerId="ADAL" clId="{D95B6D0C-A575-4EDA-8E3B-CA28A2D1A6EE}" dt="2020-08-05T17:42:46.918" v="602" actId="1076"/>
          <ac:picMkLst>
            <pc:docMk/>
            <pc:sldMk cId="588760408" sldId="363"/>
            <ac:picMk id="11" creationId="{F0380625-D791-4FE8-9000-3F13A80F2945}"/>
          </ac:picMkLst>
        </pc:picChg>
      </pc:sldChg>
      <pc:sldChg chg="add del">
        <pc:chgData name="Deep Singh" userId="691de62b-f606-4f41-8936-1ade9fc66103" providerId="ADAL" clId="{D95B6D0C-A575-4EDA-8E3B-CA28A2D1A6EE}" dt="2020-08-05T17:43:23.352" v="605" actId="2696"/>
        <pc:sldMkLst>
          <pc:docMk/>
          <pc:sldMk cId="3395555269" sldId="364"/>
        </pc:sldMkLst>
      </pc:sldChg>
      <pc:sldChg chg="addSp delSp modSp add ord">
        <pc:chgData name="Deep Singh" userId="691de62b-f606-4f41-8936-1ade9fc66103" providerId="ADAL" clId="{D95B6D0C-A575-4EDA-8E3B-CA28A2D1A6EE}" dt="2020-08-05T19:07:42.774" v="1607"/>
        <pc:sldMkLst>
          <pc:docMk/>
          <pc:sldMk cId="3859788441" sldId="364"/>
        </pc:sldMkLst>
        <pc:spChg chg="add del">
          <ac:chgData name="Deep Singh" userId="691de62b-f606-4f41-8936-1ade9fc66103" providerId="ADAL" clId="{D95B6D0C-A575-4EDA-8E3B-CA28A2D1A6EE}" dt="2020-08-05T17:47:00.571" v="662"/>
          <ac:spMkLst>
            <pc:docMk/>
            <pc:sldMk cId="3859788441" sldId="364"/>
            <ac:spMk id="3" creationId="{D06971D0-21B7-4F14-9B90-0F9D938DAE2C}"/>
          </ac:spMkLst>
        </pc:spChg>
        <pc:spChg chg="mod">
          <ac:chgData name="Deep Singh" userId="691de62b-f606-4f41-8936-1ade9fc66103" providerId="ADAL" clId="{D95B6D0C-A575-4EDA-8E3B-CA28A2D1A6EE}" dt="2020-08-05T17:51:13.044" v="792" actId="14100"/>
          <ac:spMkLst>
            <pc:docMk/>
            <pc:sldMk cId="3859788441" sldId="364"/>
            <ac:spMk id="6" creationId="{152ADB85-0025-4E0A-B62D-0D6377972C2F}"/>
          </ac:spMkLst>
        </pc:spChg>
        <pc:spChg chg="mod">
          <ac:chgData name="Deep Singh" userId="691de62b-f606-4f41-8936-1ade9fc66103" providerId="ADAL" clId="{D95B6D0C-A575-4EDA-8E3B-CA28A2D1A6EE}" dt="2020-08-05T17:51:19.891" v="793" actId="20577"/>
          <ac:spMkLst>
            <pc:docMk/>
            <pc:sldMk cId="3859788441" sldId="364"/>
            <ac:spMk id="28" creationId="{55D6E3B9-6044-4DCB-A86E-4A4E47F5A5F5}"/>
          </ac:spMkLst>
        </pc:spChg>
        <pc:grpChg chg="del">
          <ac:chgData name="Deep Singh" userId="691de62b-f606-4f41-8936-1ade9fc66103" providerId="ADAL" clId="{D95B6D0C-A575-4EDA-8E3B-CA28A2D1A6EE}" dt="2020-08-05T17:43:48.532" v="608" actId="478"/>
          <ac:grpSpMkLst>
            <pc:docMk/>
            <pc:sldMk cId="3859788441" sldId="364"/>
            <ac:grpSpMk id="14" creationId="{79A0451C-37A7-4356-8EC2-F1625AA2DCCC}"/>
          </ac:grpSpMkLst>
        </pc:grpChg>
        <pc:picChg chg="add del">
          <ac:chgData name="Deep Singh" userId="691de62b-f606-4f41-8936-1ade9fc66103" providerId="ADAL" clId="{D95B6D0C-A575-4EDA-8E3B-CA28A2D1A6EE}" dt="2020-08-05T17:46:52.396" v="660"/>
          <ac:picMkLst>
            <pc:docMk/>
            <pc:sldMk cId="3859788441" sldId="364"/>
            <ac:picMk id="2" creationId="{D6119C88-45B4-4E87-AB07-21895F6D2E6D}"/>
          </ac:picMkLst>
        </pc:picChg>
        <pc:picChg chg="add del mod">
          <ac:chgData name="Deep Singh" userId="691de62b-f606-4f41-8936-1ade9fc66103" providerId="ADAL" clId="{D95B6D0C-A575-4EDA-8E3B-CA28A2D1A6EE}" dt="2020-08-05T17:47:11.484" v="666"/>
          <ac:picMkLst>
            <pc:docMk/>
            <pc:sldMk cId="3859788441" sldId="364"/>
            <ac:picMk id="7" creationId="{46E52376-ED40-4A2B-8A06-0557A416802A}"/>
          </ac:picMkLst>
        </pc:picChg>
        <pc:picChg chg="add mod">
          <ac:chgData name="Deep Singh" userId="691de62b-f606-4f41-8936-1ade9fc66103" providerId="ADAL" clId="{D95B6D0C-A575-4EDA-8E3B-CA28A2D1A6EE}" dt="2020-08-05T17:47:23.082" v="668" actId="1076"/>
          <ac:picMkLst>
            <pc:docMk/>
            <pc:sldMk cId="3859788441" sldId="364"/>
            <ac:picMk id="1028" creationId="{3591E194-A246-420D-A5F4-B639D36FCD64}"/>
          </ac:picMkLst>
        </pc:picChg>
        <pc:picChg chg="add mod">
          <ac:chgData name="Deep Singh" userId="691de62b-f606-4f41-8936-1ade9fc66103" providerId="ADAL" clId="{D95B6D0C-A575-4EDA-8E3B-CA28A2D1A6EE}" dt="2020-08-05T17:47:47.144" v="673" actId="1076"/>
          <ac:picMkLst>
            <pc:docMk/>
            <pc:sldMk cId="3859788441" sldId="364"/>
            <ac:picMk id="1030" creationId="{6690DB5D-4957-4BEC-A287-51FA0ADB55E1}"/>
          </ac:picMkLst>
        </pc:picChg>
        <pc:cxnChg chg="mod">
          <ac:chgData name="Deep Singh" userId="691de62b-f606-4f41-8936-1ade9fc66103" providerId="ADAL" clId="{D95B6D0C-A575-4EDA-8E3B-CA28A2D1A6EE}" dt="2020-08-05T17:43:48.532" v="608" actId="478"/>
          <ac:cxnSpMkLst>
            <pc:docMk/>
            <pc:sldMk cId="3859788441" sldId="364"/>
            <ac:cxnSpMk id="20" creationId="{B0B66A90-6285-4622-9F24-BC69C52967C6}"/>
          </ac:cxnSpMkLst>
        </pc:cxnChg>
        <pc:cxnChg chg="mod">
          <ac:chgData name="Deep Singh" userId="691de62b-f606-4f41-8936-1ade9fc66103" providerId="ADAL" clId="{D95B6D0C-A575-4EDA-8E3B-CA28A2D1A6EE}" dt="2020-08-05T17:43:48.532" v="608" actId="478"/>
          <ac:cxnSpMkLst>
            <pc:docMk/>
            <pc:sldMk cId="3859788441" sldId="364"/>
            <ac:cxnSpMk id="21" creationId="{26DEC20A-C79A-4D64-B1EA-4F0393E9C3FC}"/>
          </ac:cxnSpMkLst>
        </pc:cxnChg>
        <pc:cxnChg chg="mod">
          <ac:chgData name="Deep Singh" userId="691de62b-f606-4f41-8936-1ade9fc66103" providerId="ADAL" clId="{D95B6D0C-A575-4EDA-8E3B-CA28A2D1A6EE}" dt="2020-08-05T17:43:48.532" v="608" actId="478"/>
          <ac:cxnSpMkLst>
            <pc:docMk/>
            <pc:sldMk cId="3859788441" sldId="364"/>
            <ac:cxnSpMk id="22" creationId="{B5758C53-39DF-49D7-8BE0-B8E1339A5F5E}"/>
          </ac:cxnSpMkLst>
        </pc:cxnChg>
        <pc:cxnChg chg="mod">
          <ac:chgData name="Deep Singh" userId="691de62b-f606-4f41-8936-1ade9fc66103" providerId="ADAL" clId="{D95B6D0C-A575-4EDA-8E3B-CA28A2D1A6EE}" dt="2020-08-05T17:43:48.532" v="608" actId="478"/>
          <ac:cxnSpMkLst>
            <pc:docMk/>
            <pc:sldMk cId="3859788441" sldId="364"/>
            <ac:cxnSpMk id="24" creationId="{B279A90F-7342-4C6C-8AA2-69A37CAC72DC}"/>
          </ac:cxnSpMkLst>
        </pc:cxnChg>
        <pc:cxnChg chg="mod">
          <ac:chgData name="Deep Singh" userId="691de62b-f606-4f41-8936-1ade9fc66103" providerId="ADAL" clId="{D95B6D0C-A575-4EDA-8E3B-CA28A2D1A6EE}" dt="2020-08-05T17:43:48.532" v="608" actId="478"/>
          <ac:cxnSpMkLst>
            <pc:docMk/>
            <pc:sldMk cId="3859788441" sldId="364"/>
            <ac:cxnSpMk id="27" creationId="{98E6A45E-490A-4A0B-94CE-3ACD36C080B5}"/>
          </ac:cxnSpMkLst>
        </pc:cxnChg>
      </pc:sldChg>
      <pc:sldChg chg="addSp delSp modSp add ord">
        <pc:chgData name="Deep Singh" userId="691de62b-f606-4f41-8936-1ade9fc66103" providerId="ADAL" clId="{D95B6D0C-A575-4EDA-8E3B-CA28A2D1A6EE}" dt="2020-08-05T19:05:40.572" v="1585"/>
        <pc:sldMkLst>
          <pc:docMk/>
          <pc:sldMk cId="2355076372" sldId="365"/>
        </pc:sldMkLst>
        <pc:spChg chg="mod">
          <ac:chgData name="Deep Singh" userId="691de62b-f606-4f41-8936-1ade9fc66103" providerId="ADAL" clId="{D95B6D0C-A575-4EDA-8E3B-CA28A2D1A6EE}" dt="2020-08-05T17:53:29.403" v="879" actId="20577"/>
          <ac:spMkLst>
            <pc:docMk/>
            <pc:sldMk cId="2355076372" sldId="365"/>
            <ac:spMk id="6" creationId="{152ADB85-0025-4E0A-B62D-0D6377972C2F}"/>
          </ac:spMkLst>
        </pc:spChg>
        <pc:spChg chg="add">
          <ac:chgData name="Deep Singh" userId="691de62b-f606-4f41-8936-1ade9fc66103" providerId="ADAL" clId="{D95B6D0C-A575-4EDA-8E3B-CA28A2D1A6EE}" dt="2020-08-05T17:54:01.725" v="883"/>
          <ac:spMkLst>
            <pc:docMk/>
            <pc:sldMk cId="2355076372" sldId="365"/>
            <ac:spMk id="37" creationId="{9EE4DC17-58C4-4FF0-B824-0363990715EE}"/>
          </ac:spMkLst>
        </pc:spChg>
        <pc:spChg chg="add">
          <ac:chgData name="Deep Singh" userId="691de62b-f606-4f41-8936-1ade9fc66103" providerId="ADAL" clId="{D95B6D0C-A575-4EDA-8E3B-CA28A2D1A6EE}" dt="2020-08-05T17:54:01.725" v="883"/>
          <ac:spMkLst>
            <pc:docMk/>
            <pc:sldMk cId="2355076372" sldId="365"/>
            <ac:spMk id="39" creationId="{D2DDAF29-604C-404A-AD65-9FBC83216D7E}"/>
          </ac:spMkLst>
        </pc:spChg>
        <pc:spChg chg="add">
          <ac:chgData name="Deep Singh" userId="691de62b-f606-4f41-8936-1ade9fc66103" providerId="ADAL" clId="{D95B6D0C-A575-4EDA-8E3B-CA28A2D1A6EE}" dt="2020-08-05T17:54:01.725" v="883"/>
          <ac:spMkLst>
            <pc:docMk/>
            <pc:sldMk cId="2355076372" sldId="365"/>
            <ac:spMk id="41" creationId="{4B4BC4B2-2011-456F-A840-1DCE43CE6DC3}"/>
          </ac:spMkLst>
        </pc:spChg>
        <pc:spChg chg="add">
          <ac:chgData name="Deep Singh" userId="691de62b-f606-4f41-8936-1ade9fc66103" providerId="ADAL" clId="{D95B6D0C-A575-4EDA-8E3B-CA28A2D1A6EE}" dt="2020-08-05T17:54:01.725" v="883"/>
          <ac:spMkLst>
            <pc:docMk/>
            <pc:sldMk cId="2355076372" sldId="365"/>
            <ac:spMk id="45" creationId="{EC1352D6-D935-4F70-81D3-CF5EEA385821}"/>
          </ac:spMkLst>
        </pc:spChg>
        <pc:spChg chg="add">
          <ac:chgData name="Deep Singh" userId="691de62b-f606-4f41-8936-1ade9fc66103" providerId="ADAL" clId="{D95B6D0C-A575-4EDA-8E3B-CA28A2D1A6EE}" dt="2020-08-05T17:54:01.725" v="883"/>
          <ac:spMkLst>
            <pc:docMk/>
            <pc:sldMk cId="2355076372" sldId="365"/>
            <ac:spMk id="46" creationId="{2FD6594E-30BD-48FA-916C-9AC4EE305B1C}"/>
          </ac:spMkLst>
        </pc:spChg>
        <pc:spChg chg="add">
          <ac:chgData name="Deep Singh" userId="691de62b-f606-4f41-8936-1ade9fc66103" providerId="ADAL" clId="{D95B6D0C-A575-4EDA-8E3B-CA28A2D1A6EE}" dt="2020-08-05T17:54:01.725" v="883"/>
          <ac:spMkLst>
            <pc:docMk/>
            <pc:sldMk cId="2355076372" sldId="365"/>
            <ac:spMk id="47" creationId="{BE281714-A89A-4557-AF3E-56E5FDF112A3}"/>
          </ac:spMkLst>
        </pc:spChg>
        <pc:spChg chg="add">
          <ac:chgData name="Deep Singh" userId="691de62b-f606-4f41-8936-1ade9fc66103" providerId="ADAL" clId="{D95B6D0C-A575-4EDA-8E3B-CA28A2D1A6EE}" dt="2020-08-05T17:54:01.725" v="883"/>
          <ac:spMkLst>
            <pc:docMk/>
            <pc:sldMk cId="2355076372" sldId="365"/>
            <ac:spMk id="48" creationId="{3B2FB80A-ABA6-4DE0-A53D-4F173AE3E932}"/>
          </ac:spMkLst>
        </pc:spChg>
        <pc:spChg chg="add del mod">
          <ac:chgData name="Deep Singh" userId="691de62b-f606-4f41-8936-1ade9fc66103" providerId="ADAL" clId="{D95B6D0C-A575-4EDA-8E3B-CA28A2D1A6EE}" dt="2020-08-05T18:03:38.395" v="976"/>
          <ac:spMkLst>
            <pc:docMk/>
            <pc:sldMk cId="2355076372" sldId="365"/>
            <ac:spMk id="53" creationId="{90A0025F-71F9-4FC7-932F-FBA671FF0F72}"/>
          </ac:spMkLst>
        </pc:spChg>
        <pc:spChg chg="add del">
          <ac:chgData name="Deep Singh" userId="691de62b-f606-4f41-8936-1ade9fc66103" providerId="ADAL" clId="{D95B6D0C-A575-4EDA-8E3B-CA28A2D1A6EE}" dt="2020-08-05T18:04:02.074" v="979"/>
          <ac:spMkLst>
            <pc:docMk/>
            <pc:sldMk cId="2355076372" sldId="365"/>
            <ac:spMk id="54" creationId="{C9D38AAD-68E8-462E-824D-D3E3160FFD0D}"/>
          </ac:spMkLst>
        </pc:spChg>
        <pc:spChg chg="mod">
          <ac:chgData name="Deep Singh" userId="691de62b-f606-4f41-8936-1ade9fc66103" providerId="ADAL" clId="{D95B6D0C-A575-4EDA-8E3B-CA28A2D1A6EE}" dt="2020-08-05T18:03:25.771" v="973" actId="1076"/>
          <ac:spMkLst>
            <pc:docMk/>
            <pc:sldMk cId="2355076372" sldId="365"/>
            <ac:spMk id="68" creationId="{E2CBE0D2-7414-4232-BA76-3E9FB66316A8}"/>
          </ac:spMkLst>
        </pc:spChg>
        <pc:grpChg chg="add mod">
          <ac:chgData name="Deep Singh" userId="691de62b-f606-4f41-8936-1ade9fc66103" providerId="ADAL" clId="{D95B6D0C-A575-4EDA-8E3B-CA28A2D1A6EE}" dt="2020-08-05T18:03:38.586" v="977" actId="1076"/>
          <ac:grpSpMkLst>
            <pc:docMk/>
            <pc:sldMk cId="2355076372" sldId="365"/>
            <ac:grpSpMk id="35" creationId="{B6345ABD-DE9A-4DAB-84BE-FC5703212D04}"/>
          </ac:grpSpMkLst>
        </pc:grpChg>
        <pc:grpChg chg="del">
          <ac:chgData name="Deep Singh" userId="691de62b-f606-4f41-8936-1ade9fc66103" providerId="ADAL" clId="{D95B6D0C-A575-4EDA-8E3B-CA28A2D1A6EE}" dt="2020-08-05T17:53:48.156" v="880" actId="478"/>
          <ac:grpSpMkLst>
            <pc:docMk/>
            <pc:sldMk cId="2355076372" sldId="365"/>
            <ac:grpSpMk id="67" creationId="{80EC3F98-929E-4C94-86CC-77F2846DF697}"/>
          </ac:grpSpMkLst>
        </pc:grpChg>
        <pc:cxnChg chg="mod">
          <ac:chgData name="Deep Singh" userId="691de62b-f606-4f41-8936-1ade9fc66103" providerId="ADAL" clId="{D95B6D0C-A575-4EDA-8E3B-CA28A2D1A6EE}" dt="2020-08-05T17:53:48.156" v="880" actId="478"/>
          <ac:cxnSpMkLst>
            <pc:docMk/>
            <pc:sldMk cId="2355076372" sldId="365"/>
            <ac:cxnSpMk id="11" creationId="{F025697B-0217-460E-B968-FD35C10316FC}"/>
          </ac:cxnSpMkLst>
        </pc:cxnChg>
        <pc:cxnChg chg="mod">
          <ac:chgData name="Deep Singh" userId="691de62b-f606-4f41-8936-1ade9fc66103" providerId="ADAL" clId="{D95B6D0C-A575-4EDA-8E3B-CA28A2D1A6EE}" dt="2020-08-05T17:53:48.156" v="880" actId="478"/>
          <ac:cxnSpMkLst>
            <pc:docMk/>
            <pc:sldMk cId="2355076372" sldId="365"/>
            <ac:cxnSpMk id="12" creationId="{E6402779-C8D3-49AA-90E8-F6EA86D53907}"/>
          </ac:cxnSpMkLst>
        </pc:cxnChg>
        <pc:cxnChg chg="mod">
          <ac:chgData name="Deep Singh" userId="691de62b-f606-4f41-8936-1ade9fc66103" providerId="ADAL" clId="{D95B6D0C-A575-4EDA-8E3B-CA28A2D1A6EE}" dt="2020-08-05T17:53:48.156" v="880" actId="478"/>
          <ac:cxnSpMkLst>
            <pc:docMk/>
            <pc:sldMk cId="2355076372" sldId="365"/>
            <ac:cxnSpMk id="22" creationId="{A194DCBD-04A3-429A-996F-CADD3CBF4261}"/>
          </ac:cxnSpMkLst>
        </pc:cxnChg>
        <pc:cxnChg chg="mod">
          <ac:chgData name="Deep Singh" userId="691de62b-f606-4f41-8936-1ade9fc66103" providerId="ADAL" clId="{D95B6D0C-A575-4EDA-8E3B-CA28A2D1A6EE}" dt="2020-08-05T17:53:48.156" v="880" actId="478"/>
          <ac:cxnSpMkLst>
            <pc:docMk/>
            <pc:sldMk cId="2355076372" sldId="365"/>
            <ac:cxnSpMk id="36" creationId="{39C1BA07-83BD-440A-910B-D46314302A30}"/>
          </ac:cxnSpMkLst>
        </pc:cxnChg>
        <pc:cxnChg chg="mod">
          <ac:chgData name="Deep Singh" userId="691de62b-f606-4f41-8936-1ade9fc66103" providerId="ADAL" clId="{D95B6D0C-A575-4EDA-8E3B-CA28A2D1A6EE}" dt="2020-08-05T17:53:48.156" v="880" actId="478"/>
          <ac:cxnSpMkLst>
            <pc:docMk/>
            <pc:sldMk cId="2355076372" sldId="365"/>
            <ac:cxnSpMk id="38" creationId="{839365D0-5D8F-4170-B410-CBF847E197E5}"/>
          </ac:cxnSpMkLst>
        </pc:cxnChg>
        <pc:cxnChg chg="mod">
          <ac:chgData name="Deep Singh" userId="691de62b-f606-4f41-8936-1ade9fc66103" providerId="ADAL" clId="{D95B6D0C-A575-4EDA-8E3B-CA28A2D1A6EE}" dt="2020-08-05T17:53:48.156" v="880" actId="478"/>
          <ac:cxnSpMkLst>
            <pc:docMk/>
            <pc:sldMk cId="2355076372" sldId="365"/>
            <ac:cxnSpMk id="40" creationId="{8EB9EA6C-D430-44BF-BAF3-0AB1161917CD}"/>
          </ac:cxnSpMkLst>
        </pc:cxnChg>
        <pc:cxnChg chg="add mod">
          <ac:chgData name="Deep Singh" userId="691de62b-f606-4f41-8936-1ade9fc66103" providerId="ADAL" clId="{D95B6D0C-A575-4EDA-8E3B-CA28A2D1A6EE}" dt="2020-08-05T17:54:31.893" v="891" actId="692"/>
          <ac:cxnSpMkLst>
            <pc:docMk/>
            <pc:sldMk cId="2355076372" sldId="365"/>
            <ac:cxnSpMk id="42" creationId="{1B4BB2AB-FCB8-4B6E-AB92-062253C6FDE2}"/>
          </ac:cxnSpMkLst>
        </pc:cxnChg>
        <pc:cxnChg chg="add">
          <ac:chgData name="Deep Singh" userId="691de62b-f606-4f41-8936-1ade9fc66103" providerId="ADAL" clId="{D95B6D0C-A575-4EDA-8E3B-CA28A2D1A6EE}" dt="2020-08-05T17:54:01.725" v="883"/>
          <ac:cxnSpMkLst>
            <pc:docMk/>
            <pc:sldMk cId="2355076372" sldId="365"/>
            <ac:cxnSpMk id="43" creationId="{D0EBE2DE-B047-426B-AA30-69BEFB4E0F40}"/>
          </ac:cxnSpMkLst>
        </pc:cxnChg>
        <pc:cxnChg chg="add mod">
          <ac:chgData name="Deep Singh" userId="691de62b-f606-4f41-8936-1ade9fc66103" providerId="ADAL" clId="{D95B6D0C-A575-4EDA-8E3B-CA28A2D1A6EE}" dt="2020-08-05T17:54:20.448" v="886" actId="692"/>
          <ac:cxnSpMkLst>
            <pc:docMk/>
            <pc:sldMk cId="2355076372" sldId="365"/>
            <ac:cxnSpMk id="44" creationId="{E89278D4-8735-473C-9A6B-DBEDBD3578D1}"/>
          </ac:cxnSpMkLst>
        </pc:cxnChg>
        <pc:cxnChg chg="mod">
          <ac:chgData name="Deep Singh" userId="691de62b-f606-4f41-8936-1ade9fc66103" providerId="ADAL" clId="{D95B6D0C-A575-4EDA-8E3B-CA28A2D1A6EE}" dt="2020-08-05T17:53:48.156" v="880" actId="478"/>
          <ac:cxnSpMkLst>
            <pc:docMk/>
            <pc:sldMk cId="2355076372" sldId="365"/>
            <ac:cxnSpMk id="49" creationId="{A56DE0A1-9DE9-4EB2-AB97-FBC3E5EB9648}"/>
          </ac:cxnSpMkLst>
        </pc:cxnChg>
        <pc:cxnChg chg="add mod">
          <ac:chgData name="Deep Singh" userId="691de62b-f606-4f41-8936-1ade9fc66103" providerId="ADAL" clId="{D95B6D0C-A575-4EDA-8E3B-CA28A2D1A6EE}" dt="2020-08-05T17:54:40.850" v="894" actId="692"/>
          <ac:cxnSpMkLst>
            <pc:docMk/>
            <pc:sldMk cId="2355076372" sldId="365"/>
            <ac:cxnSpMk id="50" creationId="{1ED6EF2A-786B-4575-9DE7-FC9CE06AF6BA}"/>
          </ac:cxnSpMkLst>
        </pc:cxnChg>
        <pc:cxnChg chg="mod">
          <ac:chgData name="Deep Singh" userId="691de62b-f606-4f41-8936-1ade9fc66103" providerId="ADAL" clId="{D95B6D0C-A575-4EDA-8E3B-CA28A2D1A6EE}" dt="2020-08-05T17:53:48.156" v="880" actId="478"/>
          <ac:cxnSpMkLst>
            <pc:docMk/>
            <pc:sldMk cId="2355076372" sldId="365"/>
            <ac:cxnSpMk id="51" creationId="{29D425F2-6695-4DF0-99C4-2842D783AE5F}"/>
          </ac:cxnSpMkLst>
        </pc:cxnChg>
        <pc:cxnChg chg="add mod">
          <ac:chgData name="Deep Singh" userId="691de62b-f606-4f41-8936-1ade9fc66103" providerId="ADAL" clId="{D95B6D0C-A575-4EDA-8E3B-CA28A2D1A6EE}" dt="2020-08-05T17:54:54.894" v="897" actId="692"/>
          <ac:cxnSpMkLst>
            <pc:docMk/>
            <pc:sldMk cId="2355076372" sldId="365"/>
            <ac:cxnSpMk id="52" creationId="{96A262D8-B02D-494B-9021-92D880B166F1}"/>
          </ac:cxnSpMkLst>
        </pc:cxnChg>
        <pc:cxnChg chg="mod">
          <ac:chgData name="Deep Singh" userId="691de62b-f606-4f41-8936-1ade9fc66103" providerId="ADAL" clId="{D95B6D0C-A575-4EDA-8E3B-CA28A2D1A6EE}" dt="2020-08-05T17:53:48.156" v="880" actId="478"/>
          <ac:cxnSpMkLst>
            <pc:docMk/>
            <pc:sldMk cId="2355076372" sldId="365"/>
            <ac:cxnSpMk id="55" creationId="{F8177D8F-E049-4D76-8700-BDEF37526B11}"/>
          </ac:cxnSpMkLst>
        </pc:cxnChg>
        <pc:cxnChg chg="mod">
          <ac:chgData name="Deep Singh" userId="691de62b-f606-4f41-8936-1ade9fc66103" providerId="ADAL" clId="{D95B6D0C-A575-4EDA-8E3B-CA28A2D1A6EE}" dt="2020-08-05T17:53:48.156" v="880" actId="478"/>
          <ac:cxnSpMkLst>
            <pc:docMk/>
            <pc:sldMk cId="2355076372" sldId="365"/>
            <ac:cxnSpMk id="58" creationId="{3635D0E6-EFC2-4B91-8CA1-69B0D59EA8C3}"/>
          </ac:cxnSpMkLst>
        </pc:cxnChg>
        <pc:cxnChg chg="mod">
          <ac:chgData name="Deep Singh" userId="691de62b-f606-4f41-8936-1ade9fc66103" providerId="ADAL" clId="{D95B6D0C-A575-4EDA-8E3B-CA28A2D1A6EE}" dt="2020-08-05T17:53:48.156" v="880" actId="478"/>
          <ac:cxnSpMkLst>
            <pc:docMk/>
            <pc:sldMk cId="2355076372" sldId="365"/>
            <ac:cxnSpMk id="61" creationId="{CE423B5A-7508-4AF8-B2BE-CD5B56623494}"/>
          </ac:cxnSpMkLst>
        </pc:cxnChg>
        <pc:cxnChg chg="del mod">
          <ac:chgData name="Deep Singh" userId="691de62b-f606-4f41-8936-1ade9fc66103" providerId="ADAL" clId="{D95B6D0C-A575-4EDA-8E3B-CA28A2D1A6EE}" dt="2020-08-05T17:53:51.178" v="881" actId="478"/>
          <ac:cxnSpMkLst>
            <pc:docMk/>
            <pc:sldMk cId="2355076372" sldId="365"/>
            <ac:cxnSpMk id="69" creationId="{614123B2-A8FE-4D74-92BE-B06AF41D441A}"/>
          </ac:cxnSpMkLst>
        </pc:cxnChg>
        <pc:cxnChg chg="del mod">
          <ac:chgData name="Deep Singh" userId="691de62b-f606-4f41-8936-1ade9fc66103" providerId="ADAL" clId="{D95B6D0C-A575-4EDA-8E3B-CA28A2D1A6EE}" dt="2020-08-05T17:53:52.547" v="882" actId="478"/>
          <ac:cxnSpMkLst>
            <pc:docMk/>
            <pc:sldMk cId="2355076372" sldId="365"/>
            <ac:cxnSpMk id="72" creationId="{8B4EEA9E-17B6-4FD8-8420-47DBF3095159}"/>
          </ac:cxnSpMkLst>
        </pc:cxnChg>
      </pc:sldChg>
      <pc:sldChg chg="addSp delSp modSp add">
        <pc:chgData name="Deep Singh" userId="691de62b-f606-4f41-8936-1ade9fc66103" providerId="ADAL" clId="{D95B6D0C-A575-4EDA-8E3B-CA28A2D1A6EE}" dt="2020-08-05T19:26:09.619" v="1975" actId="1076"/>
        <pc:sldMkLst>
          <pc:docMk/>
          <pc:sldMk cId="2636081294" sldId="366"/>
        </pc:sldMkLst>
        <pc:spChg chg="mod">
          <ac:chgData name="Deep Singh" userId="691de62b-f606-4f41-8936-1ade9fc66103" providerId="ADAL" clId="{D95B6D0C-A575-4EDA-8E3B-CA28A2D1A6EE}" dt="2020-08-05T19:06:52.858" v="1606" actId="20577"/>
          <ac:spMkLst>
            <pc:docMk/>
            <pc:sldMk cId="2636081294" sldId="366"/>
            <ac:spMk id="6" creationId="{152ADB85-0025-4E0A-B62D-0D6377972C2F}"/>
          </ac:spMkLst>
        </pc:spChg>
        <pc:spChg chg="del mod">
          <ac:chgData name="Deep Singh" userId="691de62b-f606-4f41-8936-1ade9fc66103" providerId="ADAL" clId="{D95B6D0C-A575-4EDA-8E3B-CA28A2D1A6EE}" dt="2020-08-05T18:04:18.419" v="996" actId="478"/>
          <ac:spMkLst>
            <pc:docMk/>
            <pc:sldMk cId="2636081294" sldId="366"/>
            <ac:spMk id="68" creationId="{E2CBE0D2-7414-4232-BA76-3E9FB66316A8}"/>
          </ac:spMkLst>
        </pc:spChg>
        <pc:grpChg chg="del">
          <ac:chgData name="Deep Singh" userId="691de62b-f606-4f41-8936-1ade9fc66103" providerId="ADAL" clId="{D95B6D0C-A575-4EDA-8E3B-CA28A2D1A6EE}" dt="2020-08-05T18:04:16.443" v="994" actId="478"/>
          <ac:grpSpMkLst>
            <pc:docMk/>
            <pc:sldMk cId="2636081294" sldId="366"/>
            <ac:grpSpMk id="35" creationId="{B6345ABD-DE9A-4DAB-84BE-FC5703212D04}"/>
          </ac:grpSpMkLst>
        </pc:grpChg>
        <pc:picChg chg="add mod">
          <ac:chgData name="Deep Singh" userId="691de62b-f606-4f41-8936-1ade9fc66103" providerId="ADAL" clId="{D95B6D0C-A575-4EDA-8E3B-CA28A2D1A6EE}" dt="2020-08-05T19:26:09.619" v="1975" actId="1076"/>
          <ac:picMkLst>
            <pc:docMk/>
            <pc:sldMk cId="2636081294" sldId="366"/>
            <ac:picMk id="2" creationId="{FD571F5C-AB00-4026-BDD5-5B4AE8F100DC}"/>
          </ac:picMkLst>
        </pc:picChg>
        <pc:picChg chg="add mod">
          <ac:chgData name="Deep Singh" userId="691de62b-f606-4f41-8936-1ade9fc66103" providerId="ADAL" clId="{D95B6D0C-A575-4EDA-8E3B-CA28A2D1A6EE}" dt="2020-08-05T19:26:05.530" v="1973" actId="1076"/>
          <ac:picMkLst>
            <pc:docMk/>
            <pc:sldMk cId="2636081294" sldId="366"/>
            <ac:picMk id="21" creationId="{2E00B752-5E0E-42FC-9072-547CD98CDB20}"/>
          </ac:picMkLst>
        </pc:picChg>
      </pc:sldChg>
      <pc:sldChg chg="addSp delSp modSp add">
        <pc:chgData name="Deep Singh" userId="691de62b-f606-4f41-8936-1ade9fc66103" providerId="ADAL" clId="{D95B6D0C-A575-4EDA-8E3B-CA28A2D1A6EE}" dt="2020-08-05T19:30:27.714" v="2028" actId="1076"/>
        <pc:sldMkLst>
          <pc:docMk/>
          <pc:sldMk cId="1968204572" sldId="367"/>
        </pc:sldMkLst>
        <pc:spChg chg="add mod">
          <ac:chgData name="Deep Singh" userId="691de62b-f606-4f41-8936-1ade9fc66103" providerId="ADAL" clId="{D95B6D0C-A575-4EDA-8E3B-CA28A2D1A6EE}" dt="2020-08-05T19:27:30.771" v="1992" actId="2085"/>
          <ac:spMkLst>
            <pc:docMk/>
            <pc:sldMk cId="1968204572" sldId="367"/>
            <ac:spMk id="3" creationId="{A6B04158-892E-47A3-992E-F16DCD862AB7}"/>
          </ac:spMkLst>
        </pc:spChg>
        <pc:spChg chg="mod">
          <ac:chgData name="Deep Singh" userId="691de62b-f606-4f41-8936-1ade9fc66103" providerId="ADAL" clId="{D95B6D0C-A575-4EDA-8E3B-CA28A2D1A6EE}" dt="2020-08-05T18:05:42.204" v="1053" actId="20577"/>
          <ac:spMkLst>
            <pc:docMk/>
            <pc:sldMk cId="1968204572" sldId="367"/>
            <ac:spMk id="6" creationId="{152ADB85-0025-4E0A-B62D-0D6377972C2F}"/>
          </ac:spMkLst>
        </pc:spChg>
        <pc:picChg chg="add mod">
          <ac:chgData name="Deep Singh" userId="691de62b-f606-4f41-8936-1ade9fc66103" providerId="ADAL" clId="{D95B6D0C-A575-4EDA-8E3B-CA28A2D1A6EE}" dt="2020-08-05T19:30:27.714" v="2028" actId="1076"/>
          <ac:picMkLst>
            <pc:docMk/>
            <pc:sldMk cId="1968204572" sldId="367"/>
            <ac:picMk id="2" creationId="{93AFB7A1-DD21-4382-8AC8-8F339CE9E4F3}"/>
          </ac:picMkLst>
        </pc:picChg>
        <pc:picChg chg="add mod ord">
          <ac:chgData name="Deep Singh" userId="691de62b-f606-4f41-8936-1ade9fc66103" providerId="ADAL" clId="{D95B6D0C-A575-4EDA-8E3B-CA28A2D1A6EE}" dt="2020-08-05T19:27:28.623" v="1991" actId="166"/>
          <ac:picMkLst>
            <pc:docMk/>
            <pc:sldMk cId="1968204572" sldId="367"/>
            <ac:picMk id="8" creationId="{E29B86A7-31B6-474F-8090-A34CC683C465}"/>
          </ac:picMkLst>
        </pc:picChg>
        <pc:picChg chg="del">
          <ac:chgData name="Deep Singh" userId="691de62b-f606-4f41-8936-1ade9fc66103" providerId="ADAL" clId="{D95B6D0C-A575-4EDA-8E3B-CA28A2D1A6EE}" dt="2020-08-05T18:05:12.498" v="1027" actId="478"/>
          <ac:picMkLst>
            <pc:docMk/>
            <pc:sldMk cId="1968204572" sldId="367"/>
            <ac:picMk id="21" creationId="{2E00B752-5E0E-42FC-9072-547CD98CDB20}"/>
          </ac:picMkLst>
        </pc:picChg>
      </pc:sldChg>
      <pc:sldChg chg="addSp delSp add del setBg delDesignElem">
        <pc:chgData name="Deep Singh" userId="691de62b-f606-4f41-8936-1ade9fc66103" providerId="ADAL" clId="{D95B6D0C-A575-4EDA-8E3B-CA28A2D1A6EE}" dt="2020-08-05T18:05:04.231" v="1025"/>
        <pc:sldMkLst>
          <pc:docMk/>
          <pc:sldMk cId="2737976615" sldId="367"/>
        </pc:sldMkLst>
        <pc:spChg chg="add del">
          <ac:chgData name="Deep Singh" userId="691de62b-f606-4f41-8936-1ade9fc66103" providerId="ADAL" clId="{D95B6D0C-A575-4EDA-8E3B-CA28A2D1A6EE}" dt="2020-08-05T18:05:04.231" v="1025"/>
          <ac:spMkLst>
            <pc:docMk/>
            <pc:sldMk cId="2737976615" sldId="367"/>
            <ac:spMk id="13" creationId="{4C608BEB-860E-4094-8511-78603564A75E}"/>
          </ac:spMkLst>
        </pc:spChg>
        <pc:cxnChg chg="add del">
          <ac:chgData name="Deep Singh" userId="691de62b-f606-4f41-8936-1ade9fc66103" providerId="ADAL" clId="{D95B6D0C-A575-4EDA-8E3B-CA28A2D1A6EE}" dt="2020-08-05T18:05:04.231" v="1025"/>
          <ac:cxnSpMkLst>
            <pc:docMk/>
            <pc:sldMk cId="2737976615" sldId="367"/>
            <ac:cxnSpMk id="15" creationId="{1F16A8D4-FE87-4604-88B2-394B5D1EB437}"/>
          </ac:cxnSpMkLst>
        </pc:cxnChg>
      </pc:sldChg>
      <pc:sldChg chg="addSp delSp add del setBg delDesignElem">
        <pc:chgData name="Deep Singh" userId="691de62b-f606-4f41-8936-1ade9fc66103" providerId="ADAL" clId="{D95B6D0C-A575-4EDA-8E3B-CA28A2D1A6EE}" dt="2020-08-05T18:05:55.015" v="1056"/>
        <pc:sldMkLst>
          <pc:docMk/>
          <pc:sldMk cId="151436373" sldId="368"/>
        </pc:sldMkLst>
        <pc:spChg chg="add del">
          <ac:chgData name="Deep Singh" userId="691de62b-f606-4f41-8936-1ade9fc66103" providerId="ADAL" clId="{D95B6D0C-A575-4EDA-8E3B-CA28A2D1A6EE}" dt="2020-08-05T18:05:55.015" v="1056"/>
          <ac:spMkLst>
            <pc:docMk/>
            <pc:sldMk cId="151436373" sldId="368"/>
            <ac:spMk id="13" creationId="{4C608BEB-860E-4094-8511-78603564A75E}"/>
          </ac:spMkLst>
        </pc:spChg>
        <pc:cxnChg chg="add del">
          <ac:chgData name="Deep Singh" userId="691de62b-f606-4f41-8936-1ade9fc66103" providerId="ADAL" clId="{D95B6D0C-A575-4EDA-8E3B-CA28A2D1A6EE}" dt="2020-08-05T18:05:55.015" v="1056"/>
          <ac:cxnSpMkLst>
            <pc:docMk/>
            <pc:sldMk cId="151436373" sldId="368"/>
            <ac:cxnSpMk id="15" creationId="{1F16A8D4-FE87-4604-88B2-394B5D1EB437}"/>
          </ac:cxnSpMkLst>
        </pc:cxnChg>
      </pc:sldChg>
      <pc:sldChg chg="addSp delSp modSp add">
        <pc:chgData name="Deep Singh" userId="691de62b-f606-4f41-8936-1ade9fc66103" providerId="ADAL" clId="{D95B6D0C-A575-4EDA-8E3B-CA28A2D1A6EE}" dt="2020-08-05T19:30:32.576" v="2030" actId="1076"/>
        <pc:sldMkLst>
          <pc:docMk/>
          <pc:sldMk cId="1595559799" sldId="368"/>
        </pc:sldMkLst>
        <pc:spChg chg="mod">
          <ac:chgData name="Deep Singh" userId="691de62b-f606-4f41-8936-1ade9fc66103" providerId="ADAL" clId="{D95B6D0C-A575-4EDA-8E3B-CA28A2D1A6EE}" dt="2020-08-05T18:06:28.971" v="1070" actId="20577"/>
          <ac:spMkLst>
            <pc:docMk/>
            <pc:sldMk cId="1595559799" sldId="368"/>
            <ac:spMk id="6" creationId="{152ADB85-0025-4E0A-B62D-0D6377972C2F}"/>
          </ac:spMkLst>
        </pc:spChg>
        <pc:spChg chg="add">
          <ac:chgData name="Deep Singh" userId="691de62b-f606-4f41-8936-1ade9fc66103" providerId="ADAL" clId="{D95B6D0C-A575-4EDA-8E3B-CA28A2D1A6EE}" dt="2020-08-05T19:27:36.566" v="1993"/>
          <ac:spMkLst>
            <pc:docMk/>
            <pc:sldMk cId="1595559799" sldId="368"/>
            <ac:spMk id="10" creationId="{B6EB858A-C7FC-440D-92D1-2813B189A58A}"/>
          </ac:spMkLst>
        </pc:spChg>
        <pc:picChg chg="add mod">
          <ac:chgData name="Deep Singh" userId="691de62b-f606-4f41-8936-1ade9fc66103" providerId="ADAL" clId="{D95B6D0C-A575-4EDA-8E3B-CA28A2D1A6EE}" dt="2020-08-05T19:30:32.576" v="2030" actId="1076"/>
          <ac:picMkLst>
            <pc:docMk/>
            <pc:sldMk cId="1595559799" sldId="368"/>
            <ac:picMk id="2" creationId="{45EBCFCF-8CA4-463A-8D8F-1ED63C0F5277}"/>
          </ac:picMkLst>
        </pc:picChg>
        <pc:picChg chg="del">
          <ac:chgData name="Deep Singh" userId="691de62b-f606-4f41-8936-1ade9fc66103" providerId="ADAL" clId="{D95B6D0C-A575-4EDA-8E3B-CA28A2D1A6EE}" dt="2020-08-05T18:06:03.050" v="1058" actId="478"/>
          <ac:picMkLst>
            <pc:docMk/>
            <pc:sldMk cId="1595559799" sldId="368"/>
            <ac:picMk id="8" creationId="{E29B86A7-31B6-474F-8090-A34CC683C465}"/>
          </ac:picMkLst>
        </pc:picChg>
        <pc:picChg chg="add mod ord">
          <ac:chgData name="Deep Singh" userId="691de62b-f606-4f41-8936-1ade9fc66103" providerId="ADAL" clId="{D95B6D0C-A575-4EDA-8E3B-CA28A2D1A6EE}" dt="2020-08-05T19:29:24.048" v="2011" actId="166"/>
          <ac:picMkLst>
            <pc:docMk/>
            <pc:sldMk cId="1595559799" sldId="368"/>
            <ac:picMk id="9" creationId="{20B8AF1A-02E4-44EB-BF80-FA8D99CCB6A9}"/>
          </ac:picMkLst>
        </pc:picChg>
      </pc:sldChg>
      <pc:sldChg chg="addSp delSp modSp add">
        <pc:chgData name="Deep Singh" userId="691de62b-f606-4f41-8936-1ade9fc66103" providerId="ADAL" clId="{D95B6D0C-A575-4EDA-8E3B-CA28A2D1A6EE}" dt="2020-08-05T19:30:38.709" v="2032" actId="1076"/>
        <pc:sldMkLst>
          <pc:docMk/>
          <pc:sldMk cId="1057231069" sldId="369"/>
        </pc:sldMkLst>
        <pc:spChg chg="mod">
          <ac:chgData name="Deep Singh" userId="691de62b-f606-4f41-8936-1ade9fc66103" providerId="ADAL" clId="{D95B6D0C-A575-4EDA-8E3B-CA28A2D1A6EE}" dt="2020-08-05T18:07:26.763" v="1085" actId="20577"/>
          <ac:spMkLst>
            <pc:docMk/>
            <pc:sldMk cId="1057231069" sldId="369"/>
            <ac:spMk id="6" creationId="{152ADB85-0025-4E0A-B62D-0D6377972C2F}"/>
          </ac:spMkLst>
        </pc:spChg>
        <pc:spChg chg="add">
          <ac:chgData name="Deep Singh" userId="691de62b-f606-4f41-8936-1ade9fc66103" providerId="ADAL" clId="{D95B6D0C-A575-4EDA-8E3B-CA28A2D1A6EE}" dt="2020-08-05T19:27:40.285" v="1994"/>
          <ac:spMkLst>
            <pc:docMk/>
            <pc:sldMk cId="1057231069" sldId="369"/>
            <ac:spMk id="10" creationId="{5E8E5F65-3DCF-4850-A335-34830CAB291A}"/>
          </ac:spMkLst>
        </pc:spChg>
        <pc:picChg chg="add mod">
          <ac:chgData name="Deep Singh" userId="691de62b-f606-4f41-8936-1ade9fc66103" providerId="ADAL" clId="{D95B6D0C-A575-4EDA-8E3B-CA28A2D1A6EE}" dt="2020-08-05T19:30:38.709" v="2032" actId="1076"/>
          <ac:picMkLst>
            <pc:docMk/>
            <pc:sldMk cId="1057231069" sldId="369"/>
            <ac:picMk id="2" creationId="{E01F84E3-2EA7-4FF6-847B-9272F6D88AA5}"/>
          </ac:picMkLst>
        </pc:picChg>
        <pc:picChg chg="add mod ord">
          <ac:chgData name="Deep Singh" userId="691de62b-f606-4f41-8936-1ade9fc66103" providerId="ADAL" clId="{D95B6D0C-A575-4EDA-8E3B-CA28A2D1A6EE}" dt="2020-08-05T19:29:06.457" v="2005" actId="166"/>
          <ac:picMkLst>
            <pc:docMk/>
            <pc:sldMk cId="1057231069" sldId="369"/>
            <ac:picMk id="8" creationId="{BB89BAB8-481D-4B32-A502-20D8A1F74F1A}"/>
          </ac:picMkLst>
        </pc:picChg>
        <pc:picChg chg="del">
          <ac:chgData name="Deep Singh" userId="691de62b-f606-4f41-8936-1ade9fc66103" providerId="ADAL" clId="{D95B6D0C-A575-4EDA-8E3B-CA28A2D1A6EE}" dt="2020-08-05T18:06:53.979" v="1072" actId="478"/>
          <ac:picMkLst>
            <pc:docMk/>
            <pc:sldMk cId="1057231069" sldId="369"/>
            <ac:picMk id="9" creationId="{20B8AF1A-02E4-44EB-BF80-FA8D99CCB6A9}"/>
          </ac:picMkLst>
        </pc:picChg>
      </pc:sldChg>
      <pc:sldChg chg="addSp delSp modSp add del ord">
        <pc:chgData name="Deep Singh" userId="691de62b-f606-4f41-8936-1ade9fc66103" providerId="ADAL" clId="{D95B6D0C-A575-4EDA-8E3B-CA28A2D1A6EE}" dt="2020-08-05T19:05:52.439" v="1586"/>
        <pc:sldMkLst>
          <pc:docMk/>
          <pc:sldMk cId="462430131" sldId="370"/>
        </pc:sldMkLst>
        <pc:spChg chg="mod">
          <ac:chgData name="Deep Singh" userId="691de62b-f606-4f41-8936-1ade9fc66103" providerId="ADAL" clId="{D95B6D0C-A575-4EDA-8E3B-CA28A2D1A6EE}" dt="2020-08-05T18:18:52.946" v="1271" actId="20577"/>
          <ac:spMkLst>
            <pc:docMk/>
            <pc:sldMk cId="462430131" sldId="370"/>
            <ac:spMk id="6" creationId="{152ADB85-0025-4E0A-B62D-0D6377972C2F}"/>
          </ac:spMkLst>
        </pc:spChg>
        <pc:spChg chg="mod">
          <ac:chgData name="Deep Singh" userId="691de62b-f606-4f41-8936-1ade9fc66103" providerId="ADAL" clId="{D95B6D0C-A575-4EDA-8E3B-CA28A2D1A6EE}" dt="2020-08-05T18:12:34.944" v="1169" actId="20577"/>
          <ac:spMkLst>
            <pc:docMk/>
            <pc:sldMk cId="462430131" sldId="370"/>
            <ac:spMk id="28" creationId="{55D6E3B9-6044-4DCB-A86E-4A4E47F5A5F5}"/>
          </ac:spMkLst>
        </pc:spChg>
        <pc:picChg chg="add mod">
          <ac:chgData name="Deep Singh" userId="691de62b-f606-4f41-8936-1ade9fc66103" providerId="ADAL" clId="{D95B6D0C-A575-4EDA-8E3B-CA28A2D1A6EE}" dt="2020-08-05T18:12:43.601" v="1172" actId="1076"/>
          <ac:picMkLst>
            <pc:docMk/>
            <pc:sldMk cId="462430131" sldId="370"/>
            <ac:picMk id="10" creationId="{D15B1180-27BE-4861-A8CC-8FE5C4B1FA4F}"/>
          </ac:picMkLst>
        </pc:picChg>
        <pc:picChg chg="add mod">
          <ac:chgData name="Deep Singh" userId="691de62b-f606-4f41-8936-1ade9fc66103" providerId="ADAL" clId="{D95B6D0C-A575-4EDA-8E3B-CA28A2D1A6EE}" dt="2020-08-05T18:12:45.732" v="1173" actId="1076"/>
          <ac:picMkLst>
            <pc:docMk/>
            <pc:sldMk cId="462430131" sldId="370"/>
            <ac:picMk id="11" creationId="{9DE45C63-86A4-46E3-ABDF-CFBA3ABE44C7}"/>
          </ac:picMkLst>
        </pc:picChg>
        <pc:picChg chg="add mod">
          <ac:chgData name="Deep Singh" userId="691de62b-f606-4f41-8936-1ade9fc66103" providerId="ADAL" clId="{D95B6D0C-A575-4EDA-8E3B-CA28A2D1A6EE}" dt="2020-08-05T18:12:48.741" v="1174" actId="1076"/>
          <ac:picMkLst>
            <pc:docMk/>
            <pc:sldMk cId="462430131" sldId="370"/>
            <ac:picMk id="12" creationId="{258E0E95-6800-4685-9E95-1663CD1AEE26}"/>
          </ac:picMkLst>
        </pc:picChg>
        <pc:picChg chg="del">
          <ac:chgData name="Deep Singh" userId="691de62b-f606-4f41-8936-1ade9fc66103" providerId="ADAL" clId="{D95B6D0C-A575-4EDA-8E3B-CA28A2D1A6EE}" dt="2020-08-05T18:10:01.121" v="1104" actId="478"/>
          <ac:picMkLst>
            <pc:docMk/>
            <pc:sldMk cId="462430131" sldId="370"/>
            <ac:picMk id="1028" creationId="{3591E194-A246-420D-A5F4-B639D36FCD64}"/>
          </ac:picMkLst>
        </pc:picChg>
        <pc:picChg chg="del">
          <ac:chgData name="Deep Singh" userId="691de62b-f606-4f41-8936-1ade9fc66103" providerId="ADAL" clId="{D95B6D0C-A575-4EDA-8E3B-CA28A2D1A6EE}" dt="2020-08-05T18:10:53.165" v="1127" actId="478"/>
          <ac:picMkLst>
            <pc:docMk/>
            <pc:sldMk cId="462430131" sldId="370"/>
            <ac:picMk id="1030" creationId="{6690DB5D-4957-4BEC-A287-51FA0ADB55E1}"/>
          </ac:picMkLst>
        </pc:picChg>
      </pc:sldChg>
      <pc:sldChg chg="add del">
        <pc:chgData name="Deep Singh" userId="691de62b-f606-4f41-8936-1ade9fc66103" providerId="ADAL" clId="{D95B6D0C-A575-4EDA-8E3B-CA28A2D1A6EE}" dt="2020-08-05T18:09:02.775" v="1087"/>
        <pc:sldMkLst>
          <pc:docMk/>
          <pc:sldMk cId="3105949341" sldId="370"/>
        </pc:sldMkLst>
      </pc:sldChg>
      <pc:sldChg chg="addSp delSp add del setBg delDesignElem">
        <pc:chgData name="Deep Singh" userId="691de62b-f606-4f41-8936-1ade9fc66103" providerId="ADAL" clId="{D95B6D0C-A575-4EDA-8E3B-CA28A2D1A6EE}" dt="2020-08-05T18:13:32.470" v="1235"/>
        <pc:sldMkLst>
          <pc:docMk/>
          <pc:sldMk cId="3503060321" sldId="370"/>
        </pc:sldMkLst>
        <pc:spChg chg="add del">
          <ac:chgData name="Deep Singh" userId="691de62b-f606-4f41-8936-1ade9fc66103" providerId="ADAL" clId="{D95B6D0C-A575-4EDA-8E3B-CA28A2D1A6EE}" dt="2020-08-05T18:13:32.470" v="1235"/>
          <ac:spMkLst>
            <pc:docMk/>
            <pc:sldMk cId="3503060321" sldId="370"/>
            <ac:spMk id="13" creationId="{4C608BEB-860E-4094-8511-78603564A75E}"/>
          </ac:spMkLst>
        </pc:spChg>
        <pc:cxnChg chg="add del">
          <ac:chgData name="Deep Singh" userId="691de62b-f606-4f41-8936-1ade9fc66103" providerId="ADAL" clId="{D95B6D0C-A575-4EDA-8E3B-CA28A2D1A6EE}" dt="2020-08-05T18:13:32.470" v="1235"/>
          <ac:cxnSpMkLst>
            <pc:docMk/>
            <pc:sldMk cId="3503060321" sldId="370"/>
            <ac:cxnSpMk id="15" creationId="{1F16A8D4-FE87-4604-88B2-394B5D1EB437}"/>
          </ac:cxnSpMkLst>
        </pc:cxnChg>
      </pc:sldChg>
      <pc:sldChg chg="addSp delSp modSp add ord">
        <pc:chgData name="Deep Singh" userId="691de62b-f606-4f41-8936-1ade9fc66103" providerId="ADAL" clId="{D95B6D0C-A575-4EDA-8E3B-CA28A2D1A6EE}" dt="2020-08-05T19:33:33.788" v="2041"/>
        <pc:sldMkLst>
          <pc:docMk/>
          <pc:sldMk cId="3168351183" sldId="371"/>
        </pc:sldMkLst>
        <pc:spChg chg="add mod ord">
          <ac:chgData name="Deep Singh" userId="691de62b-f606-4f41-8936-1ade9fc66103" providerId="ADAL" clId="{D95B6D0C-A575-4EDA-8E3B-CA28A2D1A6EE}" dt="2020-08-05T19:05:04.695" v="1581" actId="2085"/>
          <ac:spMkLst>
            <pc:docMk/>
            <pc:sldMk cId="3168351183" sldId="371"/>
            <ac:spMk id="3" creationId="{04E66BC1-584E-4ABB-B791-44825D1DFE2D}"/>
          </ac:spMkLst>
        </pc:spChg>
        <pc:spChg chg="del">
          <ac:chgData name="Deep Singh" userId="691de62b-f606-4f41-8936-1ade9fc66103" providerId="ADAL" clId="{D95B6D0C-A575-4EDA-8E3B-CA28A2D1A6EE}" dt="2020-08-05T19:04:14.833" v="1558" actId="478"/>
          <ac:spMkLst>
            <pc:docMk/>
            <pc:sldMk cId="3168351183" sldId="371"/>
            <ac:spMk id="4" creationId="{49830AE6-3D29-4888-9A98-CA7098D82180}"/>
          </ac:spMkLst>
        </pc:spChg>
        <pc:picChg chg="add mod ord">
          <ac:chgData name="Deep Singh" userId="691de62b-f606-4f41-8936-1ade9fc66103" providerId="ADAL" clId="{D95B6D0C-A575-4EDA-8E3B-CA28A2D1A6EE}" dt="2020-08-05T19:05:01.112" v="1580" actId="166"/>
          <ac:picMkLst>
            <pc:docMk/>
            <pc:sldMk cId="3168351183" sldId="371"/>
            <ac:picMk id="2" creationId="{CF5B1C6F-66C4-4C03-BAA8-F3FF34F3B697}"/>
          </ac:picMkLst>
        </pc:picChg>
        <pc:picChg chg="del">
          <ac:chgData name="Deep Singh" userId="691de62b-f606-4f41-8936-1ade9fc66103" providerId="ADAL" clId="{D95B6D0C-A575-4EDA-8E3B-CA28A2D1A6EE}" dt="2020-08-05T19:03:40.966" v="1554" actId="478"/>
          <ac:picMkLst>
            <pc:docMk/>
            <pc:sldMk cId="3168351183" sldId="371"/>
            <ac:picMk id="10" creationId="{8375373F-8FB3-434C-80D1-27E52AA92D57}"/>
          </ac:picMkLst>
        </pc:picChg>
        <pc:picChg chg="del">
          <ac:chgData name="Deep Singh" userId="691de62b-f606-4f41-8936-1ade9fc66103" providerId="ADAL" clId="{D95B6D0C-A575-4EDA-8E3B-CA28A2D1A6EE}" dt="2020-08-05T19:03:39.608" v="1553" actId="478"/>
          <ac:picMkLst>
            <pc:docMk/>
            <pc:sldMk cId="3168351183" sldId="371"/>
            <ac:picMk id="11" creationId="{F0380625-D791-4FE8-9000-3F13A80F2945}"/>
          </ac:picMkLst>
        </pc:picChg>
      </pc:sldChg>
      <pc:sldChg chg="delSp modSp add">
        <pc:chgData name="Deep Singh" userId="691de62b-f606-4f41-8936-1ade9fc66103" providerId="ADAL" clId="{D95B6D0C-A575-4EDA-8E3B-CA28A2D1A6EE}" dt="2020-08-05T19:18:19.787" v="1851" actId="20577"/>
        <pc:sldMkLst>
          <pc:docMk/>
          <pc:sldMk cId="793536984" sldId="372"/>
        </pc:sldMkLst>
        <pc:spChg chg="mod">
          <ac:chgData name="Deep Singh" userId="691de62b-f606-4f41-8936-1ade9fc66103" providerId="ADAL" clId="{D95B6D0C-A575-4EDA-8E3B-CA28A2D1A6EE}" dt="2020-08-05T19:18:19.787" v="1851" actId="20577"/>
          <ac:spMkLst>
            <pc:docMk/>
            <pc:sldMk cId="793536984" sldId="372"/>
            <ac:spMk id="6" creationId="{152ADB85-0025-4E0A-B62D-0D6377972C2F}"/>
          </ac:spMkLst>
        </pc:spChg>
        <pc:picChg chg="del">
          <ac:chgData name="Deep Singh" userId="691de62b-f606-4f41-8936-1ade9fc66103" providerId="ADAL" clId="{D95B6D0C-A575-4EDA-8E3B-CA28A2D1A6EE}" dt="2020-08-05T19:13:03.969" v="1614" actId="478"/>
          <ac:picMkLst>
            <pc:docMk/>
            <pc:sldMk cId="793536984" sldId="372"/>
            <ac:picMk id="10" creationId="{DE781DDE-EDAF-438D-9A11-2F9BABBA4B19}"/>
          </ac:picMkLst>
        </pc:picChg>
        <pc:picChg chg="del">
          <ac:chgData name="Deep Singh" userId="691de62b-f606-4f41-8936-1ade9fc66103" providerId="ADAL" clId="{D95B6D0C-A575-4EDA-8E3B-CA28A2D1A6EE}" dt="2020-08-05T19:13:03.969" v="1614" actId="478"/>
          <ac:picMkLst>
            <pc:docMk/>
            <pc:sldMk cId="793536984" sldId="372"/>
            <ac:picMk id="12" creationId="{B7A46413-9DC7-44EC-8AE0-DD4CD1469D24}"/>
          </ac:picMkLst>
        </pc:picChg>
        <pc:picChg chg="mod">
          <ac:chgData name="Deep Singh" userId="691de62b-f606-4f41-8936-1ade9fc66103" providerId="ADAL" clId="{D95B6D0C-A575-4EDA-8E3B-CA28A2D1A6EE}" dt="2020-08-05T19:13:07.739" v="1615" actId="1076"/>
          <ac:picMkLst>
            <pc:docMk/>
            <pc:sldMk cId="793536984" sldId="372"/>
            <ac:picMk id="14" creationId="{1F7C8638-DB06-41D0-A360-BC6AF830D3CB}"/>
          </ac:picMkLst>
        </pc:picChg>
        <pc:picChg chg="mod">
          <ac:chgData name="Deep Singh" userId="691de62b-f606-4f41-8936-1ade9fc66103" providerId="ADAL" clId="{D95B6D0C-A575-4EDA-8E3B-CA28A2D1A6EE}" dt="2020-08-05T19:16:38.333" v="1709" actId="1076"/>
          <ac:picMkLst>
            <pc:docMk/>
            <pc:sldMk cId="793536984" sldId="372"/>
            <ac:picMk id="16" creationId="{B81370B0-0C81-4D45-936B-70CB889FDA5A}"/>
          </ac:picMkLst>
        </pc:picChg>
        <pc:picChg chg="del mod">
          <ac:chgData name="Deep Singh" userId="691de62b-f606-4f41-8936-1ade9fc66103" providerId="ADAL" clId="{D95B6D0C-A575-4EDA-8E3B-CA28A2D1A6EE}" dt="2020-08-05T19:16:31.771" v="1707"/>
          <ac:picMkLst>
            <pc:docMk/>
            <pc:sldMk cId="793536984" sldId="372"/>
            <ac:picMk id="2050" creationId="{79EF505D-D5CB-42C3-859C-9088C90B45A6}"/>
          </ac:picMkLst>
        </pc:picChg>
        <pc:picChg chg="del">
          <ac:chgData name="Deep Singh" userId="691de62b-f606-4f41-8936-1ade9fc66103" providerId="ADAL" clId="{D95B6D0C-A575-4EDA-8E3B-CA28A2D1A6EE}" dt="2020-08-05T19:13:03.969" v="1614" actId="478"/>
          <ac:picMkLst>
            <pc:docMk/>
            <pc:sldMk cId="793536984" sldId="372"/>
            <ac:picMk id="2052" creationId="{CC4A23DC-10AD-4BB6-9F19-A41EF591E389}"/>
          </ac:picMkLst>
        </pc:picChg>
      </pc:sldChg>
      <pc:sldChg chg="addSp delSp modSp add">
        <pc:chgData name="Deep Singh" userId="691de62b-f606-4f41-8936-1ade9fc66103" providerId="ADAL" clId="{D95B6D0C-A575-4EDA-8E3B-CA28A2D1A6EE}" dt="2020-08-05T19:21:55.929" v="1946" actId="1076"/>
        <pc:sldMkLst>
          <pc:docMk/>
          <pc:sldMk cId="3443517436" sldId="373"/>
        </pc:sldMkLst>
        <pc:spChg chg="mod">
          <ac:chgData name="Deep Singh" userId="691de62b-f606-4f41-8936-1ade9fc66103" providerId="ADAL" clId="{D95B6D0C-A575-4EDA-8E3B-CA28A2D1A6EE}" dt="2020-08-05T19:21:50.097" v="1944" actId="20577"/>
          <ac:spMkLst>
            <pc:docMk/>
            <pc:sldMk cId="3443517436" sldId="373"/>
            <ac:spMk id="6" creationId="{152ADB85-0025-4E0A-B62D-0D6377972C2F}"/>
          </ac:spMkLst>
        </pc:spChg>
        <pc:spChg chg="add mod">
          <ac:chgData name="Deep Singh" userId="691de62b-f606-4f41-8936-1ade9fc66103" providerId="ADAL" clId="{D95B6D0C-A575-4EDA-8E3B-CA28A2D1A6EE}" dt="2020-08-05T19:21:44.329" v="1941" actId="20577"/>
          <ac:spMkLst>
            <pc:docMk/>
            <pc:sldMk cId="3443517436" sldId="373"/>
            <ac:spMk id="16" creationId="{4F86347A-FA64-4E34-9612-09309A174BBA}"/>
          </ac:spMkLst>
        </pc:spChg>
        <pc:picChg chg="del">
          <ac:chgData name="Deep Singh" userId="691de62b-f606-4f41-8936-1ade9fc66103" providerId="ADAL" clId="{D95B6D0C-A575-4EDA-8E3B-CA28A2D1A6EE}" dt="2020-08-05T19:16:47.712" v="1712" actId="478"/>
          <ac:picMkLst>
            <pc:docMk/>
            <pc:sldMk cId="3443517436" sldId="373"/>
            <ac:picMk id="10" creationId="{DE781DDE-EDAF-438D-9A11-2F9BABBA4B19}"/>
          </ac:picMkLst>
        </pc:picChg>
        <pc:picChg chg="del">
          <ac:chgData name="Deep Singh" userId="691de62b-f606-4f41-8936-1ade9fc66103" providerId="ADAL" clId="{D95B6D0C-A575-4EDA-8E3B-CA28A2D1A6EE}" dt="2020-08-05T19:16:48.408" v="1713" actId="478"/>
          <ac:picMkLst>
            <pc:docMk/>
            <pc:sldMk cId="3443517436" sldId="373"/>
            <ac:picMk id="12" creationId="{B7A46413-9DC7-44EC-8AE0-DD4CD1469D24}"/>
          </ac:picMkLst>
        </pc:picChg>
        <pc:picChg chg="add mod">
          <ac:chgData name="Deep Singh" userId="691de62b-f606-4f41-8936-1ade9fc66103" providerId="ADAL" clId="{D95B6D0C-A575-4EDA-8E3B-CA28A2D1A6EE}" dt="2020-08-05T19:21:55.929" v="1946" actId="1076"/>
          <ac:picMkLst>
            <pc:docMk/>
            <pc:sldMk cId="3443517436" sldId="373"/>
            <ac:picMk id="14" creationId="{2EAAEAE7-78DB-4816-8C68-98A5B3CCB3DF}"/>
          </ac:picMkLst>
        </pc:picChg>
        <pc:picChg chg="del">
          <ac:chgData name="Deep Singh" userId="691de62b-f606-4f41-8936-1ade9fc66103" providerId="ADAL" clId="{D95B6D0C-A575-4EDA-8E3B-CA28A2D1A6EE}" dt="2020-08-05T19:16:46.377" v="1711" actId="478"/>
          <ac:picMkLst>
            <pc:docMk/>
            <pc:sldMk cId="3443517436" sldId="373"/>
            <ac:picMk id="2052" creationId="{CC4A23DC-10AD-4BB6-9F19-A41EF591E389}"/>
          </ac:picMkLst>
        </pc:picChg>
        <pc:picChg chg="add mod">
          <ac:chgData name="Deep Singh" userId="691de62b-f606-4f41-8936-1ade9fc66103" providerId="ADAL" clId="{D95B6D0C-A575-4EDA-8E3B-CA28A2D1A6EE}" dt="2020-08-05T19:20:25.001" v="1908" actId="1076"/>
          <ac:picMkLst>
            <pc:docMk/>
            <pc:sldMk cId="3443517436" sldId="373"/>
            <ac:picMk id="4098" creationId="{B2C60006-F03C-4E57-BA0E-F95FBCA5ABBF}"/>
          </ac:picMkLst>
        </pc:picChg>
        <pc:picChg chg="add mod">
          <ac:chgData name="Deep Singh" userId="691de62b-f606-4f41-8936-1ade9fc66103" providerId="ADAL" clId="{D95B6D0C-A575-4EDA-8E3B-CA28A2D1A6EE}" dt="2020-08-05T19:21:52.807" v="1945" actId="1076"/>
          <ac:picMkLst>
            <pc:docMk/>
            <pc:sldMk cId="3443517436" sldId="373"/>
            <ac:picMk id="4100" creationId="{C58C852A-EA1B-4C16-AB14-CF92AFE08413}"/>
          </ac:picMkLst>
        </pc:picChg>
      </pc:sldChg>
      <pc:sldChg chg="addSp delSp modSp add">
        <pc:chgData name="Deep Singh" userId="691de62b-f606-4f41-8936-1ade9fc66103" providerId="ADAL" clId="{D95B6D0C-A575-4EDA-8E3B-CA28A2D1A6EE}" dt="2020-08-05T19:30:43.697" v="2034" actId="1076"/>
        <pc:sldMkLst>
          <pc:docMk/>
          <pc:sldMk cId="3440602205" sldId="374"/>
        </pc:sldMkLst>
        <pc:spChg chg="mod">
          <ac:chgData name="Deep Singh" userId="691de62b-f606-4f41-8936-1ade9fc66103" providerId="ADAL" clId="{D95B6D0C-A575-4EDA-8E3B-CA28A2D1A6EE}" dt="2020-08-05T19:25:28.016" v="1969" actId="20577"/>
          <ac:spMkLst>
            <pc:docMk/>
            <pc:sldMk cId="3440602205" sldId="374"/>
            <ac:spMk id="6" creationId="{152ADB85-0025-4E0A-B62D-0D6377972C2F}"/>
          </ac:spMkLst>
        </pc:spChg>
        <pc:spChg chg="add">
          <ac:chgData name="Deep Singh" userId="691de62b-f606-4f41-8936-1ade9fc66103" providerId="ADAL" clId="{D95B6D0C-A575-4EDA-8E3B-CA28A2D1A6EE}" dt="2020-08-05T19:27:42.097" v="1995"/>
          <ac:spMkLst>
            <pc:docMk/>
            <pc:sldMk cId="3440602205" sldId="374"/>
            <ac:spMk id="9" creationId="{1B3FDE8F-B40E-4298-AB2E-1850A717C2B4}"/>
          </ac:spMkLst>
        </pc:spChg>
        <pc:picChg chg="add mod ord">
          <ac:chgData name="Deep Singh" userId="691de62b-f606-4f41-8936-1ade9fc66103" providerId="ADAL" clId="{D95B6D0C-A575-4EDA-8E3B-CA28A2D1A6EE}" dt="2020-08-05T19:29:52.589" v="2022" actId="166"/>
          <ac:picMkLst>
            <pc:docMk/>
            <pc:sldMk cId="3440602205" sldId="374"/>
            <ac:picMk id="2" creationId="{B3E72250-7C0D-45E7-BE81-F2A82A20CDAF}"/>
          </ac:picMkLst>
        </pc:picChg>
        <pc:picChg chg="add mod">
          <ac:chgData name="Deep Singh" userId="691de62b-f606-4f41-8936-1ade9fc66103" providerId="ADAL" clId="{D95B6D0C-A575-4EDA-8E3B-CA28A2D1A6EE}" dt="2020-08-05T19:30:43.697" v="2034" actId="1076"/>
          <ac:picMkLst>
            <pc:docMk/>
            <pc:sldMk cId="3440602205" sldId="374"/>
            <ac:picMk id="3" creationId="{DF07D0B5-D844-4219-B3F7-FCC404C74763}"/>
          </ac:picMkLst>
        </pc:picChg>
        <pc:picChg chg="del">
          <ac:chgData name="Deep Singh" userId="691de62b-f606-4f41-8936-1ade9fc66103" providerId="ADAL" clId="{D95B6D0C-A575-4EDA-8E3B-CA28A2D1A6EE}" dt="2020-08-05T19:24:44.192" v="1948" actId="478"/>
          <ac:picMkLst>
            <pc:docMk/>
            <pc:sldMk cId="3440602205" sldId="374"/>
            <ac:picMk id="8" creationId="{BB89BAB8-481D-4B32-A502-20D8A1F74F1A}"/>
          </ac:picMkLst>
        </pc:picChg>
      </pc:sldChg>
      <pc:sldMasterChg chg="del delSldLayout">
        <pc:chgData name="Deep Singh" userId="691de62b-f606-4f41-8936-1ade9fc66103" providerId="ADAL" clId="{D95B6D0C-A575-4EDA-8E3B-CA28A2D1A6EE}" dt="2020-08-05T18:19:43.459" v="1292" actId="2696"/>
        <pc:sldMasterMkLst>
          <pc:docMk/>
          <pc:sldMasterMk cId="3919316023" sldId="2147483662"/>
        </pc:sldMasterMkLst>
        <pc:sldLayoutChg chg="del">
          <pc:chgData name="Deep Singh" userId="691de62b-f606-4f41-8936-1ade9fc66103" providerId="ADAL" clId="{D95B6D0C-A575-4EDA-8E3B-CA28A2D1A6EE}" dt="2020-08-05T18:19:43.426" v="1279" actId="2696"/>
          <pc:sldLayoutMkLst>
            <pc:docMk/>
            <pc:sldMasterMk cId="3919316023" sldId="2147483662"/>
            <pc:sldLayoutMk cId="2363711324" sldId="2147483663"/>
          </pc:sldLayoutMkLst>
        </pc:sldLayoutChg>
        <pc:sldLayoutChg chg="del">
          <pc:chgData name="Deep Singh" userId="691de62b-f606-4f41-8936-1ade9fc66103" providerId="ADAL" clId="{D95B6D0C-A575-4EDA-8E3B-CA28A2D1A6EE}" dt="2020-08-05T18:19:43.428" v="1280" actId="2696"/>
          <pc:sldLayoutMkLst>
            <pc:docMk/>
            <pc:sldMasterMk cId="3919316023" sldId="2147483662"/>
            <pc:sldLayoutMk cId="3176602240" sldId="2147483664"/>
          </pc:sldLayoutMkLst>
        </pc:sldLayoutChg>
        <pc:sldLayoutChg chg="del">
          <pc:chgData name="Deep Singh" userId="691de62b-f606-4f41-8936-1ade9fc66103" providerId="ADAL" clId="{D95B6D0C-A575-4EDA-8E3B-CA28A2D1A6EE}" dt="2020-08-05T18:19:43.429" v="1281" actId="2696"/>
          <pc:sldLayoutMkLst>
            <pc:docMk/>
            <pc:sldMasterMk cId="3919316023" sldId="2147483662"/>
            <pc:sldLayoutMk cId="3661797628" sldId="2147483665"/>
          </pc:sldLayoutMkLst>
        </pc:sldLayoutChg>
        <pc:sldLayoutChg chg="del">
          <pc:chgData name="Deep Singh" userId="691de62b-f606-4f41-8936-1ade9fc66103" providerId="ADAL" clId="{D95B6D0C-A575-4EDA-8E3B-CA28A2D1A6EE}" dt="2020-08-05T18:19:43.431" v="1282" actId="2696"/>
          <pc:sldLayoutMkLst>
            <pc:docMk/>
            <pc:sldMasterMk cId="3919316023" sldId="2147483662"/>
            <pc:sldLayoutMk cId="2997342327" sldId="2147483666"/>
          </pc:sldLayoutMkLst>
        </pc:sldLayoutChg>
        <pc:sldLayoutChg chg="del">
          <pc:chgData name="Deep Singh" userId="691de62b-f606-4f41-8936-1ade9fc66103" providerId="ADAL" clId="{D95B6D0C-A575-4EDA-8E3B-CA28A2D1A6EE}" dt="2020-08-05T18:19:43.435" v="1283" actId="2696"/>
          <pc:sldLayoutMkLst>
            <pc:docMk/>
            <pc:sldMasterMk cId="3919316023" sldId="2147483662"/>
            <pc:sldLayoutMk cId="1364810104" sldId="2147483667"/>
          </pc:sldLayoutMkLst>
        </pc:sldLayoutChg>
        <pc:sldLayoutChg chg="del">
          <pc:chgData name="Deep Singh" userId="691de62b-f606-4f41-8936-1ade9fc66103" providerId="ADAL" clId="{D95B6D0C-A575-4EDA-8E3B-CA28A2D1A6EE}" dt="2020-08-05T18:19:43.440" v="1284" actId="2696"/>
          <pc:sldLayoutMkLst>
            <pc:docMk/>
            <pc:sldMasterMk cId="3919316023" sldId="2147483662"/>
            <pc:sldLayoutMk cId="3280091018" sldId="2147483668"/>
          </pc:sldLayoutMkLst>
        </pc:sldLayoutChg>
        <pc:sldLayoutChg chg="del">
          <pc:chgData name="Deep Singh" userId="691de62b-f606-4f41-8936-1ade9fc66103" providerId="ADAL" clId="{D95B6D0C-A575-4EDA-8E3B-CA28A2D1A6EE}" dt="2020-08-05T18:19:43.442" v="1285" actId="2696"/>
          <pc:sldLayoutMkLst>
            <pc:docMk/>
            <pc:sldMasterMk cId="3919316023" sldId="2147483662"/>
            <pc:sldLayoutMk cId="3210024359" sldId="2147483669"/>
          </pc:sldLayoutMkLst>
        </pc:sldLayoutChg>
        <pc:sldLayoutChg chg="del">
          <pc:chgData name="Deep Singh" userId="691de62b-f606-4f41-8936-1ade9fc66103" providerId="ADAL" clId="{D95B6D0C-A575-4EDA-8E3B-CA28A2D1A6EE}" dt="2020-08-05T18:19:43.443" v="1286" actId="2696"/>
          <pc:sldLayoutMkLst>
            <pc:docMk/>
            <pc:sldMasterMk cId="3919316023" sldId="2147483662"/>
            <pc:sldLayoutMk cId="2331345341" sldId="2147483670"/>
          </pc:sldLayoutMkLst>
        </pc:sldLayoutChg>
        <pc:sldLayoutChg chg="del">
          <pc:chgData name="Deep Singh" userId="691de62b-f606-4f41-8936-1ade9fc66103" providerId="ADAL" clId="{D95B6D0C-A575-4EDA-8E3B-CA28A2D1A6EE}" dt="2020-08-05T18:19:43.445" v="1287" actId="2696"/>
          <pc:sldLayoutMkLst>
            <pc:docMk/>
            <pc:sldMasterMk cId="3919316023" sldId="2147483662"/>
            <pc:sldLayoutMk cId="1359699162" sldId="2147483671"/>
          </pc:sldLayoutMkLst>
        </pc:sldLayoutChg>
        <pc:sldLayoutChg chg="del">
          <pc:chgData name="Deep Singh" userId="691de62b-f606-4f41-8936-1ade9fc66103" providerId="ADAL" clId="{D95B6D0C-A575-4EDA-8E3B-CA28A2D1A6EE}" dt="2020-08-05T18:19:43.448" v="1288" actId="2696"/>
          <pc:sldLayoutMkLst>
            <pc:docMk/>
            <pc:sldMasterMk cId="3919316023" sldId="2147483662"/>
            <pc:sldLayoutMk cId="3154246519" sldId="2147483672"/>
          </pc:sldLayoutMkLst>
        </pc:sldLayoutChg>
        <pc:sldLayoutChg chg="del">
          <pc:chgData name="Deep Singh" userId="691de62b-f606-4f41-8936-1ade9fc66103" providerId="ADAL" clId="{D95B6D0C-A575-4EDA-8E3B-CA28A2D1A6EE}" dt="2020-08-05T18:19:43.452" v="1289" actId="2696"/>
          <pc:sldLayoutMkLst>
            <pc:docMk/>
            <pc:sldMasterMk cId="3919316023" sldId="2147483662"/>
            <pc:sldLayoutMk cId="748792747" sldId="2147483673"/>
          </pc:sldLayoutMkLst>
        </pc:sldLayoutChg>
        <pc:sldLayoutChg chg="del">
          <pc:chgData name="Deep Singh" userId="691de62b-f606-4f41-8936-1ade9fc66103" providerId="ADAL" clId="{D95B6D0C-A575-4EDA-8E3B-CA28A2D1A6EE}" dt="2020-08-05T18:19:43.454" v="1290" actId="2696"/>
          <pc:sldLayoutMkLst>
            <pc:docMk/>
            <pc:sldMasterMk cId="3919316023" sldId="2147483662"/>
            <pc:sldLayoutMk cId="3044712329" sldId="2147483674"/>
          </pc:sldLayoutMkLst>
        </pc:sldLayoutChg>
        <pc:sldLayoutChg chg="del">
          <pc:chgData name="Deep Singh" userId="691de62b-f606-4f41-8936-1ade9fc66103" providerId="ADAL" clId="{D95B6D0C-A575-4EDA-8E3B-CA28A2D1A6EE}" dt="2020-08-05T18:19:43.456" v="1291" actId="2696"/>
          <pc:sldLayoutMkLst>
            <pc:docMk/>
            <pc:sldMasterMk cId="3919316023" sldId="2147483662"/>
            <pc:sldLayoutMk cId="3038800710" sldId="2147483675"/>
          </pc:sldLayoutMkLst>
        </pc:sldLayoutChg>
      </pc:sldMasterChg>
    </pc:docChg>
  </pc:docChgLst>
  <pc:docChgLst>
    <pc:chgData name="Deep Singh" userId="S::dsing57@uwo.ca::691de62b-f606-4f41-8936-1ade9fc66103" providerId="AD" clId="Web-{A6418C6A-E5BF-40F0-BF92-9994DA755851}"/>
    <pc:docChg chg="modSld">
      <pc:chgData name="Deep Singh" userId="S::dsing57@uwo.ca::691de62b-f606-4f41-8936-1ade9fc66103" providerId="AD" clId="Web-{A6418C6A-E5BF-40F0-BF92-9994DA755851}" dt="2020-04-03T01:10:05.096" v="5" actId="1076"/>
      <pc:docMkLst>
        <pc:docMk/>
      </pc:docMkLst>
      <pc:sldChg chg="addSp delSp modSp">
        <pc:chgData name="Deep Singh" userId="S::dsing57@uwo.ca::691de62b-f606-4f41-8936-1ade9fc66103" providerId="AD" clId="Web-{A6418C6A-E5BF-40F0-BF92-9994DA755851}" dt="2020-04-03T01:10:05.096" v="5" actId="1076"/>
        <pc:sldMkLst>
          <pc:docMk/>
          <pc:sldMk cId="2981203581" sldId="294"/>
        </pc:sldMkLst>
        <pc:picChg chg="add mod">
          <ac:chgData name="Deep Singh" userId="S::dsing57@uwo.ca::691de62b-f606-4f41-8936-1ade9fc66103" providerId="AD" clId="Web-{A6418C6A-E5BF-40F0-BF92-9994DA755851}" dt="2020-04-03T01:10:05.096" v="5" actId="1076"/>
          <ac:picMkLst>
            <pc:docMk/>
            <pc:sldMk cId="2981203581" sldId="294"/>
            <ac:picMk id="4" creationId="{21BDBD29-80EA-4DE6-A5E0-19DCA20DD33F}"/>
          </ac:picMkLst>
        </pc:picChg>
        <pc:picChg chg="del">
          <ac:chgData name="Deep Singh" userId="S::dsing57@uwo.ca::691de62b-f606-4f41-8936-1ade9fc66103" providerId="AD" clId="Web-{A6418C6A-E5BF-40F0-BF92-9994DA755851}" dt="2020-04-03T01:09:42.580" v="0"/>
          <ac:picMkLst>
            <pc:docMk/>
            <pc:sldMk cId="2981203581" sldId="294"/>
            <ac:picMk id="5" creationId="{7DD2004E-5FB9-4E2C-A8E3-DE31660D273F}"/>
          </ac:picMkLst>
        </pc:picChg>
      </pc:sldChg>
    </pc:docChg>
  </pc:docChgLst>
  <pc:docChgLst>
    <pc:chgData name="Nikhil Komari" userId="S::nkomari@uwo.ca::ee4f86d3-d7a1-47d5-a712-fe853323f13a" providerId="AD" clId="Web-{0AEFEA31-B41B-F018-D503-000C324A624A}"/>
    <pc:docChg chg="delSld modSld">
      <pc:chgData name="Nikhil Komari" userId="S::nkomari@uwo.ca::ee4f86d3-d7a1-47d5-a712-fe853323f13a" providerId="AD" clId="Web-{0AEFEA31-B41B-F018-D503-000C324A624A}" dt="2020-04-03T00:37:24.581" v="1047" actId="1076"/>
      <pc:docMkLst>
        <pc:docMk/>
      </pc:docMkLst>
      <pc:sldChg chg="modSp">
        <pc:chgData name="Nikhil Komari" userId="S::nkomari@uwo.ca::ee4f86d3-d7a1-47d5-a712-fe853323f13a" providerId="AD" clId="Web-{0AEFEA31-B41B-F018-D503-000C324A624A}" dt="2020-04-02T23:40:12.164" v="393" actId="14100"/>
        <pc:sldMkLst>
          <pc:docMk/>
          <pc:sldMk cId="419909929" sldId="278"/>
        </pc:sldMkLst>
        <pc:spChg chg="mod">
          <ac:chgData name="Nikhil Komari" userId="S::nkomari@uwo.ca::ee4f86d3-d7a1-47d5-a712-fe853323f13a" providerId="AD" clId="Web-{0AEFEA31-B41B-F018-D503-000C324A624A}" dt="2020-04-02T23:26:08.641" v="110" actId="20577"/>
          <ac:spMkLst>
            <pc:docMk/>
            <pc:sldMk cId="419909929" sldId="278"/>
            <ac:spMk id="76" creationId="{D216A61B-3DF3-4D40-8C87-A25067323C6E}"/>
          </ac:spMkLst>
        </pc:spChg>
        <pc:spChg chg="mod">
          <ac:chgData name="Nikhil Komari" userId="S::nkomari@uwo.ca::ee4f86d3-d7a1-47d5-a712-fe853323f13a" providerId="AD" clId="Web-{0AEFEA31-B41B-F018-D503-000C324A624A}" dt="2020-04-02T23:38:39.553" v="315" actId="14100"/>
          <ac:spMkLst>
            <pc:docMk/>
            <pc:sldMk cId="419909929" sldId="278"/>
            <ac:spMk id="78" creationId="{DFC94A83-F455-41F4-8621-4230A9025442}"/>
          </ac:spMkLst>
        </pc:spChg>
        <pc:spChg chg="mod">
          <ac:chgData name="Nikhil Komari" userId="S::nkomari@uwo.ca::ee4f86d3-d7a1-47d5-a712-fe853323f13a" providerId="AD" clId="Web-{0AEFEA31-B41B-F018-D503-000C324A624A}" dt="2020-04-02T23:39:24.804" v="316" actId="1076"/>
          <ac:spMkLst>
            <pc:docMk/>
            <pc:sldMk cId="419909929" sldId="278"/>
            <ac:spMk id="80" creationId="{2849C472-4163-4EE0-8DF5-0FD1BE1708E2}"/>
          </ac:spMkLst>
        </pc:spChg>
        <pc:spChg chg="mod">
          <ac:chgData name="Nikhil Komari" userId="S::nkomari@uwo.ca::ee4f86d3-d7a1-47d5-a712-fe853323f13a" providerId="AD" clId="Web-{0AEFEA31-B41B-F018-D503-000C324A624A}" dt="2020-04-02T23:38:18.584" v="311" actId="20577"/>
          <ac:spMkLst>
            <pc:docMk/>
            <pc:sldMk cId="419909929" sldId="278"/>
            <ac:spMk id="103" creationId="{2DDF0D9E-7623-437B-8955-CAF87C68D505}"/>
          </ac:spMkLst>
        </pc:spChg>
        <pc:spChg chg="mod">
          <ac:chgData name="Nikhil Komari" userId="S::nkomari@uwo.ca::ee4f86d3-d7a1-47d5-a712-fe853323f13a" providerId="AD" clId="Web-{0AEFEA31-B41B-F018-D503-000C324A624A}" dt="2020-04-02T23:20:23.357" v="2" actId="20577"/>
          <ac:spMkLst>
            <pc:docMk/>
            <pc:sldMk cId="419909929" sldId="278"/>
            <ac:spMk id="119" creationId="{A00B4CF8-2594-4457-AD9C-83293FD35777}"/>
          </ac:spMkLst>
        </pc:spChg>
        <pc:spChg chg="mod">
          <ac:chgData name="Nikhil Komari" userId="S::nkomari@uwo.ca::ee4f86d3-d7a1-47d5-a712-fe853323f13a" providerId="AD" clId="Web-{0AEFEA31-B41B-F018-D503-000C324A624A}" dt="2020-04-02T23:40:12.164" v="393" actId="14100"/>
          <ac:spMkLst>
            <pc:docMk/>
            <pc:sldMk cId="419909929" sldId="278"/>
            <ac:spMk id="127" creationId="{E7D82850-54ED-44E2-B7E8-D9A04360EC63}"/>
          </ac:spMkLst>
        </pc:spChg>
        <pc:grpChg chg="mod">
          <ac:chgData name="Nikhil Komari" userId="S::nkomari@uwo.ca::ee4f86d3-d7a1-47d5-a712-fe853323f13a" providerId="AD" clId="Web-{0AEFEA31-B41B-F018-D503-000C324A624A}" dt="2020-04-02T23:26:22.438" v="113" actId="1076"/>
          <ac:grpSpMkLst>
            <pc:docMk/>
            <pc:sldMk cId="419909929" sldId="278"/>
            <ac:grpSpMk id="73" creationId="{DDDD9CA7-EC21-4FFC-B3D9-18AA009F3669}"/>
          </ac:grpSpMkLst>
        </pc:grpChg>
        <pc:grpChg chg="mod">
          <ac:chgData name="Nikhil Komari" userId="S::nkomari@uwo.ca::ee4f86d3-d7a1-47d5-a712-fe853323f13a" providerId="AD" clId="Web-{0AEFEA31-B41B-F018-D503-000C324A624A}" dt="2020-04-02T23:38:26.835" v="314" actId="14100"/>
          <ac:grpSpMkLst>
            <pc:docMk/>
            <pc:sldMk cId="419909929" sldId="278"/>
            <ac:grpSpMk id="77" creationId="{395030C4-D71C-481B-BA3F-54BDFFBE2F12}"/>
          </ac:grpSpMkLst>
        </pc:grpChg>
      </pc:sldChg>
      <pc:sldChg chg="modSp">
        <pc:chgData name="Nikhil Komari" userId="S::nkomari@uwo.ca::ee4f86d3-d7a1-47d5-a712-fe853323f13a" providerId="AD" clId="Web-{0AEFEA31-B41B-F018-D503-000C324A624A}" dt="2020-04-03T00:16:55.243" v="904" actId="20577"/>
        <pc:sldMkLst>
          <pc:docMk/>
          <pc:sldMk cId="2712270058" sldId="285"/>
        </pc:sldMkLst>
        <pc:spChg chg="mod">
          <ac:chgData name="Nikhil Komari" userId="S::nkomari@uwo.ca::ee4f86d3-d7a1-47d5-a712-fe853323f13a" providerId="AD" clId="Web-{0AEFEA31-B41B-F018-D503-000C324A624A}" dt="2020-04-03T00:16:55.243" v="904" actId="20577"/>
          <ac:spMkLst>
            <pc:docMk/>
            <pc:sldMk cId="2712270058" sldId="285"/>
            <ac:spMk id="20" creationId="{80D993F9-6136-467F-9736-C46E90A2E191}"/>
          </ac:spMkLst>
        </pc:spChg>
      </pc:sldChg>
      <pc:sldChg chg="modSp">
        <pc:chgData name="Nikhil Komari" userId="S::nkomari@uwo.ca::ee4f86d3-d7a1-47d5-a712-fe853323f13a" providerId="AD" clId="Web-{0AEFEA31-B41B-F018-D503-000C324A624A}" dt="2020-04-03T00:37:24.581" v="1047" actId="1076"/>
        <pc:sldMkLst>
          <pc:docMk/>
          <pc:sldMk cId="3446036230" sldId="291"/>
        </pc:sldMkLst>
        <pc:spChg chg="mod">
          <ac:chgData name="Nikhil Komari" userId="S::nkomari@uwo.ca::ee4f86d3-d7a1-47d5-a712-fe853323f13a" providerId="AD" clId="Web-{0AEFEA31-B41B-F018-D503-000C324A624A}" dt="2020-04-03T00:19:39.573" v="938" actId="20577"/>
          <ac:spMkLst>
            <pc:docMk/>
            <pc:sldMk cId="3446036230" sldId="291"/>
            <ac:spMk id="42" creationId="{E11EC0FA-EFA9-4A6E-BD97-0C93FF484FE4}"/>
          </ac:spMkLst>
        </pc:spChg>
        <pc:spChg chg="mod">
          <ac:chgData name="Nikhil Komari" userId="S::nkomari@uwo.ca::ee4f86d3-d7a1-47d5-a712-fe853323f13a" providerId="AD" clId="Web-{0AEFEA31-B41B-F018-D503-000C324A624A}" dt="2020-04-03T00:20:07.917" v="1045" actId="20577"/>
          <ac:spMkLst>
            <pc:docMk/>
            <pc:sldMk cId="3446036230" sldId="291"/>
            <ac:spMk id="54" creationId="{5A0B9849-37EC-4804-94E9-F338778109B0}"/>
          </ac:spMkLst>
        </pc:spChg>
        <pc:picChg chg="mod">
          <ac:chgData name="Nikhil Komari" userId="S::nkomari@uwo.ca::ee4f86d3-d7a1-47d5-a712-fe853323f13a" providerId="AD" clId="Web-{0AEFEA31-B41B-F018-D503-000C324A624A}" dt="2020-04-03T00:37:24.581" v="1047" actId="1076"/>
          <ac:picMkLst>
            <pc:docMk/>
            <pc:sldMk cId="3446036230" sldId="291"/>
            <ac:picMk id="9" creationId="{280197B6-8000-4D71-B1DE-892FEE79D5FB}"/>
          </ac:picMkLst>
        </pc:picChg>
      </pc:sldChg>
      <pc:sldChg chg="modSp">
        <pc:chgData name="Nikhil Komari" userId="S::nkomari@uwo.ca::ee4f86d3-d7a1-47d5-a712-fe853323f13a" providerId="AD" clId="Web-{0AEFEA31-B41B-F018-D503-000C324A624A}" dt="2020-04-03T00:08:12.036" v="767" actId="20577"/>
        <pc:sldMkLst>
          <pc:docMk/>
          <pc:sldMk cId="115831481" sldId="298"/>
        </pc:sldMkLst>
        <pc:spChg chg="mod">
          <ac:chgData name="Nikhil Komari" userId="S::nkomari@uwo.ca::ee4f86d3-d7a1-47d5-a712-fe853323f13a" providerId="AD" clId="Web-{0AEFEA31-B41B-F018-D503-000C324A624A}" dt="2020-04-03T00:08:12.036" v="767" actId="20577"/>
          <ac:spMkLst>
            <pc:docMk/>
            <pc:sldMk cId="115831481" sldId="298"/>
            <ac:spMk id="6" creationId="{152ADB85-0025-4E0A-B62D-0D6377972C2F}"/>
          </ac:spMkLst>
        </pc:spChg>
      </pc:sldChg>
      <pc:sldChg chg="addSp delSp modSp">
        <pc:chgData name="Nikhil Komari" userId="S::nkomari@uwo.ca::ee4f86d3-d7a1-47d5-a712-fe853323f13a" providerId="AD" clId="Web-{0AEFEA31-B41B-F018-D503-000C324A624A}" dt="2020-04-03T00:13:58.976" v="872" actId="1076"/>
        <pc:sldMkLst>
          <pc:docMk/>
          <pc:sldMk cId="1346420906" sldId="302"/>
        </pc:sldMkLst>
        <pc:spChg chg="mod">
          <ac:chgData name="Nikhil Komari" userId="S::nkomari@uwo.ca::ee4f86d3-d7a1-47d5-a712-fe853323f13a" providerId="AD" clId="Web-{0AEFEA31-B41B-F018-D503-000C324A624A}" dt="2020-04-03T00:11:20.631" v="834" actId="20577"/>
          <ac:spMkLst>
            <pc:docMk/>
            <pc:sldMk cId="1346420906" sldId="302"/>
            <ac:spMk id="58" creationId="{A8C28D86-F6F7-447E-882E-15D59AC30E95}"/>
          </ac:spMkLst>
        </pc:spChg>
        <pc:grpChg chg="del">
          <ac:chgData name="Nikhil Komari" userId="S::nkomari@uwo.ca::ee4f86d3-d7a1-47d5-a712-fe853323f13a" providerId="AD" clId="Web-{0AEFEA31-B41B-F018-D503-000C324A624A}" dt="2020-04-03T00:13:39.945" v="868"/>
          <ac:grpSpMkLst>
            <pc:docMk/>
            <pc:sldMk cId="1346420906" sldId="302"/>
            <ac:grpSpMk id="53" creationId="{4D6F0702-BFD3-427B-817E-B81205291C66}"/>
          </ac:grpSpMkLst>
        </pc:grpChg>
        <pc:picChg chg="add mod">
          <ac:chgData name="Nikhil Komari" userId="S::nkomari@uwo.ca::ee4f86d3-d7a1-47d5-a712-fe853323f13a" providerId="AD" clId="Web-{0AEFEA31-B41B-F018-D503-000C324A624A}" dt="2020-04-03T00:13:58.976" v="872" actId="1076"/>
          <ac:picMkLst>
            <pc:docMk/>
            <pc:sldMk cId="1346420906" sldId="302"/>
            <ac:picMk id="867" creationId="{D374F5FA-57A3-42BC-A6B4-A42DD2A9E7A8}"/>
          </ac:picMkLst>
        </pc:picChg>
        <pc:cxnChg chg="mod">
          <ac:chgData name="Nikhil Komari" userId="S::nkomari@uwo.ca::ee4f86d3-d7a1-47d5-a712-fe853323f13a" providerId="AD" clId="Web-{0AEFEA31-B41B-F018-D503-000C324A624A}" dt="2020-04-03T00:13:39.945" v="868"/>
          <ac:cxnSpMkLst>
            <pc:docMk/>
            <pc:sldMk cId="1346420906" sldId="302"/>
            <ac:cxnSpMk id="56" creationId="{BA080D14-4281-4F1A-A9E1-E9B25ADA71BE}"/>
          </ac:cxnSpMkLst>
        </pc:cxnChg>
        <pc:cxnChg chg="mod">
          <ac:chgData name="Nikhil Komari" userId="S::nkomari@uwo.ca::ee4f86d3-d7a1-47d5-a712-fe853323f13a" providerId="AD" clId="Web-{0AEFEA31-B41B-F018-D503-000C324A624A}" dt="2020-04-03T00:13:39.945" v="868"/>
          <ac:cxnSpMkLst>
            <pc:docMk/>
            <pc:sldMk cId="1346420906" sldId="302"/>
            <ac:cxnSpMk id="57" creationId="{733694BE-487B-4369-8ED8-056B6A90DB96}"/>
          </ac:cxnSpMkLst>
        </pc:cxnChg>
        <pc:cxnChg chg="mod">
          <ac:chgData name="Nikhil Komari" userId="S::nkomari@uwo.ca::ee4f86d3-d7a1-47d5-a712-fe853323f13a" providerId="AD" clId="Web-{0AEFEA31-B41B-F018-D503-000C324A624A}" dt="2020-04-03T00:13:39.945" v="868"/>
          <ac:cxnSpMkLst>
            <pc:docMk/>
            <pc:sldMk cId="1346420906" sldId="302"/>
            <ac:cxnSpMk id="59" creationId="{731DF071-4F67-44FF-9343-F2D85B24F3A3}"/>
          </ac:cxnSpMkLst>
        </pc:cxnChg>
      </pc:sldChg>
      <pc:sldChg chg="addSp delSp modSp">
        <pc:chgData name="Nikhil Komari" userId="S::nkomari@uwo.ca::ee4f86d3-d7a1-47d5-a712-fe853323f13a" providerId="AD" clId="Web-{0AEFEA31-B41B-F018-D503-000C324A624A}" dt="2020-04-03T00:14:54.992" v="880" actId="14100"/>
        <pc:sldMkLst>
          <pc:docMk/>
          <pc:sldMk cId="3101472418" sldId="320"/>
        </pc:sldMkLst>
        <pc:grpChg chg="del">
          <ac:chgData name="Nikhil Komari" userId="S::nkomari@uwo.ca::ee4f86d3-d7a1-47d5-a712-fe853323f13a" providerId="AD" clId="Web-{0AEFEA31-B41B-F018-D503-000C324A624A}" dt="2020-04-03T00:14:36.649" v="874"/>
          <ac:grpSpMkLst>
            <pc:docMk/>
            <pc:sldMk cId="3101472418" sldId="320"/>
            <ac:grpSpMk id="31" creationId="{D78E79D7-A864-4D58-BEFA-13597F0FB49C}"/>
          </ac:grpSpMkLst>
        </pc:grpChg>
        <pc:picChg chg="add mod">
          <ac:chgData name="Nikhil Komari" userId="S::nkomari@uwo.ca::ee4f86d3-d7a1-47d5-a712-fe853323f13a" providerId="AD" clId="Web-{0AEFEA31-B41B-F018-D503-000C324A624A}" dt="2020-04-03T00:14:54.992" v="880" actId="14100"/>
          <ac:picMkLst>
            <pc:docMk/>
            <pc:sldMk cId="3101472418" sldId="320"/>
            <ac:picMk id="93" creationId="{36844AC5-6C9F-4513-93C4-4E44C7815B50}"/>
          </ac:picMkLst>
        </pc:picChg>
        <pc:cxnChg chg="mod">
          <ac:chgData name="Nikhil Komari" userId="S::nkomari@uwo.ca::ee4f86d3-d7a1-47d5-a712-fe853323f13a" providerId="AD" clId="Web-{0AEFEA31-B41B-F018-D503-000C324A624A}" dt="2020-04-03T00:14:36.649" v="874"/>
          <ac:cxnSpMkLst>
            <pc:docMk/>
            <pc:sldMk cId="3101472418" sldId="320"/>
            <ac:cxnSpMk id="34" creationId="{75CCFB60-169F-4D1C-B69E-0A0BA3A21484}"/>
          </ac:cxnSpMkLst>
        </pc:cxnChg>
        <pc:cxnChg chg="mod">
          <ac:chgData name="Nikhil Komari" userId="S::nkomari@uwo.ca::ee4f86d3-d7a1-47d5-a712-fe853323f13a" providerId="AD" clId="Web-{0AEFEA31-B41B-F018-D503-000C324A624A}" dt="2020-04-03T00:14:36.649" v="874"/>
          <ac:cxnSpMkLst>
            <pc:docMk/>
            <pc:sldMk cId="3101472418" sldId="320"/>
            <ac:cxnSpMk id="35" creationId="{DD878D63-4C88-4300-9710-7094E1F61021}"/>
          </ac:cxnSpMkLst>
        </pc:cxnChg>
        <pc:cxnChg chg="mod">
          <ac:chgData name="Nikhil Komari" userId="S::nkomari@uwo.ca::ee4f86d3-d7a1-47d5-a712-fe853323f13a" providerId="AD" clId="Web-{0AEFEA31-B41B-F018-D503-000C324A624A}" dt="2020-04-03T00:14:36.649" v="874"/>
          <ac:cxnSpMkLst>
            <pc:docMk/>
            <pc:sldMk cId="3101472418" sldId="320"/>
            <ac:cxnSpMk id="37" creationId="{ED80C140-53D4-406E-8232-F1A9073D2848}"/>
          </ac:cxnSpMkLst>
        </pc:cxnChg>
      </pc:sldChg>
      <pc:sldChg chg="addSp delSp modSp">
        <pc:chgData name="Nikhil Komari" userId="S::nkomari@uwo.ca::ee4f86d3-d7a1-47d5-a712-fe853323f13a" providerId="AD" clId="Web-{0AEFEA31-B41B-F018-D503-000C324A624A}" dt="2020-04-03T00:16:03.368" v="888" actId="14100"/>
        <pc:sldMkLst>
          <pc:docMk/>
          <pc:sldMk cId="1621998222" sldId="321"/>
        </pc:sldMkLst>
        <pc:spChg chg="mod">
          <ac:chgData name="Nikhil Komari" userId="S::nkomari@uwo.ca::ee4f86d3-d7a1-47d5-a712-fe853323f13a" providerId="AD" clId="Web-{0AEFEA31-B41B-F018-D503-000C324A624A}" dt="2020-04-03T00:15:48.524" v="884"/>
          <ac:spMkLst>
            <pc:docMk/>
            <pc:sldMk cId="1621998222" sldId="321"/>
            <ac:spMk id="4" creationId="{49830AE6-3D29-4888-9A98-CA7098D82180}"/>
          </ac:spMkLst>
        </pc:spChg>
        <pc:spChg chg="mod">
          <ac:chgData name="Nikhil Komari" userId="S::nkomari@uwo.ca::ee4f86d3-d7a1-47d5-a712-fe853323f13a" providerId="AD" clId="Web-{0AEFEA31-B41B-F018-D503-000C324A624A}" dt="2020-04-03T00:15:48.524" v="884"/>
          <ac:spMkLst>
            <pc:docMk/>
            <pc:sldMk cId="1621998222" sldId="321"/>
            <ac:spMk id="5" creationId="{88E4AEF1-BCC1-469A-84F6-93FCBF447C7B}"/>
          </ac:spMkLst>
        </pc:spChg>
        <pc:spChg chg="mod">
          <ac:chgData name="Nikhil Komari" userId="S::nkomari@uwo.ca::ee4f86d3-d7a1-47d5-a712-fe853323f13a" providerId="AD" clId="Web-{0AEFEA31-B41B-F018-D503-000C324A624A}" dt="2020-04-03T00:15:48.524" v="884"/>
          <ac:spMkLst>
            <pc:docMk/>
            <pc:sldMk cId="1621998222" sldId="321"/>
            <ac:spMk id="6" creationId="{152ADB85-0025-4E0A-B62D-0D6377972C2F}"/>
          </ac:spMkLst>
        </pc:spChg>
        <pc:spChg chg="add del">
          <ac:chgData name="Nikhil Komari" userId="S::nkomari@uwo.ca::ee4f86d3-d7a1-47d5-a712-fe853323f13a" providerId="AD" clId="Web-{0AEFEA31-B41B-F018-D503-000C324A624A}" dt="2020-04-03T00:11:54.725" v="836"/>
          <ac:spMkLst>
            <pc:docMk/>
            <pc:sldMk cId="1621998222" sldId="321"/>
            <ac:spMk id="12" creationId="{3DFACC08-755E-465D-B69B-8A4B71EB4D96}"/>
          </ac:spMkLst>
        </pc:spChg>
        <pc:spChg chg="add del">
          <ac:chgData name="Nikhil Komari" userId="S::nkomari@uwo.ca::ee4f86d3-d7a1-47d5-a712-fe853323f13a" providerId="AD" clId="Web-{0AEFEA31-B41B-F018-D503-000C324A624A}" dt="2020-04-03T00:15:48.524" v="884"/>
          <ac:spMkLst>
            <pc:docMk/>
            <pc:sldMk cId="1621998222" sldId="321"/>
            <ac:spMk id="13" creationId="{4C608BEB-860E-4094-8511-78603564A75E}"/>
          </ac:spMkLst>
        </pc:spChg>
        <pc:spChg chg="add del">
          <ac:chgData name="Nikhil Komari" userId="S::nkomari@uwo.ca::ee4f86d3-d7a1-47d5-a712-fe853323f13a" providerId="AD" clId="Web-{0AEFEA31-B41B-F018-D503-000C324A624A}" dt="2020-04-03T00:15:48.524" v="884"/>
          <ac:spMkLst>
            <pc:docMk/>
            <pc:sldMk cId="1621998222" sldId="321"/>
            <ac:spMk id="124" creationId="{1707FC24-6981-43D9-B525-C7832BA22463}"/>
          </ac:spMkLst>
        </pc:spChg>
        <pc:grpChg chg="del">
          <ac:chgData name="Nikhil Komari" userId="S::nkomari@uwo.ca::ee4f86d3-d7a1-47d5-a712-fe853323f13a" providerId="AD" clId="Web-{0AEFEA31-B41B-F018-D503-000C324A624A}" dt="2020-04-03T00:15:20.571" v="881"/>
          <ac:grpSpMkLst>
            <pc:docMk/>
            <pc:sldMk cId="1621998222" sldId="321"/>
            <ac:grpSpMk id="7" creationId="{636D6CE5-A44E-49D9-9B9F-8742A20BE5BF}"/>
          </ac:grpSpMkLst>
        </pc:grpChg>
        <pc:picChg chg="add mod ord">
          <ac:chgData name="Nikhil Komari" userId="S::nkomari@uwo.ca::ee4f86d3-d7a1-47d5-a712-fe853323f13a" providerId="AD" clId="Web-{0AEFEA31-B41B-F018-D503-000C324A624A}" dt="2020-04-03T00:16:03.368" v="888" actId="14100"/>
          <ac:picMkLst>
            <pc:docMk/>
            <pc:sldMk cId="1621998222" sldId="321"/>
            <ac:picMk id="183" creationId="{75C5DCD3-A9F4-4BB2-91F7-6F0EF9CF759E}"/>
          </ac:picMkLst>
        </pc:picChg>
        <pc:cxnChg chg="mod">
          <ac:chgData name="Nikhil Komari" userId="S::nkomari@uwo.ca::ee4f86d3-d7a1-47d5-a712-fe853323f13a" providerId="AD" clId="Web-{0AEFEA31-B41B-F018-D503-000C324A624A}" dt="2020-04-03T00:15:20.571" v="881"/>
          <ac:cxnSpMkLst>
            <pc:docMk/>
            <pc:sldMk cId="1621998222" sldId="321"/>
            <ac:cxnSpMk id="10" creationId="{B80DA223-6D0F-4C5C-B9EA-C39D1E49ABD9}"/>
          </ac:cxnSpMkLst>
        </pc:cxnChg>
        <pc:cxnChg chg="mod">
          <ac:chgData name="Nikhil Komari" userId="S::nkomari@uwo.ca::ee4f86d3-d7a1-47d5-a712-fe853323f13a" providerId="AD" clId="Web-{0AEFEA31-B41B-F018-D503-000C324A624A}" dt="2020-04-03T00:15:20.571" v="881"/>
          <ac:cxnSpMkLst>
            <pc:docMk/>
            <pc:sldMk cId="1621998222" sldId="321"/>
            <ac:cxnSpMk id="11" creationId="{CD469D9A-B4D8-4908-B1F2-AD9C88DFCCAC}"/>
          </ac:cxnSpMkLst>
        </pc:cxnChg>
        <pc:cxnChg chg="mod">
          <ac:chgData name="Nikhil Komari" userId="S::nkomari@uwo.ca::ee4f86d3-d7a1-47d5-a712-fe853323f13a" providerId="AD" clId="Web-{0AEFEA31-B41B-F018-D503-000C324A624A}" dt="2020-04-03T00:15:20.571" v="881"/>
          <ac:cxnSpMkLst>
            <pc:docMk/>
            <pc:sldMk cId="1621998222" sldId="321"/>
            <ac:cxnSpMk id="14" creationId="{DA08C0D9-42D7-41D7-A4C4-C2920830E45F}"/>
          </ac:cxnSpMkLst>
        </pc:cxnChg>
        <pc:cxnChg chg="add del">
          <ac:chgData name="Nikhil Komari" userId="S::nkomari@uwo.ca::ee4f86d3-d7a1-47d5-a712-fe853323f13a" providerId="AD" clId="Web-{0AEFEA31-B41B-F018-D503-000C324A624A}" dt="2020-04-03T00:15:48.524" v="884"/>
          <ac:cxnSpMkLst>
            <pc:docMk/>
            <pc:sldMk cId="1621998222" sldId="321"/>
            <ac:cxnSpMk id="15" creationId="{1F16A8D4-FE87-4604-88B2-394B5D1EB437}"/>
          </ac:cxnSpMkLst>
        </pc:cxnChg>
      </pc:sldChg>
      <pc:sldChg chg="modSp">
        <pc:chgData name="Nikhil Komari" userId="S::nkomari@uwo.ca::ee4f86d3-d7a1-47d5-a712-fe853323f13a" providerId="AD" clId="Web-{0AEFEA31-B41B-F018-D503-000C324A624A}" dt="2020-04-03T00:08:43.161" v="780" actId="20577"/>
        <pc:sldMkLst>
          <pc:docMk/>
          <pc:sldMk cId="1992484284" sldId="323"/>
        </pc:sldMkLst>
        <pc:spChg chg="mod">
          <ac:chgData name="Nikhil Komari" userId="S::nkomari@uwo.ca::ee4f86d3-d7a1-47d5-a712-fe853323f13a" providerId="AD" clId="Web-{0AEFEA31-B41B-F018-D503-000C324A624A}" dt="2020-04-03T00:08:43.161" v="780" actId="20577"/>
          <ac:spMkLst>
            <pc:docMk/>
            <pc:sldMk cId="1992484284" sldId="323"/>
            <ac:spMk id="6" creationId="{152ADB85-0025-4E0A-B62D-0D6377972C2F}"/>
          </ac:spMkLst>
        </pc:spChg>
      </pc:sldChg>
      <pc:sldChg chg="modSp">
        <pc:chgData name="Nikhil Komari" userId="S::nkomari@uwo.ca::ee4f86d3-d7a1-47d5-a712-fe853323f13a" providerId="AD" clId="Web-{0AEFEA31-B41B-F018-D503-000C324A624A}" dt="2020-04-03T00:12:00.975" v="864" actId="20577"/>
        <pc:sldMkLst>
          <pc:docMk/>
          <pc:sldMk cId="1516909487" sldId="324"/>
        </pc:sldMkLst>
        <pc:spChg chg="mod">
          <ac:chgData name="Nikhil Komari" userId="S::nkomari@uwo.ca::ee4f86d3-d7a1-47d5-a712-fe853323f13a" providerId="AD" clId="Web-{0AEFEA31-B41B-F018-D503-000C324A624A}" dt="2020-04-03T00:12:00.975" v="864" actId="20577"/>
          <ac:spMkLst>
            <pc:docMk/>
            <pc:sldMk cId="1516909487" sldId="324"/>
            <ac:spMk id="6" creationId="{152ADB85-0025-4E0A-B62D-0D6377972C2F}"/>
          </ac:spMkLst>
        </pc:spChg>
      </pc:sldChg>
      <pc:sldChg chg="modSp">
        <pc:chgData name="Nikhil Komari" userId="S::nkomari@uwo.ca::ee4f86d3-d7a1-47d5-a712-fe853323f13a" providerId="AD" clId="Web-{0AEFEA31-B41B-F018-D503-000C324A624A}" dt="2020-04-03T00:08:54.677" v="793" actId="20577"/>
        <pc:sldMkLst>
          <pc:docMk/>
          <pc:sldMk cId="1142560619" sldId="327"/>
        </pc:sldMkLst>
        <pc:spChg chg="mod">
          <ac:chgData name="Nikhil Komari" userId="S::nkomari@uwo.ca::ee4f86d3-d7a1-47d5-a712-fe853323f13a" providerId="AD" clId="Web-{0AEFEA31-B41B-F018-D503-000C324A624A}" dt="2020-04-03T00:08:54.677" v="793" actId="20577"/>
          <ac:spMkLst>
            <pc:docMk/>
            <pc:sldMk cId="1142560619" sldId="327"/>
            <ac:spMk id="6" creationId="{152ADB85-0025-4E0A-B62D-0D6377972C2F}"/>
          </ac:spMkLst>
        </pc:spChg>
      </pc:sldChg>
      <pc:sldChg chg="modSp">
        <pc:chgData name="Nikhil Komari" userId="S::nkomari@uwo.ca::ee4f86d3-d7a1-47d5-a712-fe853323f13a" providerId="AD" clId="Web-{0AEFEA31-B41B-F018-D503-000C324A624A}" dt="2020-04-02T23:49:15.730" v="508" actId="20577"/>
        <pc:sldMkLst>
          <pc:docMk/>
          <pc:sldMk cId="1839219276" sldId="351"/>
        </pc:sldMkLst>
        <pc:spChg chg="mod">
          <ac:chgData name="Nikhil Komari" userId="S::nkomari@uwo.ca::ee4f86d3-d7a1-47d5-a712-fe853323f13a" providerId="AD" clId="Web-{0AEFEA31-B41B-F018-D503-000C324A624A}" dt="2020-04-02T23:40:59.664" v="420" actId="20577"/>
          <ac:spMkLst>
            <pc:docMk/>
            <pc:sldMk cId="1839219276" sldId="351"/>
            <ac:spMk id="6" creationId="{152ADB85-0025-4E0A-B62D-0D6377972C2F}"/>
          </ac:spMkLst>
        </pc:spChg>
        <pc:graphicFrameChg chg="modGraphic">
          <ac:chgData name="Nikhil Komari" userId="S::nkomari@uwo.ca::ee4f86d3-d7a1-47d5-a712-fe853323f13a" providerId="AD" clId="Web-{0AEFEA31-B41B-F018-D503-000C324A624A}" dt="2020-04-02T23:49:15.730" v="508" actId="20577"/>
          <ac:graphicFrameMkLst>
            <pc:docMk/>
            <pc:sldMk cId="1839219276" sldId="351"/>
            <ac:graphicFrameMk id="17" creationId="{16ABED77-31FE-4EDA-A472-E0B431693583}"/>
          </ac:graphicFrameMkLst>
        </pc:graphicFrameChg>
      </pc:sldChg>
      <pc:sldChg chg="del">
        <pc:chgData name="Nikhil Komari" userId="S::nkomari@uwo.ca::ee4f86d3-d7a1-47d5-a712-fe853323f13a" providerId="AD" clId="Web-{0AEFEA31-B41B-F018-D503-000C324A624A}" dt="2020-04-02T23:51:33.591" v="509"/>
        <pc:sldMkLst>
          <pc:docMk/>
          <pc:sldMk cId="306272127" sldId="352"/>
        </pc:sldMkLst>
      </pc:sldChg>
      <pc:sldChg chg="addSp delSp modSp">
        <pc:chgData name="Nikhil Komari" userId="S::nkomari@uwo.ca::ee4f86d3-d7a1-47d5-a712-fe853323f13a" providerId="AD" clId="Web-{0AEFEA31-B41B-F018-D503-000C324A624A}" dt="2020-04-03T00:07:50.817" v="758" actId="20577"/>
        <pc:sldMkLst>
          <pc:docMk/>
          <pc:sldMk cId="2721782479" sldId="357"/>
        </pc:sldMkLst>
        <pc:spChg chg="mod">
          <ac:chgData name="Nikhil Komari" userId="S::nkomari@uwo.ca::ee4f86d3-d7a1-47d5-a712-fe853323f13a" providerId="AD" clId="Web-{0AEFEA31-B41B-F018-D503-000C324A624A}" dt="2020-04-02T23:57:49.094" v="522" actId="20577"/>
          <ac:spMkLst>
            <pc:docMk/>
            <pc:sldMk cId="2721782479" sldId="357"/>
            <ac:spMk id="6" creationId="{152ADB85-0025-4E0A-B62D-0D6377972C2F}"/>
          </ac:spMkLst>
        </pc:spChg>
        <pc:graphicFrameChg chg="add del modGraphic">
          <ac:chgData name="Nikhil Komari" userId="S::nkomari@uwo.ca::ee4f86d3-d7a1-47d5-a712-fe853323f13a" providerId="AD" clId="Web-{0AEFEA31-B41B-F018-D503-000C324A624A}" dt="2020-04-03T00:03:02.909" v="558"/>
          <ac:graphicFrameMkLst>
            <pc:docMk/>
            <pc:sldMk cId="2721782479" sldId="357"/>
            <ac:graphicFrameMk id="17" creationId="{16ABED77-31FE-4EDA-A472-E0B431693583}"/>
          </ac:graphicFrameMkLst>
        </pc:graphicFrameChg>
        <pc:graphicFrameChg chg="add mod modGraphic">
          <ac:chgData name="Nikhil Komari" userId="S::nkomari@uwo.ca::ee4f86d3-d7a1-47d5-a712-fe853323f13a" providerId="AD" clId="Web-{0AEFEA31-B41B-F018-D503-000C324A624A}" dt="2020-04-03T00:07:50.817" v="758" actId="20577"/>
          <ac:graphicFrameMkLst>
            <pc:docMk/>
            <pc:sldMk cId="2721782479" sldId="357"/>
            <ac:graphicFrameMk id="625" creationId="{E12EF7C9-60FE-4EFE-9370-EE6A5CDD7934}"/>
          </ac:graphicFrameMkLst>
        </pc:graphicFrameChg>
      </pc:sldChg>
      <pc:sldChg chg="del">
        <pc:chgData name="Nikhil Komari" userId="S::nkomari@uwo.ca::ee4f86d3-d7a1-47d5-a712-fe853323f13a" providerId="AD" clId="Web-{0AEFEA31-B41B-F018-D503-000C324A624A}" dt="2020-04-02T23:54:22.889" v="510"/>
        <pc:sldMkLst>
          <pc:docMk/>
          <pc:sldMk cId="1783047013" sldId="359"/>
        </pc:sldMkLst>
      </pc:sldChg>
      <pc:sldChg chg="del">
        <pc:chgData name="Nikhil Komari" userId="S::nkomari@uwo.ca::ee4f86d3-d7a1-47d5-a712-fe853323f13a" providerId="AD" clId="Web-{0AEFEA31-B41B-F018-D503-000C324A624A}" dt="2020-04-02T23:57:04.593" v="511"/>
        <pc:sldMkLst>
          <pc:docMk/>
          <pc:sldMk cId="921578843" sldId="360"/>
        </pc:sldMkLst>
      </pc:sldChg>
    </pc:docChg>
  </pc:docChgLst>
  <pc:docChgLst>
    <pc:chgData name="Deep Singh" userId="691de62b-f606-4f41-8936-1ade9fc66103" providerId="ADAL" clId="{5596A10D-2B1B-40B8-AAB5-7487B1CC7759}"/>
    <pc:docChg chg="undo redo custSel addSld delSld modSld sldOrd">
      <pc:chgData name="Deep Singh" userId="691de62b-f606-4f41-8936-1ade9fc66103" providerId="ADAL" clId="{5596A10D-2B1B-40B8-AAB5-7487B1CC7759}" dt="2020-04-03T16:15:51.480" v="2571" actId="164"/>
      <pc:docMkLst>
        <pc:docMk/>
      </pc:docMkLst>
      <pc:sldChg chg="delSp modSp">
        <pc:chgData name="Deep Singh" userId="691de62b-f606-4f41-8936-1ade9fc66103" providerId="ADAL" clId="{5596A10D-2B1B-40B8-AAB5-7487B1CC7759}" dt="2020-04-03T01:41:58.340" v="1754" actId="1037"/>
        <pc:sldMkLst>
          <pc:docMk/>
          <pc:sldMk cId="2712270058" sldId="285"/>
        </pc:sldMkLst>
        <pc:spChg chg="mod">
          <ac:chgData name="Deep Singh" userId="691de62b-f606-4f41-8936-1ade9fc66103" providerId="ADAL" clId="{5596A10D-2B1B-40B8-AAB5-7487B1CC7759}" dt="2020-04-02T23:21:35.287" v="1547" actId="27636"/>
          <ac:spMkLst>
            <pc:docMk/>
            <pc:sldMk cId="2712270058" sldId="285"/>
            <ac:spMk id="20" creationId="{80D993F9-6136-467F-9736-C46E90A2E191}"/>
          </ac:spMkLst>
        </pc:spChg>
        <pc:spChg chg="mod">
          <ac:chgData name="Deep Singh" userId="691de62b-f606-4f41-8936-1ade9fc66103" providerId="ADAL" clId="{5596A10D-2B1B-40B8-AAB5-7487B1CC7759}" dt="2020-04-03T01:41:58.340" v="1754" actId="1037"/>
          <ac:spMkLst>
            <pc:docMk/>
            <pc:sldMk cId="2712270058" sldId="285"/>
            <ac:spMk id="21" creationId="{C3CD0FBF-F292-4EEF-86F5-76486342E380}"/>
          </ac:spMkLst>
        </pc:spChg>
        <pc:spChg chg="mod">
          <ac:chgData name="Deep Singh" userId="691de62b-f606-4f41-8936-1ade9fc66103" providerId="ADAL" clId="{5596A10D-2B1B-40B8-AAB5-7487B1CC7759}" dt="2020-04-03T01:41:58.340" v="1754" actId="1037"/>
          <ac:spMkLst>
            <pc:docMk/>
            <pc:sldMk cId="2712270058" sldId="285"/>
            <ac:spMk id="22" creationId="{E9DAEF54-2714-4509-A0AA-828250ADF659}"/>
          </ac:spMkLst>
        </pc:spChg>
        <pc:spChg chg="mod">
          <ac:chgData name="Deep Singh" userId="691de62b-f606-4f41-8936-1ade9fc66103" providerId="ADAL" clId="{5596A10D-2B1B-40B8-AAB5-7487B1CC7759}" dt="2020-04-03T01:41:58.340" v="1754" actId="1037"/>
          <ac:spMkLst>
            <pc:docMk/>
            <pc:sldMk cId="2712270058" sldId="285"/>
            <ac:spMk id="37" creationId="{358AEACC-457B-4D31-90FE-068A1D6B5B3F}"/>
          </ac:spMkLst>
        </pc:spChg>
        <pc:spChg chg="mod">
          <ac:chgData name="Deep Singh" userId="691de62b-f606-4f41-8936-1ade9fc66103" providerId="ADAL" clId="{5596A10D-2B1B-40B8-AAB5-7487B1CC7759}" dt="2020-04-03T01:41:58.340" v="1754" actId="1037"/>
          <ac:spMkLst>
            <pc:docMk/>
            <pc:sldMk cId="2712270058" sldId="285"/>
            <ac:spMk id="38" creationId="{8A56B29E-E6AB-4277-8D33-5B6D8D32C263}"/>
          </ac:spMkLst>
        </pc:spChg>
        <pc:spChg chg="mod">
          <ac:chgData name="Deep Singh" userId="691de62b-f606-4f41-8936-1ade9fc66103" providerId="ADAL" clId="{5596A10D-2B1B-40B8-AAB5-7487B1CC7759}" dt="2020-04-03T01:41:58.340" v="1754" actId="1037"/>
          <ac:spMkLst>
            <pc:docMk/>
            <pc:sldMk cId="2712270058" sldId="285"/>
            <ac:spMk id="39" creationId="{FC600905-D24E-4782-AD4F-938A835C882D}"/>
          </ac:spMkLst>
        </pc:spChg>
        <pc:spChg chg="del">
          <ac:chgData name="Deep Singh" userId="691de62b-f606-4f41-8936-1ade9fc66103" providerId="ADAL" clId="{5596A10D-2B1B-40B8-AAB5-7487B1CC7759}" dt="2020-04-03T01:40:26.393" v="1623" actId="478"/>
          <ac:spMkLst>
            <pc:docMk/>
            <pc:sldMk cId="2712270058" sldId="285"/>
            <ac:spMk id="40" creationId="{40779E1D-6B63-4DB9-96FA-FE73314FEC42}"/>
          </ac:spMkLst>
        </pc:spChg>
        <pc:spChg chg="del">
          <ac:chgData name="Deep Singh" userId="691de62b-f606-4f41-8936-1ade9fc66103" providerId="ADAL" clId="{5596A10D-2B1B-40B8-AAB5-7487B1CC7759}" dt="2020-04-03T01:40:20.262" v="1622" actId="478"/>
          <ac:spMkLst>
            <pc:docMk/>
            <pc:sldMk cId="2712270058" sldId="285"/>
            <ac:spMk id="41" creationId="{11B18783-14B5-4DA5-ADE4-39B1ABCD9DDC}"/>
          </ac:spMkLst>
        </pc:spChg>
        <pc:spChg chg="del">
          <ac:chgData name="Deep Singh" userId="691de62b-f606-4f41-8936-1ade9fc66103" providerId="ADAL" clId="{5596A10D-2B1B-40B8-AAB5-7487B1CC7759}" dt="2020-04-03T01:41:40.408" v="1699" actId="478"/>
          <ac:spMkLst>
            <pc:docMk/>
            <pc:sldMk cId="2712270058" sldId="285"/>
            <ac:spMk id="42" creationId="{E11EC0FA-EFA9-4A6E-BD97-0C93FF484FE4}"/>
          </ac:spMkLst>
        </pc:spChg>
        <pc:spChg chg="mod">
          <ac:chgData name="Deep Singh" userId="691de62b-f606-4f41-8936-1ade9fc66103" providerId="ADAL" clId="{5596A10D-2B1B-40B8-AAB5-7487B1CC7759}" dt="2020-04-03T01:41:58.340" v="1754" actId="1037"/>
          <ac:spMkLst>
            <pc:docMk/>
            <pc:sldMk cId="2712270058" sldId="285"/>
            <ac:spMk id="43" creationId="{04B3DD6E-AD75-4E01-9401-9780AAA4BDAD}"/>
          </ac:spMkLst>
        </pc:spChg>
        <pc:spChg chg="mod">
          <ac:chgData name="Deep Singh" userId="691de62b-f606-4f41-8936-1ade9fc66103" providerId="ADAL" clId="{5596A10D-2B1B-40B8-AAB5-7487B1CC7759}" dt="2020-04-03T01:41:58.340" v="1754" actId="1037"/>
          <ac:spMkLst>
            <pc:docMk/>
            <pc:sldMk cId="2712270058" sldId="285"/>
            <ac:spMk id="44" creationId="{865EDF38-1842-45DD-931E-F37C9832FEC9}"/>
          </ac:spMkLst>
        </pc:spChg>
        <pc:spChg chg="mod">
          <ac:chgData name="Deep Singh" userId="691de62b-f606-4f41-8936-1ade9fc66103" providerId="ADAL" clId="{5596A10D-2B1B-40B8-AAB5-7487B1CC7759}" dt="2020-04-03T01:41:58.340" v="1754" actId="1037"/>
          <ac:spMkLst>
            <pc:docMk/>
            <pc:sldMk cId="2712270058" sldId="285"/>
            <ac:spMk id="45" creationId="{2DDD7A5B-22AF-45E2-94D6-140155308E0E}"/>
          </ac:spMkLst>
        </pc:spChg>
        <pc:spChg chg="mod">
          <ac:chgData name="Deep Singh" userId="691de62b-f606-4f41-8936-1ade9fc66103" providerId="ADAL" clId="{5596A10D-2B1B-40B8-AAB5-7487B1CC7759}" dt="2020-04-03T01:41:05.222" v="1668" actId="20577"/>
          <ac:spMkLst>
            <pc:docMk/>
            <pc:sldMk cId="2712270058" sldId="285"/>
            <ac:spMk id="47" creationId="{86ECBBAE-D181-45A4-A2DB-04E13725C5AB}"/>
          </ac:spMkLst>
        </pc:spChg>
        <pc:spChg chg="mod">
          <ac:chgData name="Deep Singh" userId="691de62b-f606-4f41-8936-1ade9fc66103" providerId="ADAL" clId="{5596A10D-2B1B-40B8-AAB5-7487B1CC7759}" dt="2020-04-03T01:41:16.897" v="1669" actId="20577"/>
          <ac:spMkLst>
            <pc:docMk/>
            <pc:sldMk cId="2712270058" sldId="285"/>
            <ac:spMk id="48" creationId="{0AA09125-DC9F-4640-8284-E34513AD7732}"/>
          </ac:spMkLst>
        </pc:spChg>
        <pc:spChg chg="mod">
          <ac:chgData name="Deep Singh" userId="691de62b-f606-4f41-8936-1ade9fc66103" providerId="ADAL" clId="{5596A10D-2B1B-40B8-AAB5-7487B1CC7759}" dt="2020-04-03T01:41:01.050" v="1667" actId="20577"/>
          <ac:spMkLst>
            <pc:docMk/>
            <pc:sldMk cId="2712270058" sldId="285"/>
            <ac:spMk id="50" creationId="{6ED75F4F-5043-479D-9724-29FACD3ABB7E}"/>
          </ac:spMkLst>
        </pc:spChg>
        <pc:spChg chg="mod">
          <ac:chgData name="Deep Singh" userId="691de62b-f606-4f41-8936-1ade9fc66103" providerId="ADAL" clId="{5596A10D-2B1B-40B8-AAB5-7487B1CC7759}" dt="2020-04-03T01:41:34.292" v="1697" actId="20577"/>
          <ac:spMkLst>
            <pc:docMk/>
            <pc:sldMk cId="2712270058" sldId="285"/>
            <ac:spMk id="51" creationId="{96D999F2-29F2-4BF6-80F7-79968E1F01E9}"/>
          </ac:spMkLst>
        </pc:spChg>
        <pc:spChg chg="mod">
          <ac:chgData name="Deep Singh" userId="691de62b-f606-4f41-8936-1ade9fc66103" providerId="ADAL" clId="{5596A10D-2B1B-40B8-AAB5-7487B1CC7759}" dt="2020-04-03T01:40:40.468" v="1625" actId="20577"/>
          <ac:spMkLst>
            <pc:docMk/>
            <pc:sldMk cId="2712270058" sldId="285"/>
            <ac:spMk id="56" creationId="{79111299-57BA-4309-992D-C304E00EADF6}"/>
          </ac:spMkLst>
        </pc:spChg>
        <pc:spChg chg="mod">
          <ac:chgData name="Deep Singh" userId="691de62b-f606-4f41-8936-1ade9fc66103" providerId="ADAL" clId="{5596A10D-2B1B-40B8-AAB5-7487B1CC7759}" dt="2020-04-03T01:40:45.635" v="1626" actId="20577"/>
          <ac:spMkLst>
            <pc:docMk/>
            <pc:sldMk cId="2712270058" sldId="285"/>
            <ac:spMk id="57" creationId="{E0D2959E-E992-4B01-B1C9-4C53F1213143}"/>
          </ac:spMkLst>
        </pc:spChg>
        <pc:grpChg chg="mod">
          <ac:chgData name="Deep Singh" userId="691de62b-f606-4f41-8936-1ade9fc66103" providerId="ADAL" clId="{5596A10D-2B1B-40B8-AAB5-7487B1CC7759}" dt="2020-04-03T01:41:58.340" v="1754" actId="1037"/>
          <ac:grpSpMkLst>
            <pc:docMk/>
            <pc:sldMk cId="2712270058" sldId="285"/>
            <ac:grpSpMk id="46" creationId="{E1F18B7B-027D-4470-9626-1DCBA32262B2}"/>
          </ac:grpSpMkLst>
        </pc:grpChg>
        <pc:grpChg chg="mod">
          <ac:chgData name="Deep Singh" userId="691de62b-f606-4f41-8936-1ade9fc66103" providerId="ADAL" clId="{5596A10D-2B1B-40B8-AAB5-7487B1CC7759}" dt="2020-04-03T01:41:58.340" v="1754" actId="1037"/>
          <ac:grpSpMkLst>
            <pc:docMk/>
            <pc:sldMk cId="2712270058" sldId="285"/>
            <ac:grpSpMk id="49" creationId="{A6DA75F5-4717-4EEC-9C77-5B418B281EDA}"/>
          </ac:grpSpMkLst>
        </pc:grpChg>
        <pc:grpChg chg="del">
          <ac:chgData name="Deep Singh" userId="691de62b-f606-4f41-8936-1ade9fc66103" providerId="ADAL" clId="{5596A10D-2B1B-40B8-AAB5-7487B1CC7759}" dt="2020-04-03T01:41:42.741" v="1700" actId="478"/>
          <ac:grpSpMkLst>
            <pc:docMk/>
            <pc:sldMk cId="2712270058" sldId="285"/>
            <ac:grpSpMk id="52" creationId="{2AC22BD6-20AC-47D5-9E7D-DAF995097A5C}"/>
          </ac:grpSpMkLst>
        </pc:grpChg>
        <pc:grpChg chg="mod">
          <ac:chgData name="Deep Singh" userId="691de62b-f606-4f41-8936-1ade9fc66103" providerId="ADAL" clId="{5596A10D-2B1B-40B8-AAB5-7487B1CC7759}" dt="2020-04-03T01:41:58.340" v="1754" actId="1037"/>
          <ac:grpSpMkLst>
            <pc:docMk/>
            <pc:sldMk cId="2712270058" sldId="285"/>
            <ac:grpSpMk id="55" creationId="{C973E429-A742-405C-A954-D74E998D9920}"/>
          </ac:grpSpMkLst>
        </pc:grpChg>
        <pc:picChg chg="mod">
          <ac:chgData name="Deep Singh" userId="691de62b-f606-4f41-8936-1ade9fc66103" providerId="ADAL" clId="{5596A10D-2B1B-40B8-AAB5-7487B1CC7759}" dt="2020-04-03T01:41:58.340" v="1754" actId="1037"/>
          <ac:picMkLst>
            <pc:docMk/>
            <pc:sldMk cId="2712270058" sldId="285"/>
            <ac:picMk id="58" creationId="{DE7793AB-20C9-490D-8DB4-0F1840E470AB}"/>
          </ac:picMkLst>
        </pc:picChg>
        <pc:picChg chg="del">
          <ac:chgData name="Deep Singh" userId="691de62b-f606-4f41-8936-1ade9fc66103" providerId="ADAL" clId="{5596A10D-2B1B-40B8-AAB5-7487B1CC7759}" dt="2020-04-03T01:41:37.323" v="1698" actId="478"/>
          <ac:picMkLst>
            <pc:docMk/>
            <pc:sldMk cId="2712270058" sldId="285"/>
            <ac:picMk id="59" creationId="{783B87F1-8D02-4A15-843A-E52E38EC883C}"/>
          </ac:picMkLst>
        </pc:picChg>
        <pc:picChg chg="mod">
          <ac:chgData name="Deep Singh" userId="691de62b-f606-4f41-8936-1ade9fc66103" providerId="ADAL" clId="{5596A10D-2B1B-40B8-AAB5-7487B1CC7759}" dt="2020-04-03T01:41:58.340" v="1754" actId="1037"/>
          <ac:picMkLst>
            <pc:docMk/>
            <pc:sldMk cId="2712270058" sldId="285"/>
            <ac:picMk id="60" creationId="{28F93E0E-5167-450A-92D8-036786257553}"/>
          </ac:picMkLst>
        </pc:picChg>
        <pc:picChg chg="mod">
          <ac:chgData name="Deep Singh" userId="691de62b-f606-4f41-8936-1ade9fc66103" providerId="ADAL" clId="{5596A10D-2B1B-40B8-AAB5-7487B1CC7759}" dt="2020-04-03T01:41:58.340" v="1754" actId="1037"/>
          <ac:picMkLst>
            <pc:docMk/>
            <pc:sldMk cId="2712270058" sldId="285"/>
            <ac:picMk id="61" creationId="{50C2A500-EC48-42AB-A5BD-65C777C51FAE}"/>
          </ac:picMkLst>
        </pc:picChg>
      </pc:sldChg>
      <pc:sldChg chg="addSp delSp modSp del">
        <pc:chgData name="Deep Singh" userId="691de62b-f606-4f41-8936-1ade9fc66103" providerId="ADAL" clId="{5596A10D-2B1B-40B8-AAB5-7487B1CC7759}" dt="2020-04-03T01:36:52.677" v="1570" actId="47"/>
        <pc:sldMkLst>
          <pc:docMk/>
          <pc:sldMk cId="3446036230" sldId="291"/>
        </pc:sldMkLst>
        <pc:spChg chg="del">
          <ac:chgData name="Deep Singh" userId="691de62b-f606-4f41-8936-1ade9fc66103" providerId="ADAL" clId="{5596A10D-2B1B-40B8-AAB5-7487B1CC7759}" dt="2020-04-02T22:21:39.202" v="1270" actId="478"/>
          <ac:spMkLst>
            <pc:docMk/>
            <pc:sldMk cId="3446036230" sldId="291"/>
            <ac:spMk id="40" creationId="{40779E1D-6B63-4DB9-96FA-FE73314FEC42}"/>
          </ac:spMkLst>
        </pc:spChg>
        <pc:picChg chg="add mod">
          <ac:chgData name="Deep Singh" userId="691de62b-f606-4f41-8936-1ade9fc66103" providerId="ADAL" clId="{5596A10D-2B1B-40B8-AAB5-7487B1CC7759}" dt="2020-04-03T01:12:43.082" v="1569" actId="1076"/>
          <ac:picMkLst>
            <pc:docMk/>
            <pc:sldMk cId="3446036230" sldId="291"/>
            <ac:picMk id="4" creationId="{2687C5BD-C99F-408D-ADE7-65EBEAC557BD}"/>
          </ac:picMkLst>
        </pc:picChg>
        <pc:picChg chg="del">
          <ac:chgData name="Deep Singh" userId="691de62b-f606-4f41-8936-1ade9fc66103" providerId="ADAL" clId="{5596A10D-2B1B-40B8-AAB5-7487B1CC7759}" dt="2020-04-03T01:12:16.306" v="1563" actId="478"/>
          <ac:picMkLst>
            <pc:docMk/>
            <pc:sldMk cId="3446036230" sldId="291"/>
            <ac:picMk id="9" creationId="{280197B6-8000-4D71-B1DE-892FEE79D5FB}"/>
          </ac:picMkLst>
        </pc:picChg>
      </pc:sldChg>
      <pc:sldChg chg="addSp delSp modSp">
        <pc:chgData name="Deep Singh" userId="691de62b-f606-4f41-8936-1ade9fc66103" providerId="ADAL" clId="{5596A10D-2B1B-40B8-AAB5-7487B1CC7759}" dt="2020-04-03T01:44:02.694" v="1866" actId="1076"/>
        <pc:sldMkLst>
          <pc:docMk/>
          <pc:sldMk cId="3374568400" sldId="292"/>
        </pc:sldMkLst>
        <pc:spChg chg="del">
          <ac:chgData name="Deep Singh" userId="691de62b-f606-4f41-8936-1ade9fc66103" providerId="ADAL" clId="{5596A10D-2B1B-40B8-AAB5-7487B1CC7759}" dt="2020-04-02T22:22:02.159" v="1272" actId="478"/>
          <ac:spMkLst>
            <pc:docMk/>
            <pc:sldMk cId="3374568400" sldId="292"/>
            <ac:spMk id="36" creationId="{0FADA108-09AA-4674-A9D2-34B3F736A3DD}"/>
          </ac:spMkLst>
        </pc:spChg>
        <pc:spChg chg="mod">
          <ac:chgData name="Deep Singh" userId="691de62b-f606-4f41-8936-1ade9fc66103" providerId="ADAL" clId="{5596A10D-2B1B-40B8-AAB5-7487B1CC7759}" dt="2020-04-03T01:42:34.717" v="1761" actId="20577"/>
          <ac:spMkLst>
            <pc:docMk/>
            <pc:sldMk cId="3374568400" sldId="292"/>
            <ac:spMk id="63" creationId="{8B2174FA-71C4-4228-8CAE-8AE9C98CFE94}"/>
          </ac:spMkLst>
        </pc:spChg>
        <pc:spChg chg="mod">
          <ac:chgData name="Deep Singh" userId="691de62b-f606-4f41-8936-1ade9fc66103" providerId="ADAL" clId="{5596A10D-2B1B-40B8-AAB5-7487B1CC7759}" dt="2020-04-03T01:42:40.917" v="1762" actId="20577"/>
          <ac:spMkLst>
            <pc:docMk/>
            <pc:sldMk cId="3374568400" sldId="292"/>
            <ac:spMk id="68" creationId="{2ADB3FDA-10B9-45BF-ABF7-2A977098118B}"/>
          </ac:spMkLst>
        </pc:spChg>
        <pc:picChg chg="add mod">
          <ac:chgData name="Deep Singh" userId="691de62b-f606-4f41-8936-1ade9fc66103" providerId="ADAL" clId="{5596A10D-2B1B-40B8-AAB5-7487B1CC7759}" dt="2020-04-03T01:44:02.694" v="1866" actId="1076"/>
          <ac:picMkLst>
            <pc:docMk/>
            <pc:sldMk cId="3374568400" sldId="292"/>
            <ac:picMk id="4" creationId="{E744A5C3-2A47-4779-ADD4-DB29C570FEFB}"/>
          </ac:picMkLst>
        </pc:picChg>
        <pc:picChg chg="del">
          <ac:chgData name="Deep Singh" userId="691de62b-f606-4f41-8936-1ade9fc66103" providerId="ADAL" clId="{5596A10D-2B1B-40B8-AAB5-7487B1CC7759}" dt="2020-04-03T01:43:55.184" v="1863" actId="478"/>
          <ac:picMkLst>
            <pc:docMk/>
            <pc:sldMk cId="3374568400" sldId="292"/>
            <ac:picMk id="5" creationId="{2CF6ECC7-0F06-4462-AAC2-690B7C0D503C}"/>
          </ac:picMkLst>
        </pc:picChg>
      </pc:sldChg>
      <pc:sldChg chg="del">
        <pc:chgData name="Deep Singh" userId="691de62b-f606-4f41-8936-1ade9fc66103" providerId="ADAL" clId="{5596A10D-2B1B-40B8-AAB5-7487B1CC7759}" dt="2020-04-02T23:08:28.331" v="1273" actId="47"/>
        <pc:sldMkLst>
          <pc:docMk/>
          <pc:sldMk cId="2673105863" sldId="293"/>
        </pc:sldMkLst>
      </pc:sldChg>
      <pc:sldChg chg="addSp delSp modSp">
        <pc:chgData name="Deep Singh" userId="691de62b-f606-4f41-8936-1ade9fc66103" providerId="ADAL" clId="{5596A10D-2B1B-40B8-AAB5-7487B1CC7759}" dt="2020-04-03T01:49:30.575" v="1893" actId="1038"/>
        <pc:sldMkLst>
          <pc:docMk/>
          <pc:sldMk cId="2981203581" sldId="294"/>
        </pc:sldMkLst>
        <pc:spChg chg="del">
          <ac:chgData name="Deep Singh" userId="691de62b-f606-4f41-8936-1ade9fc66103" providerId="ADAL" clId="{5596A10D-2B1B-40B8-AAB5-7487B1CC7759}" dt="2020-04-02T22:21:32.179" v="1269" actId="478"/>
          <ac:spMkLst>
            <pc:docMk/>
            <pc:sldMk cId="2981203581" sldId="294"/>
            <ac:spMk id="40" creationId="{40779E1D-6B63-4DB9-96FA-FE73314FEC42}"/>
          </ac:spMkLst>
        </pc:spChg>
        <pc:spChg chg="mod">
          <ac:chgData name="Deep Singh" userId="691de62b-f606-4f41-8936-1ade9fc66103" providerId="ADAL" clId="{5596A10D-2B1B-40B8-AAB5-7487B1CC7759}" dt="2020-04-03T01:42:11.953" v="1757" actId="20577"/>
          <ac:spMkLst>
            <pc:docMk/>
            <pc:sldMk cId="2981203581" sldId="294"/>
            <ac:spMk id="41" creationId="{11B18783-14B5-4DA5-ADE4-39B1ABCD9DDC}"/>
          </ac:spMkLst>
        </pc:spChg>
        <pc:spChg chg="mod">
          <ac:chgData name="Deep Singh" userId="691de62b-f606-4f41-8936-1ade9fc66103" providerId="ADAL" clId="{5596A10D-2B1B-40B8-AAB5-7487B1CC7759}" dt="2020-04-03T01:42:07.301" v="1755" actId="20577"/>
          <ac:spMkLst>
            <pc:docMk/>
            <pc:sldMk cId="2981203581" sldId="294"/>
            <ac:spMk id="53" creationId="{BF2FACD0-D85B-454E-A276-FD6143C80AEC}"/>
          </ac:spMkLst>
        </pc:spChg>
        <pc:spChg chg="mod">
          <ac:chgData name="Deep Singh" userId="691de62b-f606-4f41-8936-1ade9fc66103" providerId="ADAL" clId="{5596A10D-2B1B-40B8-AAB5-7487B1CC7759}" dt="2020-04-03T01:42:17.571" v="1758" actId="20577"/>
          <ac:spMkLst>
            <pc:docMk/>
            <pc:sldMk cId="2981203581" sldId="294"/>
            <ac:spMk id="54" creationId="{5A0B9849-37EC-4804-94E9-F338778109B0}"/>
          </ac:spMkLst>
        </pc:spChg>
        <pc:picChg chg="del">
          <ac:chgData name="Deep Singh" userId="691de62b-f606-4f41-8936-1ade9fc66103" providerId="ADAL" clId="{5596A10D-2B1B-40B8-AAB5-7487B1CC7759}" dt="2020-04-03T01:11:16.300" v="1556" actId="478"/>
          <ac:picMkLst>
            <pc:docMk/>
            <pc:sldMk cId="2981203581" sldId="294"/>
            <ac:picMk id="4" creationId="{21BDBD29-80EA-4DE6-A5E0-19DCA20DD33F}"/>
          </ac:picMkLst>
        </pc:picChg>
        <pc:picChg chg="add del mod">
          <ac:chgData name="Deep Singh" userId="691de62b-f606-4f41-8936-1ade9fc66103" providerId="ADAL" clId="{5596A10D-2B1B-40B8-AAB5-7487B1CC7759}" dt="2020-04-03T01:37:49.293" v="1571" actId="478"/>
          <ac:picMkLst>
            <pc:docMk/>
            <pc:sldMk cId="2981203581" sldId="294"/>
            <ac:picMk id="6" creationId="{49C0704E-9C69-454F-8969-D084023C3373}"/>
          </ac:picMkLst>
        </pc:picChg>
        <pc:picChg chg="add del mod">
          <ac:chgData name="Deep Singh" userId="691de62b-f606-4f41-8936-1ade9fc66103" providerId="ADAL" clId="{5596A10D-2B1B-40B8-AAB5-7487B1CC7759}" dt="2020-04-03T01:43:21.245" v="1763" actId="478"/>
          <ac:picMkLst>
            <pc:docMk/>
            <pc:sldMk cId="2981203581" sldId="294"/>
            <ac:picMk id="7" creationId="{B24DE2A9-D7D4-45F6-9AA4-4A4041388121}"/>
          </ac:picMkLst>
        </pc:picChg>
        <pc:picChg chg="add del mod">
          <ac:chgData name="Deep Singh" userId="691de62b-f606-4f41-8936-1ade9fc66103" providerId="ADAL" clId="{5596A10D-2B1B-40B8-AAB5-7487B1CC7759}" dt="2020-04-03T01:49:13.762" v="1869" actId="478"/>
          <ac:picMkLst>
            <pc:docMk/>
            <pc:sldMk cId="2981203581" sldId="294"/>
            <ac:picMk id="8" creationId="{DE61011C-5701-43BF-991B-024A5E284253}"/>
          </ac:picMkLst>
        </pc:picChg>
        <pc:picChg chg="add del">
          <ac:chgData name="Deep Singh" userId="691de62b-f606-4f41-8936-1ade9fc66103" providerId="ADAL" clId="{5596A10D-2B1B-40B8-AAB5-7487B1CC7759}" dt="2020-04-03T01:47:12.861" v="1868"/>
          <ac:picMkLst>
            <pc:docMk/>
            <pc:sldMk cId="2981203581" sldId="294"/>
            <ac:picMk id="9" creationId="{B093997E-4BF4-4557-9CF6-1778C639E302}"/>
          </ac:picMkLst>
        </pc:picChg>
        <pc:picChg chg="add mod">
          <ac:chgData name="Deep Singh" userId="691de62b-f606-4f41-8936-1ade9fc66103" providerId="ADAL" clId="{5596A10D-2B1B-40B8-AAB5-7487B1CC7759}" dt="2020-04-03T01:49:30.575" v="1893" actId="1038"/>
          <ac:picMkLst>
            <pc:docMk/>
            <pc:sldMk cId="2981203581" sldId="294"/>
            <ac:picMk id="10" creationId="{1E5DF0A6-34BC-4C3A-9B2F-CDA96F0621F1}"/>
          </ac:picMkLst>
        </pc:picChg>
      </pc:sldChg>
      <pc:sldChg chg="addSp delSp modSp">
        <pc:chgData name="Deep Singh" userId="691de62b-f606-4f41-8936-1ade9fc66103" providerId="ADAL" clId="{5596A10D-2B1B-40B8-AAB5-7487B1CC7759}" dt="2020-04-03T01:43:43.224" v="1862" actId="1037"/>
        <pc:sldMkLst>
          <pc:docMk/>
          <pc:sldMk cId="1726724270" sldId="295"/>
        </pc:sldMkLst>
        <pc:spChg chg="del">
          <ac:chgData name="Deep Singh" userId="691de62b-f606-4f41-8936-1ade9fc66103" providerId="ADAL" clId="{5596A10D-2B1B-40B8-AAB5-7487B1CC7759}" dt="2020-04-02T22:21:42.309" v="1271" actId="478"/>
          <ac:spMkLst>
            <pc:docMk/>
            <pc:sldMk cId="1726724270" sldId="295"/>
            <ac:spMk id="26" creationId="{5CC87B6C-79D3-4DDB-87EB-811F43741597}"/>
          </ac:spMkLst>
        </pc:spChg>
        <pc:spChg chg="mod">
          <ac:chgData name="Deep Singh" userId="691de62b-f606-4f41-8936-1ade9fc66103" providerId="ADAL" clId="{5596A10D-2B1B-40B8-AAB5-7487B1CC7759}" dt="2020-04-03T01:42:23.940" v="1759" actId="20577"/>
          <ac:spMkLst>
            <pc:docMk/>
            <pc:sldMk cId="1726724270" sldId="295"/>
            <ac:spMk id="27" creationId="{12B5CA9D-6CB5-424A-B7AE-A3DCAD055257}"/>
          </ac:spMkLst>
        </pc:spChg>
        <pc:spChg chg="mod">
          <ac:chgData name="Deep Singh" userId="691de62b-f606-4f41-8936-1ade9fc66103" providerId="ADAL" clId="{5596A10D-2B1B-40B8-AAB5-7487B1CC7759}" dt="2020-04-03T01:42:27.464" v="1760" actId="20577"/>
          <ac:spMkLst>
            <pc:docMk/>
            <pc:sldMk cId="1726724270" sldId="295"/>
            <ac:spMk id="32" creationId="{FAB04311-D268-4012-9367-E72D59EC0DF5}"/>
          </ac:spMkLst>
        </pc:spChg>
        <pc:picChg chg="add mod">
          <ac:chgData name="Deep Singh" userId="691de62b-f606-4f41-8936-1ade9fc66103" providerId="ADAL" clId="{5596A10D-2B1B-40B8-AAB5-7487B1CC7759}" dt="2020-04-03T01:43:43.224" v="1862" actId="1037"/>
          <ac:picMkLst>
            <pc:docMk/>
            <pc:sldMk cId="1726724270" sldId="295"/>
            <ac:picMk id="4" creationId="{F4C61811-F221-497D-B43C-9B12B7E96451}"/>
          </ac:picMkLst>
        </pc:picChg>
        <pc:picChg chg="del">
          <ac:chgData name="Deep Singh" userId="691de62b-f606-4f41-8936-1ade9fc66103" providerId="ADAL" clId="{5596A10D-2B1B-40B8-AAB5-7487B1CC7759}" dt="2020-04-03T01:43:37.638" v="1803" actId="478"/>
          <ac:picMkLst>
            <pc:docMk/>
            <pc:sldMk cId="1726724270" sldId="295"/>
            <ac:picMk id="5" creationId="{4B081C29-4315-41E4-AAA7-805E888F65AE}"/>
          </ac:picMkLst>
        </pc:picChg>
      </pc:sldChg>
      <pc:sldChg chg="del ord">
        <pc:chgData name="Deep Singh" userId="691de62b-f606-4f41-8936-1ade9fc66103" providerId="ADAL" clId="{5596A10D-2B1B-40B8-AAB5-7487B1CC7759}" dt="2020-04-02T23:08:28.331" v="1273" actId="47"/>
        <pc:sldMkLst>
          <pc:docMk/>
          <pc:sldMk cId="461704152" sldId="297"/>
        </pc:sldMkLst>
      </pc:sldChg>
      <pc:sldChg chg="modSp">
        <pc:chgData name="Deep Singh" userId="691de62b-f606-4f41-8936-1ade9fc66103" providerId="ADAL" clId="{5596A10D-2B1B-40B8-AAB5-7487B1CC7759}" dt="2020-04-03T04:15:25.773" v="2499" actId="207"/>
        <pc:sldMkLst>
          <pc:docMk/>
          <pc:sldMk cId="115831481" sldId="298"/>
        </pc:sldMkLst>
        <pc:spChg chg="mod">
          <ac:chgData name="Deep Singh" userId="691de62b-f606-4f41-8936-1ade9fc66103" providerId="ADAL" clId="{5596A10D-2B1B-40B8-AAB5-7487B1CC7759}" dt="2020-04-02T23:20:22.881" v="1493" actId="20577"/>
          <ac:spMkLst>
            <pc:docMk/>
            <pc:sldMk cId="115831481" sldId="298"/>
            <ac:spMk id="6" creationId="{152ADB85-0025-4E0A-B62D-0D6377972C2F}"/>
          </ac:spMkLst>
        </pc:spChg>
        <pc:spChg chg="mod">
          <ac:chgData name="Deep Singh" userId="691de62b-f606-4f41-8936-1ade9fc66103" providerId="ADAL" clId="{5596A10D-2B1B-40B8-AAB5-7487B1CC7759}" dt="2020-04-03T04:15:17.785" v="2498" actId="1037"/>
          <ac:spMkLst>
            <pc:docMk/>
            <pc:sldMk cId="115831481" sldId="298"/>
            <ac:spMk id="19" creationId="{D92752F0-F34A-4209-AF2C-0193F7641D6A}"/>
          </ac:spMkLst>
        </pc:spChg>
        <pc:spChg chg="mod">
          <ac:chgData name="Deep Singh" userId="691de62b-f606-4f41-8936-1ade9fc66103" providerId="ADAL" clId="{5596A10D-2B1B-40B8-AAB5-7487B1CC7759}" dt="2020-04-03T04:15:25.773" v="2499" actId="207"/>
          <ac:spMkLst>
            <pc:docMk/>
            <pc:sldMk cId="115831481" sldId="298"/>
            <ac:spMk id="23" creationId="{4EC9E5F5-9F28-47B1-8D3F-F8611D7F2211}"/>
          </ac:spMkLst>
        </pc:spChg>
        <pc:spChg chg="mod">
          <ac:chgData name="Deep Singh" userId="691de62b-f606-4f41-8936-1ade9fc66103" providerId="ADAL" clId="{5596A10D-2B1B-40B8-AAB5-7487B1CC7759}" dt="2020-04-03T04:15:25.773" v="2499" actId="207"/>
          <ac:spMkLst>
            <pc:docMk/>
            <pc:sldMk cId="115831481" sldId="298"/>
            <ac:spMk id="25" creationId="{9A1295E5-34AB-47DB-A274-4B8E2ACB4226}"/>
          </ac:spMkLst>
        </pc:spChg>
        <pc:spChg chg="mod">
          <ac:chgData name="Deep Singh" userId="691de62b-f606-4f41-8936-1ade9fc66103" providerId="ADAL" clId="{5596A10D-2B1B-40B8-AAB5-7487B1CC7759}" dt="2020-04-03T04:14:59.388" v="2452" actId="1035"/>
          <ac:spMkLst>
            <pc:docMk/>
            <pc:sldMk cId="115831481" sldId="298"/>
            <ac:spMk id="26" creationId="{416CA8B5-454F-45FB-B58C-EBE133C74844}"/>
          </ac:spMkLst>
        </pc:spChg>
        <pc:cxnChg chg="mod">
          <ac:chgData name="Deep Singh" userId="691de62b-f606-4f41-8936-1ade9fc66103" providerId="ADAL" clId="{5596A10D-2B1B-40B8-AAB5-7487B1CC7759}" dt="2020-04-03T04:15:17.785" v="2498" actId="1037"/>
          <ac:cxnSpMkLst>
            <pc:docMk/>
            <pc:sldMk cId="115831481" sldId="298"/>
            <ac:cxnSpMk id="22" creationId="{B5758C53-39DF-49D7-8BE0-B8E1339A5F5E}"/>
          </ac:cxnSpMkLst>
        </pc:cxnChg>
        <pc:cxnChg chg="mod">
          <ac:chgData name="Deep Singh" userId="691de62b-f606-4f41-8936-1ade9fc66103" providerId="ADAL" clId="{5596A10D-2B1B-40B8-AAB5-7487B1CC7759}" dt="2020-04-03T04:15:17.785" v="2498" actId="1037"/>
          <ac:cxnSpMkLst>
            <pc:docMk/>
            <pc:sldMk cId="115831481" sldId="298"/>
            <ac:cxnSpMk id="24" creationId="{B279A90F-7342-4C6C-8AA2-69A37CAC72DC}"/>
          </ac:cxnSpMkLst>
        </pc:cxnChg>
        <pc:cxnChg chg="mod">
          <ac:chgData name="Deep Singh" userId="691de62b-f606-4f41-8936-1ade9fc66103" providerId="ADAL" clId="{5596A10D-2B1B-40B8-AAB5-7487B1CC7759}" dt="2020-04-03T04:14:59.388" v="2452" actId="1035"/>
          <ac:cxnSpMkLst>
            <pc:docMk/>
            <pc:sldMk cId="115831481" sldId="298"/>
            <ac:cxnSpMk id="27" creationId="{98E6A45E-490A-4A0B-94CE-3ACD36C080B5}"/>
          </ac:cxnSpMkLst>
        </pc:cxnChg>
      </pc:sldChg>
      <pc:sldChg chg="del">
        <pc:chgData name="Deep Singh" userId="691de62b-f606-4f41-8936-1ade9fc66103" providerId="ADAL" clId="{5596A10D-2B1B-40B8-AAB5-7487B1CC7759}" dt="2020-04-02T22:11:16.499" v="1244" actId="2696"/>
        <pc:sldMkLst>
          <pc:docMk/>
          <pc:sldMk cId="181570054" sldId="299"/>
        </pc:sldMkLst>
      </pc:sldChg>
      <pc:sldChg chg="addSp delSp modSp">
        <pc:chgData name="Deep Singh" userId="691de62b-f606-4f41-8936-1ade9fc66103" providerId="ADAL" clId="{5596A10D-2B1B-40B8-AAB5-7487B1CC7759}" dt="2020-04-03T04:00:12.411" v="2439" actId="1076"/>
        <pc:sldMkLst>
          <pc:docMk/>
          <pc:sldMk cId="1346420906" sldId="302"/>
        </pc:sldMkLst>
        <pc:grpChg chg="add mod">
          <ac:chgData name="Deep Singh" userId="691de62b-f606-4f41-8936-1ade9fc66103" providerId="ADAL" clId="{5596A10D-2B1B-40B8-AAB5-7487B1CC7759}" dt="2020-04-03T04:00:12.411" v="2439" actId="1076"/>
          <ac:grpSpMkLst>
            <pc:docMk/>
            <pc:sldMk cId="1346420906" sldId="302"/>
            <ac:grpSpMk id="20" creationId="{3102A7B8-0C65-4810-94ED-2A2FAA71E2E0}"/>
          </ac:grpSpMkLst>
        </pc:grpChg>
        <pc:picChg chg="del">
          <ac:chgData name="Deep Singh" userId="691de62b-f606-4f41-8936-1ade9fc66103" providerId="ADAL" clId="{5596A10D-2B1B-40B8-AAB5-7487B1CC7759}" dt="2020-04-03T01:51:31.089" v="1993" actId="478"/>
          <ac:picMkLst>
            <pc:docMk/>
            <pc:sldMk cId="1346420906" sldId="302"/>
            <ac:picMk id="867" creationId="{D374F5FA-57A3-42BC-A6B4-A42DD2A9E7A8}"/>
          </ac:picMkLst>
        </pc:picChg>
      </pc:sldChg>
      <pc:sldChg chg="addSp delSp modSp">
        <pc:chgData name="Deep Singh" userId="691de62b-f606-4f41-8936-1ade9fc66103" providerId="ADAL" clId="{5596A10D-2B1B-40B8-AAB5-7487B1CC7759}" dt="2020-04-03T01:51:12.074" v="1992" actId="1038"/>
        <pc:sldMkLst>
          <pc:docMk/>
          <pc:sldMk cId="3101472418" sldId="320"/>
        </pc:sldMkLst>
        <pc:grpChg chg="add mod">
          <ac:chgData name="Deep Singh" userId="691de62b-f606-4f41-8936-1ade9fc66103" providerId="ADAL" clId="{5596A10D-2B1B-40B8-AAB5-7487B1CC7759}" dt="2020-04-03T01:51:12.074" v="1992" actId="1038"/>
          <ac:grpSpMkLst>
            <pc:docMk/>
            <pc:sldMk cId="3101472418" sldId="320"/>
            <ac:grpSpMk id="22" creationId="{9A65C701-D3B1-47BE-AE75-4D5AAB1BEF18}"/>
          </ac:grpSpMkLst>
        </pc:grpChg>
        <pc:picChg chg="del">
          <ac:chgData name="Deep Singh" userId="691de62b-f606-4f41-8936-1ade9fc66103" providerId="ADAL" clId="{5596A10D-2B1B-40B8-AAB5-7487B1CC7759}" dt="2020-04-03T01:50:54.895" v="1936" actId="478"/>
          <ac:picMkLst>
            <pc:docMk/>
            <pc:sldMk cId="3101472418" sldId="320"/>
            <ac:picMk id="93" creationId="{36844AC5-6C9F-4513-93C4-4E44C7815B50}"/>
          </ac:picMkLst>
        </pc:picChg>
      </pc:sldChg>
      <pc:sldChg chg="addSp delSp modSp">
        <pc:chgData name="Deep Singh" userId="691de62b-f606-4f41-8936-1ade9fc66103" providerId="ADAL" clId="{5596A10D-2B1B-40B8-AAB5-7487B1CC7759}" dt="2020-04-03T16:15:51.480" v="2571" actId="164"/>
        <pc:sldMkLst>
          <pc:docMk/>
          <pc:sldMk cId="1621998222" sldId="321"/>
        </pc:sldMkLst>
        <pc:grpChg chg="add mod">
          <ac:chgData name="Deep Singh" userId="691de62b-f606-4f41-8936-1ade9fc66103" providerId="ADAL" clId="{5596A10D-2B1B-40B8-AAB5-7487B1CC7759}" dt="2020-04-03T16:15:51.480" v="2571" actId="164"/>
          <ac:grpSpMkLst>
            <pc:docMk/>
            <pc:sldMk cId="1621998222" sldId="321"/>
            <ac:grpSpMk id="7" creationId="{CFA4ADB0-39C4-40B7-870B-D35FFE5AC9D3}"/>
          </ac:grpSpMkLst>
        </pc:grpChg>
        <pc:grpChg chg="add mod">
          <ac:chgData name="Deep Singh" userId="691de62b-f606-4f41-8936-1ade9fc66103" providerId="ADAL" clId="{5596A10D-2B1B-40B8-AAB5-7487B1CC7759}" dt="2020-04-03T16:15:51.480" v="2571" actId="164"/>
          <ac:grpSpMkLst>
            <pc:docMk/>
            <pc:sldMk cId="1621998222" sldId="321"/>
            <ac:grpSpMk id="23" creationId="{AD777E01-2AF8-411E-AE40-CA44E774D3FC}"/>
          </ac:grpSpMkLst>
        </pc:grpChg>
        <pc:picChg chg="del">
          <ac:chgData name="Deep Singh" userId="691de62b-f606-4f41-8936-1ade9fc66103" providerId="ADAL" clId="{5596A10D-2B1B-40B8-AAB5-7487B1CC7759}" dt="2020-04-03T01:50:21.267" v="1894" actId="478"/>
          <ac:picMkLst>
            <pc:docMk/>
            <pc:sldMk cId="1621998222" sldId="321"/>
            <ac:picMk id="183" creationId="{75C5DCD3-A9F4-4BB2-91F7-6F0EF9CF759E}"/>
          </ac:picMkLst>
        </pc:picChg>
        <pc:cxnChg chg="add mod">
          <ac:chgData name="Deep Singh" userId="691de62b-f606-4f41-8936-1ade9fc66103" providerId="ADAL" clId="{5596A10D-2B1B-40B8-AAB5-7487B1CC7759}" dt="2020-04-03T16:15:51.480" v="2571" actId="164"/>
          <ac:cxnSpMkLst>
            <pc:docMk/>
            <pc:sldMk cId="1621998222" sldId="321"/>
            <ac:cxnSpMk id="3" creationId="{4AF3CD17-DEE3-442B-9BD4-B5B87F9207DA}"/>
          </ac:cxnSpMkLst>
        </pc:cxnChg>
      </pc:sldChg>
      <pc:sldChg chg="modSp del">
        <pc:chgData name="Deep Singh" userId="691de62b-f606-4f41-8936-1ade9fc66103" providerId="ADAL" clId="{5596A10D-2B1B-40B8-AAB5-7487B1CC7759}" dt="2020-04-02T23:08:28.331" v="1273" actId="47"/>
        <pc:sldMkLst>
          <pc:docMk/>
          <pc:sldMk cId="3378493652" sldId="322"/>
        </pc:sldMkLst>
        <pc:spChg chg="mod">
          <ac:chgData name="Deep Singh" userId="691de62b-f606-4f41-8936-1ade9fc66103" providerId="ADAL" clId="{5596A10D-2B1B-40B8-AAB5-7487B1CC7759}" dt="2020-04-02T21:13:39.670" v="4" actId="20577"/>
          <ac:spMkLst>
            <pc:docMk/>
            <pc:sldMk cId="3378493652" sldId="322"/>
            <ac:spMk id="6" creationId="{152ADB85-0025-4E0A-B62D-0D6377972C2F}"/>
          </ac:spMkLst>
        </pc:spChg>
      </pc:sldChg>
      <pc:sldChg chg="addSp delSp modSp">
        <pc:chgData name="Deep Singh" userId="691de62b-f606-4f41-8936-1ade9fc66103" providerId="ADAL" clId="{5596A10D-2B1B-40B8-AAB5-7487B1CC7759}" dt="2020-04-03T03:45:23.017" v="2330" actId="14100"/>
        <pc:sldMkLst>
          <pc:docMk/>
          <pc:sldMk cId="1992484284" sldId="323"/>
        </pc:sldMkLst>
        <pc:spChg chg="add del mod">
          <ac:chgData name="Deep Singh" userId="691de62b-f606-4f41-8936-1ade9fc66103" providerId="ADAL" clId="{5596A10D-2B1B-40B8-AAB5-7487B1CC7759}" dt="2020-04-03T03:28:23.920" v="2303" actId="478"/>
          <ac:spMkLst>
            <pc:docMk/>
            <pc:sldMk cId="1992484284" sldId="323"/>
            <ac:spMk id="2" creationId="{D136BA89-AB59-4B09-B155-B79F42C8AB01}"/>
          </ac:spMkLst>
        </pc:spChg>
        <pc:spChg chg="mod">
          <ac:chgData name="Deep Singh" userId="691de62b-f606-4f41-8936-1ade9fc66103" providerId="ADAL" clId="{5596A10D-2B1B-40B8-AAB5-7487B1CC7759}" dt="2020-04-02T23:20:34.792" v="1501" actId="20577"/>
          <ac:spMkLst>
            <pc:docMk/>
            <pc:sldMk cId="1992484284" sldId="323"/>
            <ac:spMk id="6" creationId="{152ADB85-0025-4E0A-B62D-0D6377972C2F}"/>
          </ac:spMkLst>
        </pc:spChg>
        <pc:spChg chg="ord">
          <ac:chgData name="Deep Singh" userId="691de62b-f606-4f41-8936-1ade9fc66103" providerId="ADAL" clId="{5596A10D-2B1B-40B8-AAB5-7487B1CC7759}" dt="2020-04-03T03:27:58.662" v="2298" actId="167"/>
          <ac:spMkLst>
            <pc:docMk/>
            <pc:sldMk cId="1992484284" sldId="323"/>
            <ac:spMk id="11" creationId="{65674CB1-8B4A-4C9C-B42E-058521EF6439}"/>
          </ac:spMkLst>
        </pc:spChg>
        <pc:spChg chg="mod">
          <ac:chgData name="Deep Singh" userId="691de62b-f606-4f41-8936-1ade9fc66103" providerId="ADAL" clId="{5596A10D-2B1B-40B8-AAB5-7487B1CC7759}" dt="2020-04-03T03:28:02.463" v="2299" actId="1076"/>
          <ac:spMkLst>
            <pc:docMk/>
            <pc:sldMk cId="1992484284" sldId="323"/>
            <ac:spMk id="12" creationId="{66F95122-DD84-4167-87EA-AF56ECCBDBC7}"/>
          </ac:spMkLst>
        </pc:spChg>
        <pc:spChg chg="mod">
          <ac:chgData name="Deep Singh" userId="691de62b-f606-4f41-8936-1ade9fc66103" providerId="ADAL" clId="{5596A10D-2B1B-40B8-AAB5-7487B1CC7759}" dt="2020-04-03T02:34:04.624" v="2084" actId="20577"/>
          <ac:spMkLst>
            <pc:docMk/>
            <pc:sldMk cId="1992484284" sldId="323"/>
            <ac:spMk id="39" creationId="{6EBFD729-397A-4E15-A764-DF2B1A2E2B6E}"/>
          </ac:spMkLst>
        </pc:spChg>
        <pc:grpChg chg="del mod">
          <ac:chgData name="Deep Singh" userId="691de62b-f606-4f41-8936-1ade9fc66103" providerId="ADAL" clId="{5596A10D-2B1B-40B8-AAB5-7487B1CC7759}" dt="2020-04-03T03:44:28.857" v="2304" actId="478"/>
          <ac:grpSpMkLst>
            <pc:docMk/>
            <pc:sldMk cId="1992484284" sldId="323"/>
            <ac:grpSpMk id="8" creationId="{71A0326E-3012-4EDD-9E2E-E8C73C367F02}"/>
          </ac:grpSpMkLst>
        </pc:grpChg>
        <pc:grpChg chg="add mod">
          <ac:chgData name="Deep Singh" userId="691de62b-f606-4f41-8936-1ade9fc66103" providerId="ADAL" clId="{5596A10D-2B1B-40B8-AAB5-7487B1CC7759}" dt="2020-04-03T03:44:39.340" v="2322" actId="1076"/>
          <ac:grpSpMkLst>
            <pc:docMk/>
            <pc:sldMk cId="1992484284" sldId="323"/>
            <ac:grpSpMk id="40" creationId="{2C4AA917-8559-4A60-96B1-0F72B8EF2F2E}"/>
          </ac:grpSpMkLst>
        </pc:grpChg>
        <pc:cxnChg chg="mod">
          <ac:chgData name="Deep Singh" userId="691de62b-f606-4f41-8936-1ade9fc66103" providerId="ADAL" clId="{5596A10D-2B1B-40B8-AAB5-7487B1CC7759}" dt="2020-04-03T03:44:28.857" v="2304" actId="478"/>
          <ac:cxnSpMkLst>
            <pc:docMk/>
            <pc:sldMk cId="1992484284" sldId="323"/>
            <ac:cxnSpMk id="23" creationId="{5714545C-A4DA-4677-ADFC-1C819BEA22B5}"/>
          </ac:cxnSpMkLst>
        </pc:cxnChg>
        <pc:cxnChg chg="mod">
          <ac:chgData name="Deep Singh" userId="691de62b-f606-4f41-8936-1ade9fc66103" providerId="ADAL" clId="{5596A10D-2B1B-40B8-AAB5-7487B1CC7759}" dt="2020-04-03T03:44:28.857" v="2304" actId="478"/>
          <ac:cxnSpMkLst>
            <pc:docMk/>
            <pc:sldMk cId="1992484284" sldId="323"/>
            <ac:cxnSpMk id="24" creationId="{9981714B-AE21-424B-BCB2-AC0E32DEFFAC}"/>
          </ac:cxnSpMkLst>
        </pc:cxnChg>
        <pc:cxnChg chg="mod">
          <ac:chgData name="Deep Singh" userId="691de62b-f606-4f41-8936-1ade9fc66103" providerId="ADAL" clId="{5596A10D-2B1B-40B8-AAB5-7487B1CC7759}" dt="2020-04-03T03:44:28.857" v="2304" actId="478"/>
          <ac:cxnSpMkLst>
            <pc:docMk/>
            <pc:sldMk cId="1992484284" sldId="323"/>
            <ac:cxnSpMk id="25" creationId="{FEA1CA21-365F-4169-8492-AC30608D9F9E}"/>
          </ac:cxnSpMkLst>
        </pc:cxnChg>
        <pc:cxnChg chg="mod">
          <ac:chgData name="Deep Singh" userId="691de62b-f606-4f41-8936-1ade9fc66103" providerId="ADAL" clId="{5596A10D-2B1B-40B8-AAB5-7487B1CC7759}" dt="2020-04-03T03:44:28.857" v="2304" actId="478"/>
          <ac:cxnSpMkLst>
            <pc:docMk/>
            <pc:sldMk cId="1992484284" sldId="323"/>
            <ac:cxnSpMk id="26" creationId="{D9389CF2-8CF6-48A1-8C76-D9B07F9CC6CC}"/>
          </ac:cxnSpMkLst>
        </pc:cxnChg>
        <pc:cxnChg chg="mod">
          <ac:chgData name="Deep Singh" userId="691de62b-f606-4f41-8936-1ade9fc66103" providerId="ADAL" clId="{5596A10D-2B1B-40B8-AAB5-7487B1CC7759}" dt="2020-04-03T03:44:28.857" v="2304" actId="478"/>
          <ac:cxnSpMkLst>
            <pc:docMk/>
            <pc:sldMk cId="1992484284" sldId="323"/>
            <ac:cxnSpMk id="27" creationId="{9E51B7A5-CE0B-40EA-B8C2-7098AE3E4595}"/>
          </ac:cxnSpMkLst>
        </pc:cxnChg>
        <pc:cxnChg chg="mod">
          <ac:chgData name="Deep Singh" userId="691de62b-f606-4f41-8936-1ade9fc66103" providerId="ADAL" clId="{5596A10D-2B1B-40B8-AAB5-7487B1CC7759}" dt="2020-04-03T03:44:28.857" v="2304" actId="478"/>
          <ac:cxnSpMkLst>
            <pc:docMk/>
            <pc:sldMk cId="1992484284" sldId="323"/>
            <ac:cxnSpMk id="28" creationId="{8D688A1B-66EB-4F93-A335-B08D61DE8307}"/>
          </ac:cxnSpMkLst>
        </pc:cxnChg>
        <pc:cxnChg chg="mod">
          <ac:chgData name="Deep Singh" userId="691de62b-f606-4f41-8936-1ade9fc66103" providerId="ADAL" clId="{5596A10D-2B1B-40B8-AAB5-7487B1CC7759}" dt="2020-04-03T03:44:28.857" v="2304" actId="478"/>
          <ac:cxnSpMkLst>
            <pc:docMk/>
            <pc:sldMk cId="1992484284" sldId="323"/>
            <ac:cxnSpMk id="30" creationId="{21C2DDF9-DDAD-40B3-BAFD-157A01ECC7CA}"/>
          </ac:cxnSpMkLst>
        </pc:cxnChg>
        <pc:cxnChg chg="mod">
          <ac:chgData name="Deep Singh" userId="691de62b-f606-4f41-8936-1ade9fc66103" providerId="ADAL" clId="{5596A10D-2B1B-40B8-AAB5-7487B1CC7759}" dt="2020-04-03T03:44:28.857" v="2304" actId="478"/>
          <ac:cxnSpMkLst>
            <pc:docMk/>
            <pc:sldMk cId="1992484284" sldId="323"/>
            <ac:cxnSpMk id="31" creationId="{53444E80-F48A-4477-A19B-DC6D58629F74}"/>
          </ac:cxnSpMkLst>
        </pc:cxnChg>
        <pc:cxnChg chg="mod">
          <ac:chgData name="Deep Singh" userId="691de62b-f606-4f41-8936-1ade9fc66103" providerId="ADAL" clId="{5596A10D-2B1B-40B8-AAB5-7487B1CC7759}" dt="2020-04-03T03:44:28.857" v="2304" actId="478"/>
          <ac:cxnSpMkLst>
            <pc:docMk/>
            <pc:sldMk cId="1992484284" sldId="323"/>
            <ac:cxnSpMk id="32" creationId="{48BC120D-C0BC-4805-8C89-0E8503033901}"/>
          </ac:cxnSpMkLst>
        </pc:cxnChg>
        <pc:cxnChg chg="mod">
          <ac:chgData name="Deep Singh" userId="691de62b-f606-4f41-8936-1ade9fc66103" providerId="ADAL" clId="{5596A10D-2B1B-40B8-AAB5-7487B1CC7759}" dt="2020-04-03T03:44:28.857" v="2304" actId="478"/>
          <ac:cxnSpMkLst>
            <pc:docMk/>
            <pc:sldMk cId="1992484284" sldId="323"/>
            <ac:cxnSpMk id="33" creationId="{FB3C7EED-83CA-476A-A97E-0B043CC877EC}"/>
          </ac:cxnSpMkLst>
        </pc:cxnChg>
        <pc:cxnChg chg="mod">
          <ac:chgData name="Deep Singh" userId="691de62b-f606-4f41-8936-1ade9fc66103" providerId="ADAL" clId="{5596A10D-2B1B-40B8-AAB5-7487B1CC7759}" dt="2020-04-03T03:44:28.857" v="2304" actId="478"/>
          <ac:cxnSpMkLst>
            <pc:docMk/>
            <pc:sldMk cId="1992484284" sldId="323"/>
            <ac:cxnSpMk id="36" creationId="{77D47C4B-9869-4F93-9A20-19472208F3D3}"/>
          </ac:cxnSpMkLst>
        </pc:cxnChg>
        <pc:cxnChg chg="mod">
          <ac:chgData name="Deep Singh" userId="691de62b-f606-4f41-8936-1ade9fc66103" providerId="ADAL" clId="{5596A10D-2B1B-40B8-AAB5-7487B1CC7759}" dt="2020-04-03T03:44:28.857" v="2304" actId="478"/>
          <ac:cxnSpMkLst>
            <pc:docMk/>
            <pc:sldMk cId="1992484284" sldId="323"/>
            <ac:cxnSpMk id="37" creationId="{2BF5F2D9-33E4-4D22-853D-81031BBAC686}"/>
          </ac:cxnSpMkLst>
        </pc:cxnChg>
        <pc:cxnChg chg="mod">
          <ac:chgData name="Deep Singh" userId="691de62b-f606-4f41-8936-1ade9fc66103" providerId="ADAL" clId="{5596A10D-2B1B-40B8-AAB5-7487B1CC7759}" dt="2020-04-03T03:44:28.857" v="2304" actId="478"/>
          <ac:cxnSpMkLst>
            <pc:docMk/>
            <pc:sldMk cId="1992484284" sldId="323"/>
            <ac:cxnSpMk id="38" creationId="{BED7D564-C683-404E-A7B8-C1371192F4EC}"/>
          </ac:cxnSpMkLst>
        </pc:cxnChg>
        <pc:cxnChg chg="mod">
          <ac:chgData name="Deep Singh" userId="691de62b-f606-4f41-8936-1ade9fc66103" providerId="ADAL" clId="{5596A10D-2B1B-40B8-AAB5-7487B1CC7759}" dt="2020-04-03T03:45:23.017" v="2330" actId="14100"/>
          <ac:cxnSpMkLst>
            <pc:docMk/>
            <pc:sldMk cId="1992484284" sldId="323"/>
            <ac:cxnSpMk id="67" creationId="{195D1E22-2CF7-46D2-83AC-268B04C7069B}"/>
          </ac:cxnSpMkLst>
        </pc:cxnChg>
      </pc:sldChg>
      <pc:sldChg chg="modSp">
        <pc:chgData name="Deep Singh" userId="691de62b-f606-4f41-8936-1ade9fc66103" providerId="ADAL" clId="{5596A10D-2B1B-40B8-AAB5-7487B1CC7759}" dt="2020-04-02T23:20:52.090" v="1517" actId="20577"/>
        <pc:sldMkLst>
          <pc:docMk/>
          <pc:sldMk cId="1516909487" sldId="324"/>
        </pc:sldMkLst>
        <pc:spChg chg="mod">
          <ac:chgData name="Deep Singh" userId="691de62b-f606-4f41-8936-1ade9fc66103" providerId="ADAL" clId="{5596A10D-2B1B-40B8-AAB5-7487B1CC7759}" dt="2020-04-02T23:20:52.090" v="1517" actId="20577"/>
          <ac:spMkLst>
            <pc:docMk/>
            <pc:sldMk cId="1516909487" sldId="324"/>
            <ac:spMk id="6" creationId="{152ADB85-0025-4E0A-B62D-0D6377972C2F}"/>
          </ac:spMkLst>
        </pc:spChg>
      </pc:sldChg>
      <pc:sldChg chg="modSp">
        <pc:chgData name="Deep Singh" userId="691de62b-f606-4f41-8936-1ade9fc66103" providerId="ADAL" clId="{5596A10D-2B1B-40B8-AAB5-7487B1CC7759}" dt="2020-04-02T23:21:52.701" v="1555" actId="20577"/>
        <pc:sldMkLst>
          <pc:docMk/>
          <pc:sldMk cId="801451335" sldId="326"/>
        </pc:sldMkLst>
        <pc:spChg chg="mod">
          <ac:chgData name="Deep Singh" userId="691de62b-f606-4f41-8936-1ade9fc66103" providerId="ADAL" clId="{5596A10D-2B1B-40B8-AAB5-7487B1CC7759}" dt="2020-04-02T23:21:52.701" v="1555" actId="20577"/>
          <ac:spMkLst>
            <pc:docMk/>
            <pc:sldMk cId="801451335" sldId="326"/>
            <ac:spMk id="6" creationId="{152ADB85-0025-4E0A-B62D-0D6377972C2F}"/>
          </ac:spMkLst>
        </pc:spChg>
      </pc:sldChg>
      <pc:sldChg chg="addSp delSp modSp">
        <pc:chgData name="Deep Singh" userId="691de62b-f606-4f41-8936-1ade9fc66103" providerId="ADAL" clId="{5596A10D-2B1B-40B8-AAB5-7487B1CC7759}" dt="2020-04-03T04:17:36.191" v="2567" actId="20577"/>
        <pc:sldMkLst>
          <pc:docMk/>
          <pc:sldMk cId="1142560619" sldId="327"/>
        </pc:sldMkLst>
        <pc:spChg chg="mod">
          <ac:chgData name="Deep Singh" userId="691de62b-f606-4f41-8936-1ade9fc66103" providerId="ADAL" clId="{5596A10D-2B1B-40B8-AAB5-7487B1CC7759}" dt="2020-04-03T04:17:36.191" v="2567" actId="20577"/>
          <ac:spMkLst>
            <pc:docMk/>
            <pc:sldMk cId="1142560619" sldId="327"/>
            <ac:spMk id="2" creationId="{30AD6074-4D93-4A7C-8DA3-20F8B74DBE5A}"/>
          </ac:spMkLst>
        </pc:spChg>
        <pc:spChg chg="mod">
          <ac:chgData name="Deep Singh" userId="691de62b-f606-4f41-8936-1ade9fc66103" providerId="ADAL" clId="{5596A10D-2B1B-40B8-AAB5-7487B1CC7759}" dt="2020-04-02T23:20:43.910" v="1509" actId="20577"/>
          <ac:spMkLst>
            <pc:docMk/>
            <pc:sldMk cId="1142560619" sldId="327"/>
            <ac:spMk id="6" creationId="{152ADB85-0025-4E0A-B62D-0D6377972C2F}"/>
          </ac:spMkLst>
        </pc:spChg>
        <pc:spChg chg="add mod">
          <ac:chgData name="Deep Singh" userId="691de62b-f606-4f41-8936-1ade9fc66103" providerId="ADAL" clId="{5596A10D-2B1B-40B8-AAB5-7487B1CC7759}" dt="2020-04-03T03:26:35.742" v="2294" actId="164"/>
          <ac:spMkLst>
            <pc:docMk/>
            <pc:sldMk cId="1142560619" sldId="327"/>
            <ac:spMk id="33" creationId="{690989BE-F34C-4296-BBEA-8BDE36680B50}"/>
          </ac:spMkLst>
        </pc:spChg>
        <pc:spChg chg="add mod">
          <ac:chgData name="Deep Singh" userId="691de62b-f606-4f41-8936-1ade9fc66103" providerId="ADAL" clId="{5596A10D-2B1B-40B8-AAB5-7487B1CC7759}" dt="2020-04-03T03:26:35.742" v="2294" actId="164"/>
          <ac:spMkLst>
            <pc:docMk/>
            <pc:sldMk cId="1142560619" sldId="327"/>
            <ac:spMk id="34" creationId="{808983A7-509D-4120-8028-3227A571ED7F}"/>
          </ac:spMkLst>
        </pc:spChg>
        <pc:spChg chg="add mod">
          <ac:chgData name="Deep Singh" userId="691de62b-f606-4f41-8936-1ade9fc66103" providerId="ADAL" clId="{5596A10D-2B1B-40B8-AAB5-7487B1CC7759}" dt="2020-04-03T03:26:35.742" v="2294" actId="164"/>
          <ac:spMkLst>
            <pc:docMk/>
            <pc:sldMk cId="1142560619" sldId="327"/>
            <ac:spMk id="35" creationId="{34016D24-4F81-44C6-AE40-5EEEA32C7298}"/>
          </ac:spMkLst>
        </pc:spChg>
        <pc:spChg chg="add mod">
          <ac:chgData name="Deep Singh" userId="691de62b-f606-4f41-8936-1ade9fc66103" providerId="ADAL" clId="{5596A10D-2B1B-40B8-AAB5-7487B1CC7759}" dt="2020-04-03T03:26:35.742" v="2294" actId="164"/>
          <ac:spMkLst>
            <pc:docMk/>
            <pc:sldMk cId="1142560619" sldId="327"/>
            <ac:spMk id="36" creationId="{0A910365-A67C-45CF-90AB-6D01350BDB70}"/>
          </ac:spMkLst>
        </pc:spChg>
        <pc:spChg chg="add mod">
          <ac:chgData name="Deep Singh" userId="691de62b-f606-4f41-8936-1ade9fc66103" providerId="ADAL" clId="{5596A10D-2B1B-40B8-AAB5-7487B1CC7759}" dt="2020-04-03T03:26:35.742" v="2294" actId="164"/>
          <ac:spMkLst>
            <pc:docMk/>
            <pc:sldMk cId="1142560619" sldId="327"/>
            <ac:spMk id="37" creationId="{56437719-F680-48EF-AFBB-6EE434BF5C20}"/>
          </ac:spMkLst>
        </pc:spChg>
        <pc:spChg chg="add mod">
          <ac:chgData name="Deep Singh" userId="691de62b-f606-4f41-8936-1ade9fc66103" providerId="ADAL" clId="{5596A10D-2B1B-40B8-AAB5-7487B1CC7759}" dt="2020-04-03T03:26:35.742" v="2294" actId="164"/>
          <ac:spMkLst>
            <pc:docMk/>
            <pc:sldMk cId="1142560619" sldId="327"/>
            <ac:spMk id="38" creationId="{BA6E5D98-FA12-4A5B-96AB-CB2E6034A5CB}"/>
          </ac:spMkLst>
        </pc:spChg>
        <pc:spChg chg="add mod">
          <ac:chgData name="Deep Singh" userId="691de62b-f606-4f41-8936-1ade9fc66103" providerId="ADAL" clId="{5596A10D-2B1B-40B8-AAB5-7487B1CC7759}" dt="2020-04-03T03:26:35.742" v="2294" actId="164"/>
          <ac:spMkLst>
            <pc:docMk/>
            <pc:sldMk cId="1142560619" sldId="327"/>
            <ac:spMk id="39" creationId="{76523D48-C22A-4D15-AB8F-3A52E7089417}"/>
          </ac:spMkLst>
        </pc:spChg>
        <pc:spChg chg="add mod">
          <ac:chgData name="Deep Singh" userId="691de62b-f606-4f41-8936-1ade9fc66103" providerId="ADAL" clId="{5596A10D-2B1B-40B8-AAB5-7487B1CC7759}" dt="2020-04-03T03:26:35.742" v="2294" actId="164"/>
          <ac:spMkLst>
            <pc:docMk/>
            <pc:sldMk cId="1142560619" sldId="327"/>
            <ac:spMk id="40" creationId="{58C2C762-FA97-4C84-BA0D-C70733BC2200}"/>
          </ac:spMkLst>
        </pc:spChg>
        <pc:spChg chg="del">
          <ac:chgData name="Deep Singh" userId="691de62b-f606-4f41-8936-1ade9fc66103" providerId="ADAL" clId="{5596A10D-2B1B-40B8-AAB5-7487B1CC7759}" dt="2020-04-03T03:17:14.022" v="2087" actId="478"/>
          <ac:spMkLst>
            <pc:docMk/>
            <pc:sldMk cId="1142560619" sldId="327"/>
            <ac:spMk id="45" creationId="{2AB2EAC4-4687-4CB8-AF14-8FB575146120}"/>
          </ac:spMkLst>
        </pc:spChg>
        <pc:spChg chg="del">
          <ac:chgData name="Deep Singh" userId="691de62b-f606-4f41-8936-1ade9fc66103" providerId="ADAL" clId="{5596A10D-2B1B-40B8-AAB5-7487B1CC7759}" dt="2020-04-03T03:17:14.022" v="2087" actId="478"/>
          <ac:spMkLst>
            <pc:docMk/>
            <pc:sldMk cId="1142560619" sldId="327"/>
            <ac:spMk id="46" creationId="{C47BC654-7855-4974-81AC-EC258CF0BB02}"/>
          </ac:spMkLst>
        </pc:spChg>
        <pc:spChg chg="del">
          <ac:chgData name="Deep Singh" userId="691de62b-f606-4f41-8936-1ade9fc66103" providerId="ADAL" clId="{5596A10D-2B1B-40B8-AAB5-7487B1CC7759}" dt="2020-04-03T03:17:14.022" v="2087" actId="478"/>
          <ac:spMkLst>
            <pc:docMk/>
            <pc:sldMk cId="1142560619" sldId="327"/>
            <ac:spMk id="48" creationId="{36A4A1A8-9B39-4073-9BAF-D57FA8B490A5}"/>
          </ac:spMkLst>
        </pc:spChg>
        <pc:spChg chg="del">
          <ac:chgData name="Deep Singh" userId="691de62b-f606-4f41-8936-1ade9fc66103" providerId="ADAL" clId="{5596A10D-2B1B-40B8-AAB5-7487B1CC7759}" dt="2020-04-03T03:17:14.022" v="2087" actId="478"/>
          <ac:spMkLst>
            <pc:docMk/>
            <pc:sldMk cId="1142560619" sldId="327"/>
            <ac:spMk id="49" creationId="{A4A28945-A004-46D3-8BD5-6DF53B5498B3}"/>
          </ac:spMkLst>
        </pc:spChg>
        <pc:spChg chg="del">
          <ac:chgData name="Deep Singh" userId="691de62b-f606-4f41-8936-1ade9fc66103" providerId="ADAL" clId="{5596A10D-2B1B-40B8-AAB5-7487B1CC7759}" dt="2020-04-03T03:17:14.022" v="2087" actId="478"/>
          <ac:spMkLst>
            <pc:docMk/>
            <pc:sldMk cId="1142560619" sldId="327"/>
            <ac:spMk id="50" creationId="{EB1ECCA4-9B54-458C-AE13-8929C4E011F2}"/>
          </ac:spMkLst>
        </pc:spChg>
        <pc:spChg chg="del">
          <ac:chgData name="Deep Singh" userId="691de62b-f606-4f41-8936-1ade9fc66103" providerId="ADAL" clId="{5596A10D-2B1B-40B8-AAB5-7487B1CC7759}" dt="2020-04-03T03:25:58.763" v="2233" actId="478"/>
          <ac:spMkLst>
            <pc:docMk/>
            <pc:sldMk cId="1142560619" sldId="327"/>
            <ac:spMk id="52" creationId="{EE00120C-F9A6-47B2-9238-46619C8AE1E8}"/>
          </ac:spMkLst>
        </pc:spChg>
        <pc:spChg chg="del">
          <ac:chgData name="Deep Singh" userId="691de62b-f606-4f41-8936-1ade9fc66103" providerId="ADAL" clId="{5596A10D-2B1B-40B8-AAB5-7487B1CC7759}" dt="2020-04-03T03:25:58.763" v="2233" actId="478"/>
          <ac:spMkLst>
            <pc:docMk/>
            <pc:sldMk cId="1142560619" sldId="327"/>
            <ac:spMk id="53" creationId="{1C3F2C3F-0568-4D9C-987F-EB99FC00D0D1}"/>
          </ac:spMkLst>
        </pc:spChg>
        <pc:spChg chg="del">
          <ac:chgData name="Deep Singh" userId="691de62b-f606-4f41-8936-1ade9fc66103" providerId="ADAL" clId="{5596A10D-2B1B-40B8-AAB5-7487B1CC7759}" dt="2020-04-03T03:25:58.763" v="2233" actId="478"/>
          <ac:spMkLst>
            <pc:docMk/>
            <pc:sldMk cId="1142560619" sldId="327"/>
            <ac:spMk id="55" creationId="{7894C32E-738D-4E73-B551-AA579AFA911B}"/>
          </ac:spMkLst>
        </pc:spChg>
        <pc:spChg chg="del">
          <ac:chgData name="Deep Singh" userId="691de62b-f606-4f41-8936-1ade9fc66103" providerId="ADAL" clId="{5596A10D-2B1B-40B8-AAB5-7487B1CC7759}" dt="2020-04-03T03:25:58.763" v="2233" actId="478"/>
          <ac:spMkLst>
            <pc:docMk/>
            <pc:sldMk cId="1142560619" sldId="327"/>
            <ac:spMk id="57" creationId="{3D674D3F-C625-45CE-9AF6-A371AA4AD08D}"/>
          </ac:spMkLst>
        </pc:spChg>
        <pc:spChg chg="del">
          <ac:chgData name="Deep Singh" userId="691de62b-f606-4f41-8936-1ade9fc66103" providerId="ADAL" clId="{5596A10D-2B1B-40B8-AAB5-7487B1CC7759}" dt="2020-04-03T03:25:58.763" v="2233" actId="478"/>
          <ac:spMkLst>
            <pc:docMk/>
            <pc:sldMk cId="1142560619" sldId="327"/>
            <ac:spMk id="58" creationId="{CA88B518-094A-40BD-AE42-C45DFC9133C0}"/>
          </ac:spMkLst>
        </pc:spChg>
        <pc:spChg chg="del">
          <ac:chgData name="Deep Singh" userId="691de62b-f606-4f41-8936-1ade9fc66103" providerId="ADAL" clId="{5596A10D-2B1B-40B8-AAB5-7487B1CC7759}" dt="2020-04-03T03:25:58.763" v="2233" actId="478"/>
          <ac:spMkLst>
            <pc:docMk/>
            <pc:sldMk cId="1142560619" sldId="327"/>
            <ac:spMk id="59" creationId="{0FEA3A87-43C1-4C61-B0E0-2FF2D7B68281}"/>
          </ac:spMkLst>
        </pc:spChg>
        <pc:spChg chg="add mod">
          <ac:chgData name="Deep Singh" userId="691de62b-f606-4f41-8936-1ade9fc66103" providerId="ADAL" clId="{5596A10D-2B1B-40B8-AAB5-7487B1CC7759}" dt="2020-04-03T04:16:57.149" v="2545" actId="164"/>
          <ac:spMkLst>
            <pc:docMk/>
            <pc:sldMk cId="1142560619" sldId="327"/>
            <ac:spMk id="62" creationId="{A2DC403B-3326-4FE1-9A6F-C6EFD04589EC}"/>
          </ac:spMkLst>
        </pc:spChg>
        <pc:spChg chg="add mod">
          <ac:chgData name="Deep Singh" userId="691de62b-f606-4f41-8936-1ade9fc66103" providerId="ADAL" clId="{5596A10D-2B1B-40B8-AAB5-7487B1CC7759}" dt="2020-04-03T04:16:57.149" v="2545" actId="164"/>
          <ac:spMkLst>
            <pc:docMk/>
            <pc:sldMk cId="1142560619" sldId="327"/>
            <ac:spMk id="63" creationId="{1560364F-8B1A-43AC-89E9-4782A0280542}"/>
          </ac:spMkLst>
        </pc:spChg>
        <pc:spChg chg="add mod">
          <ac:chgData name="Deep Singh" userId="691de62b-f606-4f41-8936-1ade9fc66103" providerId="ADAL" clId="{5596A10D-2B1B-40B8-AAB5-7487B1CC7759}" dt="2020-04-03T04:16:57.149" v="2545" actId="164"/>
          <ac:spMkLst>
            <pc:docMk/>
            <pc:sldMk cId="1142560619" sldId="327"/>
            <ac:spMk id="64" creationId="{8022C07F-E72F-46D7-9D4F-A1F4406761C7}"/>
          </ac:spMkLst>
        </pc:spChg>
        <pc:spChg chg="add mod">
          <ac:chgData name="Deep Singh" userId="691de62b-f606-4f41-8936-1ade9fc66103" providerId="ADAL" clId="{5596A10D-2B1B-40B8-AAB5-7487B1CC7759}" dt="2020-04-03T03:26:35.742" v="2294" actId="164"/>
          <ac:spMkLst>
            <pc:docMk/>
            <pc:sldMk cId="1142560619" sldId="327"/>
            <ac:spMk id="65" creationId="{6B366FF4-E679-44F1-863E-D02993B6AFA7}"/>
          </ac:spMkLst>
        </pc:spChg>
        <pc:spChg chg="add mod">
          <ac:chgData name="Deep Singh" userId="691de62b-f606-4f41-8936-1ade9fc66103" providerId="ADAL" clId="{5596A10D-2B1B-40B8-AAB5-7487B1CC7759}" dt="2020-04-03T03:26:35.742" v="2294" actId="164"/>
          <ac:spMkLst>
            <pc:docMk/>
            <pc:sldMk cId="1142560619" sldId="327"/>
            <ac:spMk id="66" creationId="{D6915EF9-737C-4B3B-9408-0326C31F9807}"/>
          </ac:spMkLst>
        </pc:spChg>
        <pc:spChg chg="add mod">
          <ac:chgData name="Deep Singh" userId="691de62b-f606-4f41-8936-1ade9fc66103" providerId="ADAL" clId="{5596A10D-2B1B-40B8-AAB5-7487B1CC7759}" dt="2020-04-03T03:26:35.742" v="2294" actId="164"/>
          <ac:spMkLst>
            <pc:docMk/>
            <pc:sldMk cId="1142560619" sldId="327"/>
            <ac:spMk id="67" creationId="{4115AA27-FC29-4524-9BA1-EB15D4C8BFA7}"/>
          </ac:spMkLst>
        </pc:spChg>
        <pc:spChg chg="add mod">
          <ac:chgData name="Deep Singh" userId="691de62b-f606-4f41-8936-1ade9fc66103" providerId="ADAL" clId="{5596A10D-2B1B-40B8-AAB5-7487B1CC7759}" dt="2020-04-03T03:26:35.742" v="2294" actId="164"/>
          <ac:spMkLst>
            <pc:docMk/>
            <pc:sldMk cId="1142560619" sldId="327"/>
            <ac:spMk id="68" creationId="{F6C2964B-B0F1-4CD2-BAA4-2B14B48C5BF0}"/>
          </ac:spMkLst>
        </pc:spChg>
        <pc:spChg chg="add mod">
          <ac:chgData name="Deep Singh" userId="691de62b-f606-4f41-8936-1ade9fc66103" providerId="ADAL" clId="{5596A10D-2B1B-40B8-AAB5-7487B1CC7759}" dt="2020-04-03T03:26:35.742" v="2294" actId="164"/>
          <ac:spMkLst>
            <pc:docMk/>
            <pc:sldMk cId="1142560619" sldId="327"/>
            <ac:spMk id="69" creationId="{3BE86F2F-265A-4470-87B3-68EF79C549CA}"/>
          </ac:spMkLst>
        </pc:spChg>
        <pc:spChg chg="add mod">
          <ac:chgData name="Deep Singh" userId="691de62b-f606-4f41-8936-1ade9fc66103" providerId="ADAL" clId="{5596A10D-2B1B-40B8-AAB5-7487B1CC7759}" dt="2020-04-03T03:26:35.742" v="2294" actId="164"/>
          <ac:spMkLst>
            <pc:docMk/>
            <pc:sldMk cId="1142560619" sldId="327"/>
            <ac:spMk id="70" creationId="{9B4F3755-BB78-46EE-A31A-81C1107B1717}"/>
          </ac:spMkLst>
        </pc:spChg>
        <pc:spChg chg="add mod">
          <ac:chgData name="Deep Singh" userId="691de62b-f606-4f41-8936-1ade9fc66103" providerId="ADAL" clId="{5596A10D-2B1B-40B8-AAB5-7487B1CC7759}" dt="2020-04-03T03:26:35.742" v="2294" actId="164"/>
          <ac:spMkLst>
            <pc:docMk/>
            <pc:sldMk cId="1142560619" sldId="327"/>
            <ac:spMk id="71" creationId="{D617732B-F0F7-483C-9D21-6305DA641466}"/>
          </ac:spMkLst>
        </pc:spChg>
        <pc:spChg chg="add mod">
          <ac:chgData name="Deep Singh" userId="691de62b-f606-4f41-8936-1ade9fc66103" providerId="ADAL" clId="{5596A10D-2B1B-40B8-AAB5-7487B1CC7759}" dt="2020-04-03T03:26:35.742" v="2294" actId="164"/>
          <ac:spMkLst>
            <pc:docMk/>
            <pc:sldMk cId="1142560619" sldId="327"/>
            <ac:spMk id="72" creationId="{D274FDBA-2754-4BC5-8748-311B42624EBE}"/>
          </ac:spMkLst>
        </pc:spChg>
        <pc:spChg chg="add mod">
          <ac:chgData name="Deep Singh" userId="691de62b-f606-4f41-8936-1ade9fc66103" providerId="ADAL" clId="{5596A10D-2B1B-40B8-AAB5-7487B1CC7759}" dt="2020-04-03T03:26:35.742" v="2294" actId="164"/>
          <ac:spMkLst>
            <pc:docMk/>
            <pc:sldMk cId="1142560619" sldId="327"/>
            <ac:spMk id="73" creationId="{1BE3C1E3-25F2-45B4-967B-32815F1F5B3B}"/>
          </ac:spMkLst>
        </pc:spChg>
        <pc:spChg chg="add mod">
          <ac:chgData name="Deep Singh" userId="691de62b-f606-4f41-8936-1ade9fc66103" providerId="ADAL" clId="{5596A10D-2B1B-40B8-AAB5-7487B1CC7759}" dt="2020-04-03T03:26:35.742" v="2294" actId="164"/>
          <ac:spMkLst>
            <pc:docMk/>
            <pc:sldMk cId="1142560619" sldId="327"/>
            <ac:spMk id="74" creationId="{A49BC0AE-C243-48A1-8109-46760296188A}"/>
          </ac:spMkLst>
        </pc:spChg>
        <pc:spChg chg="add mod">
          <ac:chgData name="Deep Singh" userId="691de62b-f606-4f41-8936-1ade9fc66103" providerId="ADAL" clId="{5596A10D-2B1B-40B8-AAB5-7487B1CC7759}" dt="2020-04-03T03:26:35.742" v="2294" actId="164"/>
          <ac:spMkLst>
            <pc:docMk/>
            <pc:sldMk cId="1142560619" sldId="327"/>
            <ac:spMk id="75" creationId="{5F3AD860-E626-4F38-B63B-AF45535123FF}"/>
          </ac:spMkLst>
        </pc:spChg>
        <pc:spChg chg="add mod">
          <ac:chgData name="Deep Singh" userId="691de62b-f606-4f41-8936-1ade9fc66103" providerId="ADAL" clId="{5596A10D-2B1B-40B8-AAB5-7487B1CC7759}" dt="2020-04-03T03:26:35.742" v="2294" actId="164"/>
          <ac:spMkLst>
            <pc:docMk/>
            <pc:sldMk cId="1142560619" sldId="327"/>
            <ac:spMk id="76" creationId="{E73BA4CA-4788-49C7-89BC-26800134DD37}"/>
          </ac:spMkLst>
        </pc:spChg>
        <pc:spChg chg="add mod">
          <ac:chgData name="Deep Singh" userId="691de62b-f606-4f41-8936-1ade9fc66103" providerId="ADAL" clId="{5596A10D-2B1B-40B8-AAB5-7487B1CC7759}" dt="2020-04-03T03:26:35.742" v="2294" actId="164"/>
          <ac:spMkLst>
            <pc:docMk/>
            <pc:sldMk cId="1142560619" sldId="327"/>
            <ac:spMk id="77" creationId="{A7DA9EB7-9E3D-413C-B840-B2A00D688A3B}"/>
          </ac:spMkLst>
        </pc:spChg>
        <pc:spChg chg="add mod">
          <ac:chgData name="Deep Singh" userId="691de62b-f606-4f41-8936-1ade9fc66103" providerId="ADAL" clId="{5596A10D-2B1B-40B8-AAB5-7487B1CC7759}" dt="2020-04-03T03:26:35.742" v="2294" actId="164"/>
          <ac:spMkLst>
            <pc:docMk/>
            <pc:sldMk cId="1142560619" sldId="327"/>
            <ac:spMk id="78" creationId="{10B0AC12-5053-4E16-B0C8-DEC7F21CCEC0}"/>
          </ac:spMkLst>
        </pc:spChg>
        <pc:spChg chg="add mod">
          <ac:chgData name="Deep Singh" userId="691de62b-f606-4f41-8936-1ade9fc66103" providerId="ADAL" clId="{5596A10D-2B1B-40B8-AAB5-7487B1CC7759}" dt="2020-04-03T03:26:35.742" v="2294" actId="164"/>
          <ac:spMkLst>
            <pc:docMk/>
            <pc:sldMk cId="1142560619" sldId="327"/>
            <ac:spMk id="79" creationId="{EB50482F-C1CD-4AB8-A45D-8C23AB44B63C}"/>
          </ac:spMkLst>
        </pc:spChg>
        <pc:spChg chg="add mod">
          <ac:chgData name="Deep Singh" userId="691de62b-f606-4f41-8936-1ade9fc66103" providerId="ADAL" clId="{5596A10D-2B1B-40B8-AAB5-7487B1CC7759}" dt="2020-04-03T03:26:35.742" v="2294" actId="164"/>
          <ac:spMkLst>
            <pc:docMk/>
            <pc:sldMk cId="1142560619" sldId="327"/>
            <ac:spMk id="80" creationId="{5A94569D-1BBD-40B0-AA8E-515B9FCD9C88}"/>
          </ac:spMkLst>
        </pc:spChg>
        <pc:spChg chg="add del mod">
          <ac:chgData name="Deep Singh" userId="691de62b-f606-4f41-8936-1ade9fc66103" providerId="ADAL" clId="{5596A10D-2B1B-40B8-AAB5-7487B1CC7759}" dt="2020-04-03T03:19:51.386" v="2230" actId="478"/>
          <ac:spMkLst>
            <pc:docMk/>
            <pc:sldMk cId="1142560619" sldId="327"/>
            <ac:spMk id="81" creationId="{768A24D9-9317-4439-8C92-C3BA99B2958D}"/>
          </ac:spMkLst>
        </pc:spChg>
        <pc:spChg chg="add mod">
          <ac:chgData name="Deep Singh" userId="691de62b-f606-4f41-8936-1ade9fc66103" providerId="ADAL" clId="{5596A10D-2B1B-40B8-AAB5-7487B1CC7759}" dt="2020-04-03T04:16:57.149" v="2545" actId="164"/>
          <ac:spMkLst>
            <pc:docMk/>
            <pc:sldMk cId="1142560619" sldId="327"/>
            <ac:spMk id="81" creationId="{890316AD-AB7D-45A9-B1A4-0A18323C4F5F}"/>
          </ac:spMkLst>
        </pc:spChg>
        <pc:spChg chg="add mod">
          <ac:chgData name="Deep Singh" userId="691de62b-f606-4f41-8936-1ade9fc66103" providerId="ADAL" clId="{5596A10D-2B1B-40B8-AAB5-7487B1CC7759}" dt="2020-04-03T03:26:35.742" v="2294" actId="164"/>
          <ac:spMkLst>
            <pc:docMk/>
            <pc:sldMk cId="1142560619" sldId="327"/>
            <ac:spMk id="82" creationId="{9A82DEFE-8211-46A1-87D8-A8A098AF6679}"/>
          </ac:spMkLst>
        </pc:spChg>
        <pc:spChg chg="add mod">
          <ac:chgData name="Deep Singh" userId="691de62b-f606-4f41-8936-1ade9fc66103" providerId="ADAL" clId="{5596A10D-2B1B-40B8-AAB5-7487B1CC7759}" dt="2020-04-03T03:26:35.742" v="2294" actId="164"/>
          <ac:spMkLst>
            <pc:docMk/>
            <pc:sldMk cId="1142560619" sldId="327"/>
            <ac:spMk id="83" creationId="{4078859A-226B-4453-92A7-6EE2D025BDA1}"/>
          </ac:spMkLst>
        </pc:spChg>
        <pc:spChg chg="add mod">
          <ac:chgData name="Deep Singh" userId="691de62b-f606-4f41-8936-1ade9fc66103" providerId="ADAL" clId="{5596A10D-2B1B-40B8-AAB5-7487B1CC7759}" dt="2020-04-03T03:26:35.742" v="2294" actId="164"/>
          <ac:spMkLst>
            <pc:docMk/>
            <pc:sldMk cId="1142560619" sldId="327"/>
            <ac:spMk id="84" creationId="{64BBFBC7-643B-4B29-9520-97672E01E954}"/>
          </ac:spMkLst>
        </pc:spChg>
        <pc:spChg chg="add mod">
          <ac:chgData name="Deep Singh" userId="691de62b-f606-4f41-8936-1ade9fc66103" providerId="ADAL" clId="{5596A10D-2B1B-40B8-AAB5-7487B1CC7759}" dt="2020-04-03T03:26:35.742" v="2294" actId="164"/>
          <ac:spMkLst>
            <pc:docMk/>
            <pc:sldMk cId="1142560619" sldId="327"/>
            <ac:spMk id="85" creationId="{D90BEF96-FA34-4778-B2C9-8AF4FEAFAEC7}"/>
          </ac:spMkLst>
        </pc:spChg>
        <pc:spChg chg="add mod">
          <ac:chgData name="Deep Singh" userId="691de62b-f606-4f41-8936-1ade9fc66103" providerId="ADAL" clId="{5596A10D-2B1B-40B8-AAB5-7487B1CC7759}" dt="2020-04-03T03:26:35.742" v="2294" actId="164"/>
          <ac:spMkLst>
            <pc:docMk/>
            <pc:sldMk cId="1142560619" sldId="327"/>
            <ac:spMk id="87" creationId="{1C090DB3-C285-4359-AAD5-4276A8B9B252}"/>
          </ac:spMkLst>
        </pc:spChg>
        <pc:spChg chg="add mod">
          <ac:chgData name="Deep Singh" userId="691de62b-f606-4f41-8936-1ade9fc66103" providerId="ADAL" clId="{5596A10D-2B1B-40B8-AAB5-7487B1CC7759}" dt="2020-04-03T03:26:35.742" v="2294" actId="164"/>
          <ac:spMkLst>
            <pc:docMk/>
            <pc:sldMk cId="1142560619" sldId="327"/>
            <ac:spMk id="93" creationId="{652F0A56-65BA-492F-A4D6-59463AAC16C6}"/>
          </ac:spMkLst>
        </pc:spChg>
        <pc:spChg chg="add mod">
          <ac:chgData name="Deep Singh" userId="691de62b-f606-4f41-8936-1ade9fc66103" providerId="ADAL" clId="{5596A10D-2B1B-40B8-AAB5-7487B1CC7759}" dt="2020-04-03T03:26:35.742" v="2294" actId="164"/>
          <ac:spMkLst>
            <pc:docMk/>
            <pc:sldMk cId="1142560619" sldId="327"/>
            <ac:spMk id="94" creationId="{B51CAAA8-3591-4406-865E-D56A30E868FB}"/>
          </ac:spMkLst>
        </pc:spChg>
        <pc:spChg chg="add mod">
          <ac:chgData name="Deep Singh" userId="691de62b-f606-4f41-8936-1ade9fc66103" providerId="ADAL" clId="{5596A10D-2B1B-40B8-AAB5-7487B1CC7759}" dt="2020-04-03T03:26:35.742" v="2294" actId="164"/>
          <ac:spMkLst>
            <pc:docMk/>
            <pc:sldMk cId="1142560619" sldId="327"/>
            <ac:spMk id="95" creationId="{74488F88-887A-440E-9696-5F5F5B75DE21}"/>
          </ac:spMkLst>
        </pc:spChg>
        <pc:spChg chg="add mod">
          <ac:chgData name="Deep Singh" userId="691de62b-f606-4f41-8936-1ade9fc66103" providerId="ADAL" clId="{5596A10D-2B1B-40B8-AAB5-7487B1CC7759}" dt="2020-04-03T03:26:35.742" v="2294" actId="164"/>
          <ac:spMkLst>
            <pc:docMk/>
            <pc:sldMk cId="1142560619" sldId="327"/>
            <ac:spMk id="96" creationId="{E8516D88-0606-4F18-AC27-FA522E675586}"/>
          </ac:spMkLst>
        </pc:spChg>
        <pc:spChg chg="add mod">
          <ac:chgData name="Deep Singh" userId="691de62b-f606-4f41-8936-1ade9fc66103" providerId="ADAL" clId="{5596A10D-2B1B-40B8-AAB5-7487B1CC7759}" dt="2020-04-03T03:26:35.742" v="2294" actId="164"/>
          <ac:spMkLst>
            <pc:docMk/>
            <pc:sldMk cId="1142560619" sldId="327"/>
            <ac:spMk id="97" creationId="{4EE0938F-4BA8-45F3-A76B-E2F51B9A4E93}"/>
          </ac:spMkLst>
        </pc:spChg>
        <pc:spChg chg="add mod">
          <ac:chgData name="Deep Singh" userId="691de62b-f606-4f41-8936-1ade9fc66103" providerId="ADAL" clId="{5596A10D-2B1B-40B8-AAB5-7487B1CC7759}" dt="2020-04-03T03:26:35.742" v="2294" actId="164"/>
          <ac:spMkLst>
            <pc:docMk/>
            <pc:sldMk cId="1142560619" sldId="327"/>
            <ac:spMk id="98" creationId="{1EB2A679-5CEF-42D1-9931-2B6F41AC9E08}"/>
          </ac:spMkLst>
        </pc:spChg>
        <pc:spChg chg="add mod">
          <ac:chgData name="Deep Singh" userId="691de62b-f606-4f41-8936-1ade9fc66103" providerId="ADAL" clId="{5596A10D-2B1B-40B8-AAB5-7487B1CC7759}" dt="2020-04-03T03:26:35.742" v="2294" actId="164"/>
          <ac:spMkLst>
            <pc:docMk/>
            <pc:sldMk cId="1142560619" sldId="327"/>
            <ac:spMk id="99" creationId="{7110E194-23F0-4351-A849-E10BD285AB5A}"/>
          </ac:spMkLst>
        </pc:spChg>
        <pc:spChg chg="add mod">
          <ac:chgData name="Deep Singh" userId="691de62b-f606-4f41-8936-1ade9fc66103" providerId="ADAL" clId="{5596A10D-2B1B-40B8-AAB5-7487B1CC7759}" dt="2020-04-03T03:26:35.742" v="2294" actId="164"/>
          <ac:spMkLst>
            <pc:docMk/>
            <pc:sldMk cId="1142560619" sldId="327"/>
            <ac:spMk id="100" creationId="{C462C652-1C10-423F-8C1B-596070DECBA8}"/>
          </ac:spMkLst>
        </pc:spChg>
        <pc:spChg chg="add mod">
          <ac:chgData name="Deep Singh" userId="691de62b-f606-4f41-8936-1ade9fc66103" providerId="ADAL" clId="{5596A10D-2B1B-40B8-AAB5-7487B1CC7759}" dt="2020-04-03T03:26:35.742" v="2294" actId="164"/>
          <ac:spMkLst>
            <pc:docMk/>
            <pc:sldMk cId="1142560619" sldId="327"/>
            <ac:spMk id="101" creationId="{270435F8-3D7C-40B1-AB39-4D41E5BF402E}"/>
          </ac:spMkLst>
        </pc:spChg>
        <pc:spChg chg="add mod">
          <ac:chgData name="Deep Singh" userId="691de62b-f606-4f41-8936-1ade9fc66103" providerId="ADAL" clId="{5596A10D-2B1B-40B8-AAB5-7487B1CC7759}" dt="2020-04-03T03:26:35.742" v="2294" actId="164"/>
          <ac:spMkLst>
            <pc:docMk/>
            <pc:sldMk cId="1142560619" sldId="327"/>
            <ac:spMk id="102" creationId="{904F038F-6285-4949-949B-0844828EEFB1}"/>
          </ac:spMkLst>
        </pc:spChg>
        <pc:spChg chg="add mod">
          <ac:chgData name="Deep Singh" userId="691de62b-f606-4f41-8936-1ade9fc66103" providerId="ADAL" clId="{5596A10D-2B1B-40B8-AAB5-7487B1CC7759}" dt="2020-04-03T03:26:35.742" v="2294" actId="164"/>
          <ac:spMkLst>
            <pc:docMk/>
            <pc:sldMk cId="1142560619" sldId="327"/>
            <ac:spMk id="108" creationId="{2289FE17-BBAB-4E95-9EF1-1FB557290E38}"/>
          </ac:spMkLst>
        </pc:spChg>
        <pc:spChg chg="add mod">
          <ac:chgData name="Deep Singh" userId="691de62b-f606-4f41-8936-1ade9fc66103" providerId="ADAL" clId="{5596A10D-2B1B-40B8-AAB5-7487B1CC7759}" dt="2020-04-03T03:26:35.742" v="2294" actId="164"/>
          <ac:spMkLst>
            <pc:docMk/>
            <pc:sldMk cId="1142560619" sldId="327"/>
            <ac:spMk id="109" creationId="{EECFF22D-96E5-477A-9468-BDD927335FB6}"/>
          </ac:spMkLst>
        </pc:spChg>
        <pc:spChg chg="add mod">
          <ac:chgData name="Deep Singh" userId="691de62b-f606-4f41-8936-1ade9fc66103" providerId="ADAL" clId="{5596A10D-2B1B-40B8-AAB5-7487B1CC7759}" dt="2020-04-03T03:26:35.742" v="2294" actId="164"/>
          <ac:spMkLst>
            <pc:docMk/>
            <pc:sldMk cId="1142560619" sldId="327"/>
            <ac:spMk id="110" creationId="{9B8F7E7A-DFDF-4C72-8E7E-4D2759C61442}"/>
          </ac:spMkLst>
        </pc:spChg>
        <pc:spChg chg="add mod">
          <ac:chgData name="Deep Singh" userId="691de62b-f606-4f41-8936-1ade9fc66103" providerId="ADAL" clId="{5596A10D-2B1B-40B8-AAB5-7487B1CC7759}" dt="2020-04-03T04:16:57.149" v="2545" actId="164"/>
          <ac:spMkLst>
            <pc:docMk/>
            <pc:sldMk cId="1142560619" sldId="327"/>
            <ac:spMk id="111" creationId="{078DB8C0-909E-4FE4-B40B-F6E23BA3907C}"/>
          </ac:spMkLst>
        </pc:spChg>
        <pc:spChg chg="add mod">
          <ac:chgData name="Deep Singh" userId="691de62b-f606-4f41-8936-1ade9fc66103" providerId="ADAL" clId="{5596A10D-2B1B-40B8-AAB5-7487B1CC7759}" dt="2020-04-03T04:16:57.149" v="2545" actId="164"/>
          <ac:spMkLst>
            <pc:docMk/>
            <pc:sldMk cId="1142560619" sldId="327"/>
            <ac:spMk id="112" creationId="{496263DF-771D-422E-836F-25442D740276}"/>
          </ac:spMkLst>
        </pc:spChg>
        <pc:spChg chg="add mod">
          <ac:chgData name="Deep Singh" userId="691de62b-f606-4f41-8936-1ade9fc66103" providerId="ADAL" clId="{5596A10D-2B1B-40B8-AAB5-7487B1CC7759}" dt="2020-04-03T04:16:57.149" v="2545" actId="164"/>
          <ac:spMkLst>
            <pc:docMk/>
            <pc:sldMk cId="1142560619" sldId="327"/>
            <ac:spMk id="113" creationId="{A106D1E0-9147-4D36-B3FB-E2733A83FD5F}"/>
          </ac:spMkLst>
        </pc:spChg>
        <pc:spChg chg="add mod">
          <ac:chgData name="Deep Singh" userId="691de62b-f606-4f41-8936-1ade9fc66103" providerId="ADAL" clId="{5596A10D-2B1B-40B8-AAB5-7487B1CC7759}" dt="2020-04-03T04:16:57.149" v="2545" actId="164"/>
          <ac:spMkLst>
            <pc:docMk/>
            <pc:sldMk cId="1142560619" sldId="327"/>
            <ac:spMk id="114" creationId="{8B39321F-D6A1-4D5B-805E-20E8550D9868}"/>
          </ac:spMkLst>
        </pc:spChg>
        <pc:spChg chg="add mod">
          <ac:chgData name="Deep Singh" userId="691de62b-f606-4f41-8936-1ade9fc66103" providerId="ADAL" clId="{5596A10D-2B1B-40B8-AAB5-7487B1CC7759}" dt="2020-04-03T04:16:57.149" v="2545" actId="164"/>
          <ac:spMkLst>
            <pc:docMk/>
            <pc:sldMk cId="1142560619" sldId="327"/>
            <ac:spMk id="115" creationId="{A5824718-CA49-4D26-94DF-5FED7CF216F2}"/>
          </ac:spMkLst>
        </pc:spChg>
        <pc:spChg chg="add mod">
          <ac:chgData name="Deep Singh" userId="691de62b-f606-4f41-8936-1ade9fc66103" providerId="ADAL" clId="{5596A10D-2B1B-40B8-AAB5-7487B1CC7759}" dt="2020-04-03T04:16:57.149" v="2545" actId="164"/>
          <ac:spMkLst>
            <pc:docMk/>
            <pc:sldMk cId="1142560619" sldId="327"/>
            <ac:spMk id="116" creationId="{B979C469-BDEA-4722-828E-13344B9F32BB}"/>
          </ac:spMkLst>
        </pc:spChg>
        <pc:spChg chg="add mod">
          <ac:chgData name="Deep Singh" userId="691de62b-f606-4f41-8936-1ade9fc66103" providerId="ADAL" clId="{5596A10D-2B1B-40B8-AAB5-7487B1CC7759}" dt="2020-04-03T04:16:57.149" v="2545" actId="164"/>
          <ac:spMkLst>
            <pc:docMk/>
            <pc:sldMk cId="1142560619" sldId="327"/>
            <ac:spMk id="117" creationId="{0E282645-84A8-4FF6-A676-6CE97CF6561A}"/>
          </ac:spMkLst>
        </pc:spChg>
        <pc:spChg chg="add mod">
          <ac:chgData name="Deep Singh" userId="691de62b-f606-4f41-8936-1ade9fc66103" providerId="ADAL" clId="{5596A10D-2B1B-40B8-AAB5-7487B1CC7759}" dt="2020-04-03T04:16:57.149" v="2545" actId="164"/>
          <ac:spMkLst>
            <pc:docMk/>
            <pc:sldMk cId="1142560619" sldId="327"/>
            <ac:spMk id="118" creationId="{E0F1EFEF-DB46-44C3-B461-95DB5DB08E12}"/>
          </ac:spMkLst>
        </pc:spChg>
        <pc:spChg chg="add mod">
          <ac:chgData name="Deep Singh" userId="691de62b-f606-4f41-8936-1ade9fc66103" providerId="ADAL" clId="{5596A10D-2B1B-40B8-AAB5-7487B1CC7759}" dt="2020-04-03T04:16:57.149" v="2545" actId="164"/>
          <ac:spMkLst>
            <pc:docMk/>
            <pc:sldMk cId="1142560619" sldId="327"/>
            <ac:spMk id="119" creationId="{2B92ACA7-D120-4FD7-A3CC-2810F098818E}"/>
          </ac:spMkLst>
        </pc:spChg>
        <pc:spChg chg="add mod">
          <ac:chgData name="Deep Singh" userId="691de62b-f606-4f41-8936-1ade9fc66103" providerId="ADAL" clId="{5596A10D-2B1B-40B8-AAB5-7487B1CC7759}" dt="2020-04-03T04:16:57.149" v="2545" actId="164"/>
          <ac:spMkLst>
            <pc:docMk/>
            <pc:sldMk cId="1142560619" sldId="327"/>
            <ac:spMk id="120" creationId="{82B27562-7B1A-4248-B4F6-E0B55EE964B1}"/>
          </ac:spMkLst>
        </pc:spChg>
        <pc:spChg chg="add mod">
          <ac:chgData name="Deep Singh" userId="691de62b-f606-4f41-8936-1ade9fc66103" providerId="ADAL" clId="{5596A10D-2B1B-40B8-AAB5-7487B1CC7759}" dt="2020-04-03T04:16:57.149" v="2545" actId="164"/>
          <ac:spMkLst>
            <pc:docMk/>
            <pc:sldMk cId="1142560619" sldId="327"/>
            <ac:spMk id="121" creationId="{A1ACF7BA-C720-4241-A09D-6AB3681B9BA0}"/>
          </ac:spMkLst>
        </pc:spChg>
        <pc:spChg chg="add mod">
          <ac:chgData name="Deep Singh" userId="691de62b-f606-4f41-8936-1ade9fc66103" providerId="ADAL" clId="{5596A10D-2B1B-40B8-AAB5-7487B1CC7759}" dt="2020-04-03T04:16:57.149" v="2545" actId="164"/>
          <ac:spMkLst>
            <pc:docMk/>
            <pc:sldMk cId="1142560619" sldId="327"/>
            <ac:spMk id="122" creationId="{BFD2B286-55DF-4B8B-B42E-9C3CDE88CE60}"/>
          </ac:spMkLst>
        </pc:spChg>
        <pc:spChg chg="add mod">
          <ac:chgData name="Deep Singh" userId="691de62b-f606-4f41-8936-1ade9fc66103" providerId="ADAL" clId="{5596A10D-2B1B-40B8-AAB5-7487B1CC7759}" dt="2020-04-03T04:16:57.149" v="2545" actId="164"/>
          <ac:spMkLst>
            <pc:docMk/>
            <pc:sldMk cId="1142560619" sldId="327"/>
            <ac:spMk id="123" creationId="{50EB0DBE-607B-4BEE-803A-0FA7BA7DF643}"/>
          </ac:spMkLst>
        </pc:spChg>
        <pc:spChg chg="add mod">
          <ac:chgData name="Deep Singh" userId="691de62b-f606-4f41-8936-1ade9fc66103" providerId="ADAL" clId="{5596A10D-2B1B-40B8-AAB5-7487B1CC7759}" dt="2020-04-03T04:16:57.149" v="2545" actId="164"/>
          <ac:spMkLst>
            <pc:docMk/>
            <pc:sldMk cId="1142560619" sldId="327"/>
            <ac:spMk id="124" creationId="{7C8C9CCE-02BE-4DD2-A99E-19CF0D33E2E9}"/>
          </ac:spMkLst>
        </pc:spChg>
        <pc:spChg chg="add mod">
          <ac:chgData name="Deep Singh" userId="691de62b-f606-4f41-8936-1ade9fc66103" providerId="ADAL" clId="{5596A10D-2B1B-40B8-AAB5-7487B1CC7759}" dt="2020-04-03T04:16:57.149" v="2545" actId="164"/>
          <ac:spMkLst>
            <pc:docMk/>
            <pc:sldMk cId="1142560619" sldId="327"/>
            <ac:spMk id="125" creationId="{64A8EF14-858F-4ECD-BA86-4F89F612F299}"/>
          </ac:spMkLst>
        </pc:spChg>
        <pc:spChg chg="add mod">
          <ac:chgData name="Deep Singh" userId="691de62b-f606-4f41-8936-1ade9fc66103" providerId="ADAL" clId="{5596A10D-2B1B-40B8-AAB5-7487B1CC7759}" dt="2020-04-03T04:16:57.149" v="2545" actId="164"/>
          <ac:spMkLst>
            <pc:docMk/>
            <pc:sldMk cId="1142560619" sldId="327"/>
            <ac:spMk id="126" creationId="{3F611129-EE94-4BB5-869B-770DAE42F987}"/>
          </ac:spMkLst>
        </pc:spChg>
        <pc:spChg chg="add mod">
          <ac:chgData name="Deep Singh" userId="691de62b-f606-4f41-8936-1ade9fc66103" providerId="ADAL" clId="{5596A10D-2B1B-40B8-AAB5-7487B1CC7759}" dt="2020-04-03T04:16:57.149" v="2545" actId="164"/>
          <ac:spMkLst>
            <pc:docMk/>
            <pc:sldMk cId="1142560619" sldId="327"/>
            <ac:spMk id="127" creationId="{D79F341A-E623-4441-8453-CE1187EBC30A}"/>
          </ac:spMkLst>
        </pc:spChg>
        <pc:spChg chg="add mod">
          <ac:chgData name="Deep Singh" userId="691de62b-f606-4f41-8936-1ade9fc66103" providerId="ADAL" clId="{5596A10D-2B1B-40B8-AAB5-7487B1CC7759}" dt="2020-04-03T04:16:57.149" v="2545" actId="164"/>
          <ac:spMkLst>
            <pc:docMk/>
            <pc:sldMk cId="1142560619" sldId="327"/>
            <ac:spMk id="128" creationId="{4EAB14F0-0875-4F50-A678-96842892008F}"/>
          </ac:spMkLst>
        </pc:spChg>
        <pc:spChg chg="add mod">
          <ac:chgData name="Deep Singh" userId="691de62b-f606-4f41-8936-1ade9fc66103" providerId="ADAL" clId="{5596A10D-2B1B-40B8-AAB5-7487B1CC7759}" dt="2020-04-03T04:16:57.149" v="2545" actId="164"/>
          <ac:spMkLst>
            <pc:docMk/>
            <pc:sldMk cId="1142560619" sldId="327"/>
            <ac:spMk id="129" creationId="{219583D1-562A-4355-915B-E464EFA691E7}"/>
          </ac:spMkLst>
        </pc:spChg>
        <pc:spChg chg="add mod">
          <ac:chgData name="Deep Singh" userId="691de62b-f606-4f41-8936-1ade9fc66103" providerId="ADAL" clId="{5596A10D-2B1B-40B8-AAB5-7487B1CC7759}" dt="2020-04-03T04:16:57.149" v="2545" actId="164"/>
          <ac:spMkLst>
            <pc:docMk/>
            <pc:sldMk cId="1142560619" sldId="327"/>
            <ac:spMk id="130" creationId="{77B941C2-6D84-4003-AF60-D2946FB95AE9}"/>
          </ac:spMkLst>
        </pc:spChg>
        <pc:spChg chg="add mod">
          <ac:chgData name="Deep Singh" userId="691de62b-f606-4f41-8936-1ade9fc66103" providerId="ADAL" clId="{5596A10D-2B1B-40B8-AAB5-7487B1CC7759}" dt="2020-04-03T04:16:57.149" v="2545" actId="164"/>
          <ac:spMkLst>
            <pc:docMk/>
            <pc:sldMk cId="1142560619" sldId="327"/>
            <ac:spMk id="131" creationId="{52E1B865-A052-4142-9301-3E808D77A43F}"/>
          </ac:spMkLst>
        </pc:spChg>
        <pc:spChg chg="add mod">
          <ac:chgData name="Deep Singh" userId="691de62b-f606-4f41-8936-1ade9fc66103" providerId="ADAL" clId="{5596A10D-2B1B-40B8-AAB5-7487B1CC7759}" dt="2020-04-03T04:16:57.149" v="2545" actId="164"/>
          <ac:spMkLst>
            <pc:docMk/>
            <pc:sldMk cId="1142560619" sldId="327"/>
            <ac:spMk id="132" creationId="{BDA05157-F8E2-4308-AADE-19D65FB612B6}"/>
          </ac:spMkLst>
        </pc:spChg>
        <pc:spChg chg="add mod">
          <ac:chgData name="Deep Singh" userId="691de62b-f606-4f41-8936-1ade9fc66103" providerId="ADAL" clId="{5596A10D-2B1B-40B8-AAB5-7487B1CC7759}" dt="2020-04-03T04:16:57.149" v="2545" actId="164"/>
          <ac:spMkLst>
            <pc:docMk/>
            <pc:sldMk cId="1142560619" sldId="327"/>
            <ac:spMk id="133" creationId="{35F163D2-0A8F-4759-A00A-9B0392F06674}"/>
          </ac:spMkLst>
        </pc:spChg>
        <pc:spChg chg="add mod">
          <ac:chgData name="Deep Singh" userId="691de62b-f606-4f41-8936-1ade9fc66103" providerId="ADAL" clId="{5596A10D-2B1B-40B8-AAB5-7487B1CC7759}" dt="2020-04-03T04:16:57.149" v="2545" actId="164"/>
          <ac:spMkLst>
            <pc:docMk/>
            <pc:sldMk cId="1142560619" sldId="327"/>
            <ac:spMk id="134" creationId="{54B2793E-CFD3-4997-8A89-98CCE1B843CC}"/>
          </ac:spMkLst>
        </pc:spChg>
        <pc:spChg chg="add mod">
          <ac:chgData name="Deep Singh" userId="691de62b-f606-4f41-8936-1ade9fc66103" providerId="ADAL" clId="{5596A10D-2B1B-40B8-AAB5-7487B1CC7759}" dt="2020-04-03T04:16:57.149" v="2545" actId="164"/>
          <ac:spMkLst>
            <pc:docMk/>
            <pc:sldMk cId="1142560619" sldId="327"/>
            <ac:spMk id="136" creationId="{A6572B7B-67B4-43B2-9441-43D2A8F12E79}"/>
          </ac:spMkLst>
        </pc:spChg>
        <pc:spChg chg="add mod">
          <ac:chgData name="Deep Singh" userId="691de62b-f606-4f41-8936-1ade9fc66103" providerId="ADAL" clId="{5596A10D-2B1B-40B8-AAB5-7487B1CC7759}" dt="2020-04-03T04:16:57.149" v="2545" actId="164"/>
          <ac:spMkLst>
            <pc:docMk/>
            <pc:sldMk cId="1142560619" sldId="327"/>
            <ac:spMk id="142" creationId="{9F618193-508C-451B-B63B-6F293CD4DFD2}"/>
          </ac:spMkLst>
        </pc:spChg>
        <pc:spChg chg="add mod">
          <ac:chgData name="Deep Singh" userId="691de62b-f606-4f41-8936-1ade9fc66103" providerId="ADAL" clId="{5596A10D-2B1B-40B8-AAB5-7487B1CC7759}" dt="2020-04-03T04:16:57.149" v="2545" actId="164"/>
          <ac:spMkLst>
            <pc:docMk/>
            <pc:sldMk cId="1142560619" sldId="327"/>
            <ac:spMk id="143" creationId="{D650EF08-5AC4-4F6C-96E2-B5B09D5B267F}"/>
          </ac:spMkLst>
        </pc:spChg>
        <pc:spChg chg="add mod">
          <ac:chgData name="Deep Singh" userId="691de62b-f606-4f41-8936-1ade9fc66103" providerId="ADAL" clId="{5596A10D-2B1B-40B8-AAB5-7487B1CC7759}" dt="2020-04-03T04:16:57.149" v="2545" actId="164"/>
          <ac:spMkLst>
            <pc:docMk/>
            <pc:sldMk cId="1142560619" sldId="327"/>
            <ac:spMk id="144" creationId="{22D8EE1D-FAD8-4896-8FD1-667134C70CBE}"/>
          </ac:spMkLst>
        </pc:spChg>
        <pc:spChg chg="add mod">
          <ac:chgData name="Deep Singh" userId="691de62b-f606-4f41-8936-1ade9fc66103" providerId="ADAL" clId="{5596A10D-2B1B-40B8-AAB5-7487B1CC7759}" dt="2020-04-03T04:16:57.149" v="2545" actId="164"/>
          <ac:spMkLst>
            <pc:docMk/>
            <pc:sldMk cId="1142560619" sldId="327"/>
            <ac:spMk id="145" creationId="{84669F3E-079F-418D-A252-81617693C77F}"/>
          </ac:spMkLst>
        </pc:spChg>
        <pc:spChg chg="add mod">
          <ac:chgData name="Deep Singh" userId="691de62b-f606-4f41-8936-1ade9fc66103" providerId="ADAL" clId="{5596A10D-2B1B-40B8-AAB5-7487B1CC7759}" dt="2020-04-03T04:16:57.149" v="2545" actId="164"/>
          <ac:spMkLst>
            <pc:docMk/>
            <pc:sldMk cId="1142560619" sldId="327"/>
            <ac:spMk id="146" creationId="{BED9510F-C3AB-4EA1-AFFF-BC470F809D57}"/>
          </ac:spMkLst>
        </pc:spChg>
        <pc:spChg chg="add mod">
          <ac:chgData name="Deep Singh" userId="691de62b-f606-4f41-8936-1ade9fc66103" providerId="ADAL" clId="{5596A10D-2B1B-40B8-AAB5-7487B1CC7759}" dt="2020-04-03T04:16:57.149" v="2545" actId="164"/>
          <ac:spMkLst>
            <pc:docMk/>
            <pc:sldMk cId="1142560619" sldId="327"/>
            <ac:spMk id="147" creationId="{CD59BF69-913C-4CED-9876-BE930EB39C71}"/>
          </ac:spMkLst>
        </pc:spChg>
        <pc:spChg chg="add mod">
          <ac:chgData name="Deep Singh" userId="691de62b-f606-4f41-8936-1ade9fc66103" providerId="ADAL" clId="{5596A10D-2B1B-40B8-AAB5-7487B1CC7759}" dt="2020-04-03T04:16:57.149" v="2545" actId="164"/>
          <ac:spMkLst>
            <pc:docMk/>
            <pc:sldMk cId="1142560619" sldId="327"/>
            <ac:spMk id="148" creationId="{3009EC0B-C4E7-410E-9BB7-041F3C1C6DF4}"/>
          </ac:spMkLst>
        </pc:spChg>
        <pc:spChg chg="add mod">
          <ac:chgData name="Deep Singh" userId="691de62b-f606-4f41-8936-1ade9fc66103" providerId="ADAL" clId="{5596A10D-2B1B-40B8-AAB5-7487B1CC7759}" dt="2020-04-03T04:16:57.149" v="2545" actId="164"/>
          <ac:spMkLst>
            <pc:docMk/>
            <pc:sldMk cId="1142560619" sldId="327"/>
            <ac:spMk id="149" creationId="{87243EDA-82EA-4F93-9FF0-48FC386BD1F7}"/>
          </ac:spMkLst>
        </pc:spChg>
        <pc:spChg chg="add mod">
          <ac:chgData name="Deep Singh" userId="691de62b-f606-4f41-8936-1ade9fc66103" providerId="ADAL" clId="{5596A10D-2B1B-40B8-AAB5-7487B1CC7759}" dt="2020-04-03T04:16:57.149" v="2545" actId="164"/>
          <ac:spMkLst>
            <pc:docMk/>
            <pc:sldMk cId="1142560619" sldId="327"/>
            <ac:spMk id="150" creationId="{1872DC3C-FD9E-4540-A7CC-C4B637ED2361}"/>
          </ac:spMkLst>
        </pc:spChg>
        <pc:spChg chg="add mod">
          <ac:chgData name="Deep Singh" userId="691de62b-f606-4f41-8936-1ade9fc66103" providerId="ADAL" clId="{5596A10D-2B1B-40B8-AAB5-7487B1CC7759}" dt="2020-04-03T04:16:57.149" v="2545" actId="164"/>
          <ac:spMkLst>
            <pc:docMk/>
            <pc:sldMk cId="1142560619" sldId="327"/>
            <ac:spMk id="151" creationId="{873BCD65-9C81-4C3D-9EF6-B114E0A2FD38}"/>
          </ac:spMkLst>
        </pc:spChg>
        <pc:spChg chg="add mod">
          <ac:chgData name="Deep Singh" userId="691de62b-f606-4f41-8936-1ade9fc66103" providerId="ADAL" clId="{5596A10D-2B1B-40B8-AAB5-7487B1CC7759}" dt="2020-04-03T04:16:57.149" v="2545" actId="164"/>
          <ac:spMkLst>
            <pc:docMk/>
            <pc:sldMk cId="1142560619" sldId="327"/>
            <ac:spMk id="157" creationId="{0D57031B-C5DC-4752-B10C-02D3D49911BD}"/>
          </ac:spMkLst>
        </pc:spChg>
        <pc:spChg chg="add mod">
          <ac:chgData name="Deep Singh" userId="691de62b-f606-4f41-8936-1ade9fc66103" providerId="ADAL" clId="{5596A10D-2B1B-40B8-AAB5-7487B1CC7759}" dt="2020-04-03T04:16:57.149" v="2545" actId="164"/>
          <ac:spMkLst>
            <pc:docMk/>
            <pc:sldMk cId="1142560619" sldId="327"/>
            <ac:spMk id="158" creationId="{E185EB18-5AB2-40B6-BA40-596B411601FD}"/>
          </ac:spMkLst>
        </pc:spChg>
        <pc:spChg chg="add mod">
          <ac:chgData name="Deep Singh" userId="691de62b-f606-4f41-8936-1ade9fc66103" providerId="ADAL" clId="{5596A10D-2B1B-40B8-AAB5-7487B1CC7759}" dt="2020-04-03T04:16:57.149" v="2545" actId="164"/>
          <ac:spMkLst>
            <pc:docMk/>
            <pc:sldMk cId="1142560619" sldId="327"/>
            <ac:spMk id="159" creationId="{482BDF06-A32A-426B-8B45-6EE237AC0791}"/>
          </ac:spMkLst>
        </pc:spChg>
        <pc:grpChg chg="add mod">
          <ac:chgData name="Deep Singh" userId="691de62b-f606-4f41-8936-1ade9fc66103" providerId="ADAL" clId="{5596A10D-2B1B-40B8-AAB5-7487B1CC7759}" dt="2020-04-03T04:17:10.325" v="2564" actId="1035"/>
          <ac:grpSpMkLst>
            <pc:docMk/>
            <pc:sldMk cId="1142560619" sldId="327"/>
            <ac:grpSpMk id="3" creationId="{53FBBC34-EAC0-4B3B-887B-83747BC6DB43}"/>
          </ac:grpSpMkLst>
        </pc:grpChg>
        <pc:grpChg chg="add del mod">
          <ac:chgData name="Deep Singh" userId="691de62b-f606-4f41-8936-1ade9fc66103" providerId="ADAL" clId="{5596A10D-2B1B-40B8-AAB5-7487B1CC7759}" dt="2020-04-03T04:16:33.783" v="2500" actId="478"/>
          <ac:grpSpMkLst>
            <pc:docMk/>
            <pc:sldMk cId="1142560619" sldId="327"/>
            <ac:grpSpMk id="10" creationId="{C946A99D-CF7B-40ED-B830-95F0F0191BDE}"/>
          </ac:grpSpMkLst>
        </pc:grpChg>
        <pc:grpChg chg="del">
          <ac:chgData name="Deep Singh" userId="691de62b-f606-4f41-8936-1ade9fc66103" providerId="ADAL" clId="{5596A10D-2B1B-40B8-AAB5-7487B1CC7759}" dt="2020-04-03T03:17:14.022" v="2087" actId="478"/>
          <ac:grpSpMkLst>
            <pc:docMk/>
            <pc:sldMk cId="1142560619" sldId="327"/>
            <ac:grpSpMk id="41" creationId="{C97AB056-7067-49DC-8CEA-E94AD656E544}"/>
          </ac:grpSpMkLst>
        </pc:grpChg>
        <pc:picChg chg="add mod">
          <ac:chgData name="Deep Singh" userId="691de62b-f606-4f41-8936-1ade9fc66103" providerId="ADAL" clId="{5596A10D-2B1B-40B8-AAB5-7487B1CC7759}" dt="2020-04-03T03:26:35.742" v="2294" actId="164"/>
          <ac:picMkLst>
            <pc:docMk/>
            <pc:sldMk cId="1142560619" sldId="327"/>
            <ac:picMk id="86" creationId="{62112E81-10DB-4C90-BAD9-18A5C451DEAA}"/>
          </ac:picMkLst>
        </pc:picChg>
        <pc:picChg chg="add mod">
          <ac:chgData name="Deep Singh" userId="691de62b-f606-4f41-8936-1ade9fc66103" providerId="ADAL" clId="{5596A10D-2B1B-40B8-AAB5-7487B1CC7759}" dt="2020-04-03T03:26:35.742" v="2294" actId="164"/>
          <ac:picMkLst>
            <pc:docMk/>
            <pc:sldMk cId="1142560619" sldId="327"/>
            <ac:picMk id="92" creationId="{17BB46B3-1A6E-4500-AF1F-8729283C8E86}"/>
          </ac:picMkLst>
        </pc:picChg>
        <pc:picChg chg="add mod">
          <ac:chgData name="Deep Singh" userId="691de62b-f606-4f41-8936-1ade9fc66103" providerId="ADAL" clId="{5596A10D-2B1B-40B8-AAB5-7487B1CC7759}" dt="2020-04-03T03:26:35.742" v="2294" actId="164"/>
          <ac:picMkLst>
            <pc:docMk/>
            <pc:sldMk cId="1142560619" sldId="327"/>
            <ac:picMk id="103" creationId="{25028556-3B7E-427D-86A5-A3C252753B9C}"/>
          </ac:picMkLst>
        </pc:picChg>
        <pc:picChg chg="add mod">
          <ac:chgData name="Deep Singh" userId="691de62b-f606-4f41-8936-1ade9fc66103" providerId="ADAL" clId="{5596A10D-2B1B-40B8-AAB5-7487B1CC7759}" dt="2020-04-03T03:26:35.742" v="2294" actId="164"/>
          <ac:picMkLst>
            <pc:docMk/>
            <pc:sldMk cId="1142560619" sldId="327"/>
            <ac:picMk id="107" creationId="{9789F7D3-C211-44EC-9C48-E7270B0FFD71}"/>
          </ac:picMkLst>
        </pc:picChg>
        <pc:picChg chg="add mod">
          <ac:chgData name="Deep Singh" userId="691de62b-f606-4f41-8936-1ade9fc66103" providerId="ADAL" clId="{5596A10D-2B1B-40B8-AAB5-7487B1CC7759}" dt="2020-04-03T04:16:57.149" v="2545" actId="164"/>
          <ac:picMkLst>
            <pc:docMk/>
            <pc:sldMk cId="1142560619" sldId="327"/>
            <ac:picMk id="135" creationId="{8F84F372-DB26-4493-9C7B-267052DBC3D4}"/>
          </ac:picMkLst>
        </pc:picChg>
        <pc:picChg chg="add mod">
          <ac:chgData name="Deep Singh" userId="691de62b-f606-4f41-8936-1ade9fc66103" providerId="ADAL" clId="{5596A10D-2B1B-40B8-AAB5-7487B1CC7759}" dt="2020-04-03T04:16:57.149" v="2545" actId="164"/>
          <ac:picMkLst>
            <pc:docMk/>
            <pc:sldMk cId="1142560619" sldId="327"/>
            <ac:picMk id="141" creationId="{6BDED6B3-29F9-403C-8D3D-26E88232BEC9}"/>
          </ac:picMkLst>
        </pc:picChg>
        <pc:picChg chg="add mod">
          <ac:chgData name="Deep Singh" userId="691de62b-f606-4f41-8936-1ade9fc66103" providerId="ADAL" clId="{5596A10D-2B1B-40B8-AAB5-7487B1CC7759}" dt="2020-04-03T04:16:57.149" v="2545" actId="164"/>
          <ac:picMkLst>
            <pc:docMk/>
            <pc:sldMk cId="1142560619" sldId="327"/>
            <ac:picMk id="152" creationId="{D7A281F0-C896-4F9B-B655-2C3CFE2C9601}"/>
          </ac:picMkLst>
        </pc:picChg>
        <pc:picChg chg="add mod">
          <ac:chgData name="Deep Singh" userId="691de62b-f606-4f41-8936-1ade9fc66103" providerId="ADAL" clId="{5596A10D-2B1B-40B8-AAB5-7487B1CC7759}" dt="2020-04-03T04:16:57.149" v="2545" actId="164"/>
          <ac:picMkLst>
            <pc:docMk/>
            <pc:sldMk cId="1142560619" sldId="327"/>
            <ac:picMk id="156" creationId="{5571C033-2029-4DA7-8072-2C95E43B6A91}"/>
          </ac:picMkLst>
        </pc:picChg>
        <pc:picChg chg="add del mod">
          <ac:chgData name="Deep Singh" userId="691de62b-f606-4f41-8936-1ade9fc66103" providerId="ADAL" clId="{5596A10D-2B1B-40B8-AAB5-7487B1CC7759}" dt="2020-04-03T02:33:34.559" v="2082"/>
          <ac:picMkLst>
            <pc:docMk/>
            <pc:sldMk cId="1142560619" sldId="327"/>
            <ac:picMk id="1026" creationId="{8C0618AD-56CA-44F2-B11F-D9897A3F4A11}"/>
          </ac:picMkLst>
        </pc:picChg>
        <pc:cxnChg chg="del">
          <ac:chgData name="Deep Singh" userId="691de62b-f606-4f41-8936-1ade9fc66103" providerId="ADAL" clId="{5596A10D-2B1B-40B8-AAB5-7487B1CC7759}" dt="2020-04-03T03:17:14.022" v="2087" actId="478"/>
          <ac:cxnSpMkLst>
            <pc:docMk/>
            <pc:sldMk cId="1142560619" sldId="327"/>
            <ac:cxnSpMk id="42" creationId="{3EB52EA6-1404-4AD7-B9C9-18210887DB38}"/>
          </ac:cxnSpMkLst>
        </pc:cxnChg>
        <pc:cxnChg chg="del">
          <ac:chgData name="Deep Singh" userId="691de62b-f606-4f41-8936-1ade9fc66103" providerId="ADAL" clId="{5596A10D-2B1B-40B8-AAB5-7487B1CC7759}" dt="2020-04-03T03:17:14.022" v="2087" actId="478"/>
          <ac:cxnSpMkLst>
            <pc:docMk/>
            <pc:sldMk cId="1142560619" sldId="327"/>
            <ac:cxnSpMk id="43" creationId="{2849D924-C9DE-4143-9BB9-CCCCD6E0178F}"/>
          </ac:cxnSpMkLst>
        </pc:cxnChg>
        <pc:cxnChg chg="del">
          <ac:chgData name="Deep Singh" userId="691de62b-f606-4f41-8936-1ade9fc66103" providerId="ADAL" clId="{5596A10D-2B1B-40B8-AAB5-7487B1CC7759}" dt="2020-04-03T03:17:14.022" v="2087" actId="478"/>
          <ac:cxnSpMkLst>
            <pc:docMk/>
            <pc:sldMk cId="1142560619" sldId="327"/>
            <ac:cxnSpMk id="44" creationId="{0F6A9907-0100-4F96-A158-1DD9DF4D4C32}"/>
          </ac:cxnSpMkLst>
        </pc:cxnChg>
        <pc:cxnChg chg="del">
          <ac:chgData name="Deep Singh" userId="691de62b-f606-4f41-8936-1ade9fc66103" providerId="ADAL" clId="{5596A10D-2B1B-40B8-AAB5-7487B1CC7759}" dt="2020-04-03T03:17:14.022" v="2087" actId="478"/>
          <ac:cxnSpMkLst>
            <pc:docMk/>
            <pc:sldMk cId="1142560619" sldId="327"/>
            <ac:cxnSpMk id="47" creationId="{1382517D-8BC5-4D64-A20D-6B81DA762B56}"/>
          </ac:cxnSpMkLst>
        </pc:cxnChg>
        <pc:cxnChg chg="del">
          <ac:chgData name="Deep Singh" userId="691de62b-f606-4f41-8936-1ade9fc66103" providerId="ADAL" clId="{5596A10D-2B1B-40B8-AAB5-7487B1CC7759}" dt="2020-04-03T03:17:14.022" v="2087" actId="478"/>
          <ac:cxnSpMkLst>
            <pc:docMk/>
            <pc:sldMk cId="1142560619" sldId="327"/>
            <ac:cxnSpMk id="51" creationId="{A5535131-CE21-4B89-B2C4-8EFD112D918E}"/>
          </ac:cxnSpMkLst>
        </pc:cxnChg>
        <pc:cxnChg chg="del">
          <ac:chgData name="Deep Singh" userId="691de62b-f606-4f41-8936-1ade9fc66103" providerId="ADAL" clId="{5596A10D-2B1B-40B8-AAB5-7487B1CC7759}" dt="2020-04-03T03:25:58.763" v="2233" actId="478"/>
          <ac:cxnSpMkLst>
            <pc:docMk/>
            <pc:sldMk cId="1142560619" sldId="327"/>
            <ac:cxnSpMk id="54" creationId="{E359EC66-5891-4582-8089-442DF5025089}"/>
          </ac:cxnSpMkLst>
        </pc:cxnChg>
        <pc:cxnChg chg="del">
          <ac:chgData name="Deep Singh" userId="691de62b-f606-4f41-8936-1ade9fc66103" providerId="ADAL" clId="{5596A10D-2B1B-40B8-AAB5-7487B1CC7759}" dt="2020-04-03T03:25:58.763" v="2233" actId="478"/>
          <ac:cxnSpMkLst>
            <pc:docMk/>
            <pc:sldMk cId="1142560619" sldId="327"/>
            <ac:cxnSpMk id="56" creationId="{AFF0AAFD-CC3A-4485-BA30-42991022136E}"/>
          </ac:cxnSpMkLst>
        </pc:cxnChg>
        <pc:cxnChg chg="del">
          <ac:chgData name="Deep Singh" userId="691de62b-f606-4f41-8936-1ade9fc66103" providerId="ADAL" clId="{5596A10D-2B1B-40B8-AAB5-7487B1CC7759}" dt="2020-04-03T03:25:58.763" v="2233" actId="478"/>
          <ac:cxnSpMkLst>
            <pc:docMk/>
            <pc:sldMk cId="1142560619" sldId="327"/>
            <ac:cxnSpMk id="60" creationId="{241775DB-2A50-4D56-9EEB-23E49FABF33E}"/>
          </ac:cxnSpMkLst>
        </pc:cxnChg>
        <pc:cxnChg chg="add mod">
          <ac:chgData name="Deep Singh" userId="691de62b-f606-4f41-8936-1ade9fc66103" providerId="ADAL" clId="{5596A10D-2B1B-40B8-AAB5-7487B1CC7759}" dt="2020-04-03T03:26:35.742" v="2294" actId="164"/>
          <ac:cxnSpMkLst>
            <pc:docMk/>
            <pc:sldMk cId="1142560619" sldId="327"/>
            <ac:cxnSpMk id="88" creationId="{F6144CF9-FF05-46C3-A133-8981CB6A571E}"/>
          </ac:cxnSpMkLst>
        </pc:cxnChg>
        <pc:cxnChg chg="add mod">
          <ac:chgData name="Deep Singh" userId="691de62b-f606-4f41-8936-1ade9fc66103" providerId="ADAL" clId="{5596A10D-2B1B-40B8-AAB5-7487B1CC7759}" dt="2020-04-03T03:26:35.742" v="2294" actId="164"/>
          <ac:cxnSpMkLst>
            <pc:docMk/>
            <pc:sldMk cId="1142560619" sldId="327"/>
            <ac:cxnSpMk id="89" creationId="{464A977A-FC75-47D9-950F-A500620B9EA7}"/>
          </ac:cxnSpMkLst>
        </pc:cxnChg>
        <pc:cxnChg chg="add mod">
          <ac:chgData name="Deep Singh" userId="691de62b-f606-4f41-8936-1ade9fc66103" providerId="ADAL" clId="{5596A10D-2B1B-40B8-AAB5-7487B1CC7759}" dt="2020-04-03T03:26:35.742" v="2294" actId="164"/>
          <ac:cxnSpMkLst>
            <pc:docMk/>
            <pc:sldMk cId="1142560619" sldId="327"/>
            <ac:cxnSpMk id="90" creationId="{18E5ED06-D39E-4CE0-BBC4-EC42C140D52F}"/>
          </ac:cxnSpMkLst>
        </pc:cxnChg>
        <pc:cxnChg chg="add mod">
          <ac:chgData name="Deep Singh" userId="691de62b-f606-4f41-8936-1ade9fc66103" providerId="ADAL" clId="{5596A10D-2B1B-40B8-AAB5-7487B1CC7759}" dt="2020-04-03T03:26:35.742" v="2294" actId="164"/>
          <ac:cxnSpMkLst>
            <pc:docMk/>
            <pc:sldMk cId="1142560619" sldId="327"/>
            <ac:cxnSpMk id="91" creationId="{6F8713B0-8187-4A85-974D-BDE17551A4A4}"/>
          </ac:cxnSpMkLst>
        </pc:cxnChg>
        <pc:cxnChg chg="add mod">
          <ac:chgData name="Deep Singh" userId="691de62b-f606-4f41-8936-1ade9fc66103" providerId="ADAL" clId="{5596A10D-2B1B-40B8-AAB5-7487B1CC7759}" dt="2020-04-03T03:26:35.742" v="2294" actId="164"/>
          <ac:cxnSpMkLst>
            <pc:docMk/>
            <pc:sldMk cId="1142560619" sldId="327"/>
            <ac:cxnSpMk id="104" creationId="{71FA5029-A85D-4195-8981-9A1ABA860216}"/>
          </ac:cxnSpMkLst>
        </pc:cxnChg>
        <pc:cxnChg chg="add mod">
          <ac:chgData name="Deep Singh" userId="691de62b-f606-4f41-8936-1ade9fc66103" providerId="ADAL" clId="{5596A10D-2B1B-40B8-AAB5-7487B1CC7759}" dt="2020-04-03T03:26:35.742" v="2294" actId="164"/>
          <ac:cxnSpMkLst>
            <pc:docMk/>
            <pc:sldMk cId="1142560619" sldId="327"/>
            <ac:cxnSpMk id="105" creationId="{67177BE1-2E86-4967-A1CF-3305C8768C72}"/>
          </ac:cxnSpMkLst>
        </pc:cxnChg>
        <pc:cxnChg chg="add mod">
          <ac:chgData name="Deep Singh" userId="691de62b-f606-4f41-8936-1ade9fc66103" providerId="ADAL" clId="{5596A10D-2B1B-40B8-AAB5-7487B1CC7759}" dt="2020-04-03T03:26:35.742" v="2294" actId="164"/>
          <ac:cxnSpMkLst>
            <pc:docMk/>
            <pc:sldMk cId="1142560619" sldId="327"/>
            <ac:cxnSpMk id="106" creationId="{E7A2E212-AF79-4568-8BA4-379DA93FEEC1}"/>
          </ac:cxnSpMkLst>
        </pc:cxnChg>
        <pc:cxnChg chg="add mod">
          <ac:chgData name="Deep Singh" userId="691de62b-f606-4f41-8936-1ade9fc66103" providerId="ADAL" clId="{5596A10D-2B1B-40B8-AAB5-7487B1CC7759}" dt="2020-04-03T04:16:57.149" v="2545" actId="164"/>
          <ac:cxnSpMkLst>
            <pc:docMk/>
            <pc:sldMk cId="1142560619" sldId="327"/>
            <ac:cxnSpMk id="137" creationId="{51A85759-8071-4D8A-BA80-A3A4AAD8A29D}"/>
          </ac:cxnSpMkLst>
        </pc:cxnChg>
        <pc:cxnChg chg="add mod">
          <ac:chgData name="Deep Singh" userId="691de62b-f606-4f41-8936-1ade9fc66103" providerId="ADAL" clId="{5596A10D-2B1B-40B8-AAB5-7487B1CC7759}" dt="2020-04-03T04:16:57.149" v="2545" actId="164"/>
          <ac:cxnSpMkLst>
            <pc:docMk/>
            <pc:sldMk cId="1142560619" sldId="327"/>
            <ac:cxnSpMk id="138" creationId="{0FBED8C8-CCC5-4927-8CB0-AE2320B440F7}"/>
          </ac:cxnSpMkLst>
        </pc:cxnChg>
        <pc:cxnChg chg="add mod">
          <ac:chgData name="Deep Singh" userId="691de62b-f606-4f41-8936-1ade9fc66103" providerId="ADAL" clId="{5596A10D-2B1B-40B8-AAB5-7487B1CC7759}" dt="2020-04-03T04:16:57.149" v="2545" actId="164"/>
          <ac:cxnSpMkLst>
            <pc:docMk/>
            <pc:sldMk cId="1142560619" sldId="327"/>
            <ac:cxnSpMk id="139" creationId="{BD52BD9C-0638-4F3D-B73D-685C7E392A15}"/>
          </ac:cxnSpMkLst>
        </pc:cxnChg>
        <pc:cxnChg chg="add mod">
          <ac:chgData name="Deep Singh" userId="691de62b-f606-4f41-8936-1ade9fc66103" providerId="ADAL" clId="{5596A10D-2B1B-40B8-AAB5-7487B1CC7759}" dt="2020-04-03T04:16:57.149" v="2545" actId="164"/>
          <ac:cxnSpMkLst>
            <pc:docMk/>
            <pc:sldMk cId="1142560619" sldId="327"/>
            <ac:cxnSpMk id="140" creationId="{2FCB964C-C872-4D7A-9D76-3A74AEF98AE0}"/>
          </ac:cxnSpMkLst>
        </pc:cxnChg>
        <pc:cxnChg chg="add mod">
          <ac:chgData name="Deep Singh" userId="691de62b-f606-4f41-8936-1ade9fc66103" providerId="ADAL" clId="{5596A10D-2B1B-40B8-AAB5-7487B1CC7759}" dt="2020-04-03T04:16:57.149" v="2545" actId="164"/>
          <ac:cxnSpMkLst>
            <pc:docMk/>
            <pc:sldMk cId="1142560619" sldId="327"/>
            <ac:cxnSpMk id="153" creationId="{5C862692-F432-4D11-9AAD-EB36E2EA8237}"/>
          </ac:cxnSpMkLst>
        </pc:cxnChg>
        <pc:cxnChg chg="add mod">
          <ac:chgData name="Deep Singh" userId="691de62b-f606-4f41-8936-1ade9fc66103" providerId="ADAL" clId="{5596A10D-2B1B-40B8-AAB5-7487B1CC7759}" dt="2020-04-03T04:16:57.149" v="2545" actId="164"/>
          <ac:cxnSpMkLst>
            <pc:docMk/>
            <pc:sldMk cId="1142560619" sldId="327"/>
            <ac:cxnSpMk id="154" creationId="{613DECF0-4547-47BF-B0AA-EBAC20BC1848}"/>
          </ac:cxnSpMkLst>
        </pc:cxnChg>
        <pc:cxnChg chg="add mod">
          <ac:chgData name="Deep Singh" userId="691de62b-f606-4f41-8936-1ade9fc66103" providerId="ADAL" clId="{5596A10D-2B1B-40B8-AAB5-7487B1CC7759}" dt="2020-04-03T04:16:57.149" v="2545" actId="164"/>
          <ac:cxnSpMkLst>
            <pc:docMk/>
            <pc:sldMk cId="1142560619" sldId="327"/>
            <ac:cxnSpMk id="155" creationId="{B58872DD-758D-4B1E-88C4-28C6246263E7}"/>
          </ac:cxnSpMkLst>
        </pc:cxnChg>
      </pc:sldChg>
      <pc:sldChg chg="del">
        <pc:chgData name="Deep Singh" userId="691de62b-f606-4f41-8936-1ade9fc66103" providerId="ADAL" clId="{5596A10D-2B1B-40B8-AAB5-7487B1CC7759}" dt="2020-04-02T23:09:00.422" v="1278" actId="47"/>
        <pc:sldMkLst>
          <pc:docMk/>
          <pc:sldMk cId="3320675665" sldId="329"/>
        </pc:sldMkLst>
      </pc:sldChg>
      <pc:sldChg chg="del">
        <pc:chgData name="Deep Singh" userId="691de62b-f606-4f41-8936-1ade9fc66103" providerId="ADAL" clId="{5596A10D-2B1B-40B8-AAB5-7487B1CC7759}" dt="2020-04-02T23:11:17.385" v="1310" actId="47"/>
        <pc:sldMkLst>
          <pc:docMk/>
          <pc:sldMk cId="2253781075" sldId="333"/>
        </pc:sldMkLst>
      </pc:sldChg>
      <pc:sldChg chg="delSp">
        <pc:chgData name="Deep Singh" userId="691de62b-f606-4f41-8936-1ade9fc66103" providerId="ADAL" clId="{5596A10D-2B1B-40B8-AAB5-7487B1CC7759}" dt="2020-04-03T03:59:05.027" v="2437" actId="478"/>
        <pc:sldMkLst>
          <pc:docMk/>
          <pc:sldMk cId="457554112" sldId="336"/>
        </pc:sldMkLst>
        <pc:cxnChg chg="del">
          <ac:chgData name="Deep Singh" userId="691de62b-f606-4f41-8936-1ade9fc66103" providerId="ADAL" clId="{5596A10D-2B1B-40B8-AAB5-7487B1CC7759}" dt="2020-04-03T03:59:05.027" v="2437" actId="478"/>
          <ac:cxnSpMkLst>
            <pc:docMk/>
            <pc:sldMk cId="457554112" sldId="336"/>
            <ac:cxnSpMk id="157" creationId="{492B7BB8-20A0-4A73-ADAC-007A14E61860}"/>
          </ac:cxnSpMkLst>
        </pc:cxnChg>
      </pc:sldChg>
      <pc:sldChg chg="modSp">
        <pc:chgData name="Deep Singh" userId="691de62b-f606-4f41-8936-1ade9fc66103" providerId="ADAL" clId="{5596A10D-2B1B-40B8-AAB5-7487B1CC7759}" dt="2020-04-03T03:55:58.630" v="2436" actId="20577"/>
        <pc:sldMkLst>
          <pc:docMk/>
          <pc:sldMk cId="3638135901" sldId="337"/>
        </pc:sldMkLst>
        <pc:graphicFrameChg chg="mod">
          <ac:chgData name="Deep Singh" userId="691de62b-f606-4f41-8936-1ade9fc66103" providerId="ADAL" clId="{5596A10D-2B1B-40B8-AAB5-7487B1CC7759}" dt="2020-04-03T03:55:58.630" v="2436" actId="20577"/>
          <ac:graphicFrameMkLst>
            <pc:docMk/>
            <pc:sldMk cId="3638135901" sldId="337"/>
            <ac:graphicFrameMk id="17" creationId="{16ABED77-31FE-4EDA-A472-E0B431693583}"/>
          </ac:graphicFrameMkLst>
        </pc:graphicFrameChg>
      </pc:sldChg>
      <pc:sldChg chg="del ord">
        <pc:chgData name="Deep Singh" userId="691de62b-f606-4f41-8936-1ade9fc66103" providerId="ADAL" clId="{5596A10D-2B1B-40B8-AAB5-7487B1CC7759}" dt="2020-04-02T23:08:28.331" v="1273" actId="47"/>
        <pc:sldMkLst>
          <pc:docMk/>
          <pc:sldMk cId="2517138296" sldId="341"/>
        </pc:sldMkLst>
      </pc:sldChg>
      <pc:sldChg chg="del ord">
        <pc:chgData name="Deep Singh" userId="691de62b-f606-4f41-8936-1ade9fc66103" providerId="ADAL" clId="{5596A10D-2B1B-40B8-AAB5-7487B1CC7759}" dt="2020-04-02T23:08:28.331" v="1273" actId="47"/>
        <pc:sldMkLst>
          <pc:docMk/>
          <pc:sldMk cId="3069301475" sldId="342"/>
        </pc:sldMkLst>
      </pc:sldChg>
      <pc:sldChg chg="modSp ord">
        <pc:chgData name="Deep Singh" userId="691de62b-f606-4f41-8936-1ade9fc66103" providerId="ADAL" clId="{5596A10D-2B1B-40B8-AAB5-7487B1CC7759}" dt="2020-04-02T23:17:03.114" v="1387" actId="20577"/>
        <pc:sldMkLst>
          <pc:docMk/>
          <pc:sldMk cId="3531666274" sldId="343"/>
        </pc:sldMkLst>
        <pc:spChg chg="mod">
          <ac:chgData name="Deep Singh" userId="691de62b-f606-4f41-8936-1ade9fc66103" providerId="ADAL" clId="{5596A10D-2B1B-40B8-AAB5-7487B1CC7759}" dt="2020-04-02T23:17:03.114" v="1387" actId="20577"/>
          <ac:spMkLst>
            <pc:docMk/>
            <pc:sldMk cId="3531666274" sldId="343"/>
            <ac:spMk id="6" creationId="{152ADB85-0025-4E0A-B62D-0D6377972C2F}"/>
          </ac:spMkLst>
        </pc:spChg>
      </pc:sldChg>
      <pc:sldChg chg="del">
        <pc:chgData name="Deep Singh" userId="691de62b-f606-4f41-8936-1ade9fc66103" providerId="ADAL" clId="{5596A10D-2B1B-40B8-AAB5-7487B1CC7759}" dt="2020-04-02T23:08:28.331" v="1273" actId="47"/>
        <pc:sldMkLst>
          <pc:docMk/>
          <pc:sldMk cId="685957424" sldId="345"/>
        </pc:sldMkLst>
      </pc:sldChg>
      <pc:sldChg chg="del">
        <pc:chgData name="Deep Singh" userId="691de62b-f606-4f41-8936-1ade9fc66103" providerId="ADAL" clId="{5596A10D-2B1B-40B8-AAB5-7487B1CC7759}" dt="2020-04-02T23:08:28.331" v="1273" actId="47"/>
        <pc:sldMkLst>
          <pc:docMk/>
          <pc:sldMk cId="1164412954" sldId="346"/>
        </pc:sldMkLst>
      </pc:sldChg>
      <pc:sldChg chg="del">
        <pc:chgData name="Deep Singh" userId="691de62b-f606-4f41-8936-1ade9fc66103" providerId="ADAL" clId="{5596A10D-2B1B-40B8-AAB5-7487B1CC7759}" dt="2020-04-02T23:08:28.331" v="1273" actId="47"/>
        <pc:sldMkLst>
          <pc:docMk/>
          <pc:sldMk cId="3840906611" sldId="347"/>
        </pc:sldMkLst>
      </pc:sldChg>
      <pc:sldChg chg="add del">
        <pc:chgData name="Deep Singh" userId="691de62b-f606-4f41-8936-1ade9fc66103" providerId="ADAL" clId="{5596A10D-2B1B-40B8-AAB5-7487B1CC7759}" dt="2020-04-02T21:42:59.598" v="10" actId="47"/>
        <pc:sldMkLst>
          <pc:docMk/>
          <pc:sldMk cId="3172355312" sldId="348"/>
        </pc:sldMkLst>
      </pc:sldChg>
      <pc:sldChg chg="addSp delSp modSp add">
        <pc:chgData name="Deep Singh" userId="691de62b-f606-4f41-8936-1ade9fc66103" providerId="ADAL" clId="{5596A10D-2B1B-40B8-AAB5-7487B1CC7759}" dt="2020-04-02T22:08:00.168" v="1242" actId="6549"/>
        <pc:sldMkLst>
          <pc:docMk/>
          <pc:sldMk cId="1269246693" sldId="349"/>
        </pc:sldMkLst>
        <pc:spChg chg="add mod">
          <ac:chgData name="Deep Singh" userId="691de62b-f606-4f41-8936-1ade9fc66103" providerId="ADAL" clId="{5596A10D-2B1B-40B8-AAB5-7487B1CC7759}" dt="2020-04-02T22:08:00.168" v="1242" actId="6549"/>
          <ac:spMkLst>
            <pc:docMk/>
            <pc:sldMk cId="1269246693" sldId="349"/>
            <ac:spMk id="2" creationId="{56D3E20F-BBB9-42F4-AB6D-702DF5176EBE}"/>
          </ac:spMkLst>
        </pc:spChg>
        <pc:spChg chg="mod">
          <ac:chgData name="Deep Singh" userId="691de62b-f606-4f41-8936-1ade9fc66103" providerId="ADAL" clId="{5596A10D-2B1B-40B8-AAB5-7487B1CC7759}" dt="2020-04-02T21:43:14.243" v="26" actId="20577"/>
          <ac:spMkLst>
            <pc:docMk/>
            <pc:sldMk cId="1269246693" sldId="349"/>
            <ac:spMk id="6" creationId="{152ADB85-0025-4E0A-B62D-0D6377972C2F}"/>
          </ac:spMkLst>
        </pc:spChg>
        <pc:graphicFrameChg chg="del">
          <ac:chgData name="Deep Singh" userId="691de62b-f606-4f41-8936-1ade9fc66103" providerId="ADAL" clId="{5596A10D-2B1B-40B8-AAB5-7487B1CC7759}" dt="2020-04-02T21:43:21.627" v="27" actId="478"/>
          <ac:graphicFrameMkLst>
            <pc:docMk/>
            <pc:sldMk cId="1269246693" sldId="349"/>
            <ac:graphicFrameMk id="17" creationId="{16ABED77-31FE-4EDA-A472-E0B431693583}"/>
          </ac:graphicFrameMkLst>
        </pc:graphicFrameChg>
        <pc:picChg chg="add del mod">
          <ac:chgData name="Deep Singh" userId="691de62b-f606-4f41-8936-1ade9fc66103" providerId="ADAL" clId="{5596A10D-2B1B-40B8-AAB5-7487B1CC7759}" dt="2020-04-02T21:49:35.933" v="524" actId="478"/>
          <ac:picMkLst>
            <pc:docMk/>
            <pc:sldMk cId="1269246693" sldId="349"/>
            <ac:picMk id="3" creationId="{F3D8E99A-7A40-4EBB-BAC7-5783D72E7C37}"/>
          </ac:picMkLst>
        </pc:picChg>
        <pc:picChg chg="add del">
          <ac:chgData name="Deep Singh" userId="691de62b-f606-4f41-8936-1ade9fc66103" providerId="ADAL" clId="{5596A10D-2B1B-40B8-AAB5-7487B1CC7759}" dt="2020-04-02T21:52:39.516" v="723"/>
          <ac:picMkLst>
            <pc:docMk/>
            <pc:sldMk cId="1269246693" sldId="349"/>
            <ac:picMk id="7" creationId="{6E131629-D6FB-4F28-8D8C-DB9A5825C44E}"/>
          </ac:picMkLst>
        </pc:picChg>
      </pc:sldChg>
      <pc:sldChg chg="modSp add">
        <pc:chgData name="Deep Singh" userId="691de62b-f606-4f41-8936-1ade9fc66103" providerId="ADAL" clId="{5596A10D-2B1B-40B8-AAB5-7487B1CC7759}" dt="2020-04-02T22:11:44.514" v="1268" actId="20577"/>
        <pc:sldMkLst>
          <pc:docMk/>
          <pc:sldMk cId="2128196044" sldId="350"/>
        </pc:sldMkLst>
        <pc:spChg chg="mod">
          <ac:chgData name="Deep Singh" userId="691de62b-f606-4f41-8936-1ade9fc66103" providerId="ADAL" clId="{5596A10D-2B1B-40B8-AAB5-7487B1CC7759}" dt="2020-04-02T22:11:44.514" v="1268" actId="20577"/>
          <ac:spMkLst>
            <pc:docMk/>
            <pc:sldMk cId="2128196044" sldId="350"/>
            <ac:spMk id="2" creationId="{56D3E20F-BBB9-42F4-AB6D-702DF5176EBE}"/>
          </ac:spMkLst>
        </pc:spChg>
        <pc:spChg chg="mod">
          <ac:chgData name="Deep Singh" userId="691de62b-f606-4f41-8936-1ade9fc66103" providerId="ADAL" clId="{5596A10D-2B1B-40B8-AAB5-7487B1CC7759}" dt="2020-04-02T22:11:38.440" v="1254" actId="20577"/>
          <ac:spMkLst>
            <pc:docMk/>
            <pc:sldMk cId="2128196044" sldId="350"/>
            <ac:spMk id="6" creationId="{152ADB85-0025-4E0A-B62D-0D6377972C2F}"/>
          </ac:spMkLst>
        </pc:spChg>
      </pc:sldChg>
      <pc:sldChg chg="add del">
        <pc:chgData name="Deep Singh" userId="691de62b-f606-4f41-8936-1ade9fc66103" providerId="ADAL" clId="{5596A10D-2B1B-40B8-AAB5-7487B1CC7759}" dt="2020-04-02T22:11:16.499" v="1244" actId="2696"/>
        <pc:sldMkLst>
          <pc:docMk/>
          <pc:sldMk cId="3323433205" sldId="350"/>
        </pc:sldMkLst>
      </pc:sldChg>
      <pc:sldChg chg="modSp">
        <pc:chgData name="Deep Singh" userId="691de62b-f606-4f41-8936-1ade9fc66103" providerId="ADAL" clId="{5596A10D-2B1B-40B8-AAB5-7487B1CC7759}" dt="2020-04-02T23:10:16.992" v="1309" actId="20577"/>
        <pc:sldMkLst>
          <pc:docMk/>
          <pc:sldMk cId="1839219276" sldId="351"/>
        </pc:sldMkLst>
        <pc:spChg chg="mod">
          <ac:chgData name="Deep Singh" userId="691de62b-f606-4f41-8936-1ade9fc66103" providerId="ADAL" clId="{5596A10D-2B1B-40B8-AAB5-7487B1CC7759}" dt="2020-04-02T23:10:16.992" v="1309" actId="20577"/>
          <ac:spMkLst>
            <pc:docMk/>
            <pc:sldMk cId="1839219276" sldId="351"/>
            <ac:spMk id="6" creationId="{152ADB85-0025-4E0A-B62D-0D6377972C2F}"/>
          </ac:spMkLst>
        </pc:spChg>
      </pc:sldChg>
      <pc:sldChg chg="modSp">
        <pc:chgData name="Deep Singh" userId="691de62b-f606-4f41-8936-1ade9fc66103" providerId="ADAL" clId="{5596A10D-2B1B-40B8-AAB5-7487B1CC7759}" dt="2020-04-02T23:14:56.604" v="1348" actId="20577"/>
        <pc:sldMkLst>
          <pc:docMk/>
          <pc:sldMk cId="306272127" sldId="352"/>
        </pc:sldMkLst>
        <pc:spChg chg="mod">
          <ac:chgData name="Deep Singh" userId="691de62b-f606-4f41-8936-1ade9fc66103" providerId="ADAL" clId="{5596A10D-2B1B-40B8-AAB5-7487B1CC7759}" dt="2020-04-02T23:14:56.604" v="1348" actId="20577"/>
          <ac:spMkLst>
            <pc:docMk/>
            <pc:sldMk cId="306272127" sldId="352"/>
            <ac:spMk id="11" creationId="{BB003D32-00BD-4546-BB15-66F3DB626FE6}"/>
          </ac:spMkLst>
        </pc:spChg>
      </pc:sldChg>
      <pc:sldChg chg="ord">
        <pc:chgData name="Deep Singh" userId="691de62b-f606-4f41-8936-1ade9fc66103" providerId="ADAL" clId="{5596A10D-2B1B-40B8-AAB5-7487B1CC7759}" dt="2020-04-02T23:15:56.993" v="1371"/>
        <pc:sldMkLst>
          <pc:docMk/>
          <pc:sldMk cId="4106677230" sldId="356"/>
        </pc:sldMkLst>
      </pc:sldChg>
      <pc:sldChg chg="modSp">
        <pc:chgData name="Deep Singh" userId="691de62b-f606-4f41-8936-1ade9fc66103" providerId="ADAL" clId="{5596A10D-2B1B-40B8-AAB5-7487B1CC7759}" dt="2020-04-03T02:21:32.835" v="2074"/>
        <pc:sldMkLst>
          <pc:docMk/>
          <pc:sldMk cId="2721782479" sldId="357"/>
        </pc:sldMkLst>
        <pc:spChg chg="mod">
          <ac:chgData name="Deep Singh" userId="691de62b-f606-4f41-8936-1ade9fc66103" providerId="ADAL" clId="{5596A10D-2B1B-40B8-AAB5-7487B1CC7759}" dt="2020-04-02T23:09:43.980" v="1302" actId="404"/>
          <ac:spMkLst>
            <pc:docMk/>
            <pc:sldMk cId="2721782479" sldId="357"/>
            <ac:spMk id="6" creationId="{152ADB85-0025-4E0A-B62D-0D6377972C2F}"/>
          </ac:spMkLst>
        </pc:spChg>
        <pc:graphicFrameChg chg="mod">
          <ac:chgData name="Deep Singh" userId="691de62b-f606-4f41-8936-1ade9fc66103" providerId="ADAL" clId="{5596A10D-2B1B-40B8-AAB5-7487B1CC7759}" dt="2020-04-03T02:21:32.835" v="2074"/>
          <ac:graphicFrameMkLst>
            <pc:docMk/>
            <pc:sldMk cId="2721782479" sldId="357"/>
            <ac:graphicFrameMk id="625" creationId="{E12EF7C9-60FE-4EFE-9370-EE6A5CDD7934}"/>
          </ac:graphicFrameMkLst>
        </pc:graphicFrameChg>
      </pc:sldChg>
      <pc:sldChg chg="modSp add">
        <pc:chgData name="Deep Singh" userId="691de62b-f606-4f41-8936-1ade9fc66103" providerId="ADAL" clId="{5596A10D-2B1B-40B8-AAB5-7487B1CC7759}" dt="2020-04-02T23:17:40.987" v="1391" actId="20577"/>
        <pc:sldMkLst>
          <pc:docMk/>
          <pc:sldMk cId="143463365" sldId="358"/>
        </pc:sldMkLst>
        <pc:spChg chg="mod">
          <ac:chgData name="Deep Singh" userId="691de62b-f606-4f41-8936-1ade9fc66103" providerId="ADAL" clId="{5596A10D-2B1B-40B8-AAB5-7487B1CC7759}" dt="2020-04-02T23:17:40.987" v="1391" actId="20577"/>
          <ac:spMkLst>
            <pc:docMk/>
            <pc:sldMk cId="143463365" sldId="358"/>
            <ac:spMk id="11" creationId="{BB003D32-00BD-4546-BB15-66F3DB626FE6}"/>
          </ac:spMkLst>
        </pc:spChg>
      </pc:sldChg>
      <pc:sldChg chg="addSp delSp add del setBg delDesignElem">
        <pc:chgData name="Deep Singh" userId="691de62b-f606-4f41-8936-1ade9fc66103" providerId="ADAL" clId="{5596A10D-2B1B-40B8-AAB5-7487B1CC7759}" dt="2020-04-02T23:08:56.804" v="1276"/>
        <pc:sldMkLst>
          <pc:docMk/>
          <pc:sldMk cId="3482989764" sldId="358"/>
        </pc:sldMkLst>
        <pc:spChg chg="add del">
          <ac:chgData name="Deep Singh" userId="691de62b-f606-4f41-8936-1ade9fc66103" providerId="ADAL" clId="{5596A10D-2B1B-40B8-AAB5-7487B1CC7759}" dt="2020-04-02T23:08:56.804" v="1276"/>
          <ac:spMkLst>
            <pc:docMk/>
            <pc:sldMk cId="3482989764" sldId="358"/>
            <ac:spMk id="13" creationId="{4C608BEB-860E-4094-8511-78603564A75E}"/>
          </ac:spMkLst>
        </pc:spChg>
        <pc:cxnChg chg="add del">
          <ac:chgData name="Deep Singh" userId="691de62b-f606-4f41-8936-1ade9fc66103" providerId="ADAL" clId="{5596A10D-2B1B-40B8-AAB5-7487B1CC7759}" dt="2020-04-02T23:08:56.804" v="1276"/>
          <ac:cxnSpMkLst>
            <pc:docMk/>
            <pc:sldMk cId="3482989764" sldId="358"/>
            <ac:cxnSpMk id="15" creationId="{1F16A8D4-FE87-4604-88B2-394B5D1EB437}"/>
          </ac:cxnSpMkLst>
        </pc:cxnChg>
      </pc:sldChg>
      <pc:sldChg chg="addSp delSp modSp add">
        <pc:chgData name="Deep Singh" userId="691de62b-f606-4f41-8936-1ade9fc66103" providerId="ADAL" clId="{5596A10D-2B1B-40B8-AAB5-7487B1CC7759}" dt="2020-04-02T23:16:30.842" v="1373" actId="20577"/>
        <pc:sldMkLst>
          <pc:docMk/>
          <pc:sldMk cId="1783047013" sldId="359"/>
        </pc:sldMkLst>
        <pc:spChg chg="add del">
          <ac:chgData name="Deep Singh" userId="691de62b-f606-4f41-8936-1ade9fc66103" providerId="ADAL" clId="{5596A10D-2B1B-40B8-AAB5-7487B1CC7759}" dt="2020-04-02T23:15:33.264" v="1369"/>
          <ac:spMkLst>
            <pc:docMk/>
            <pc:sldMk cId="1783047013" sldId="359"/>
            <ac:spMk id="2" creationId="{9460F1B8-7CC9-45DA-861F-C80BC660B31B}"/>
          </ac:spMkLst>
        </pc:spChg>
        <pc:spChg chg="mod">
          <ac:chgData name="Deep Singh" userId="691de62b-f606-4f41-8936-1ade9fc66103" providerId="ADAL" clId="{5596A10D-2B1B-40B8-AAB5-7487B1CC7759}" dt="2020-04-02T23:16:30.842" v="1373" actId="20577"/>
          <ac:spMkLst>
            <pc:docMk/>
            <pc:sldMk cId="1783047013" sldId="359"/>
            <ac:spMk id="6" creationId="{152ADB85-0025-4E0A-B62D-0D6377972C2F}"/>
          </ac:spMkLst>
        </pc:spChg>
        <pc:spChg chg="mod">
          <ac:chgData name="Deep Singh" userId="691de62b-f606-4f41-8936-1ade9fc66103" providerId="ADAL" clId="{5596A10D-2B1B-40B8-AAB5-7487B1CC7759}" dt="2020-04-02T23:15:17.226" v="1367" actId="20577"/>
          <ac:spMkLst>
            <pc:docMk/>
            <pc:sldMk cId="1783047013" sldId="359"/>
            <ac:spMk id="11" creationId="{BB003D32-00BD-4546-BB15-66F3DB626FE6}"/>
          </ac:spMkLst>
        </pc:spChg>
      </pc:sldChg>
      <pc:sldChg chg="addSp delSp add del setBg delDesignElem">
        <pc:chgData name="Deep Singh" userId="691de62b-f606-4f41-8936-1ade9fc66103" providerId="ADAL" clId="{5596A10D-2B1B-40B8-AAB5-7487B1CC7759}" dt="2020-04-02T23:12:10.822" v="1313"/>
        <pc:sldMkLst>
          <pc:docMk/>
          <pc:sldMk cId="3296166187" sldId="359"/>
        </pc:sldMkLst>
        <pc:spChg chg="add del">
          <ac:chgData name="Deep Singh" userId="691de62b-f606-4f41-8936-1ade9fc66103" providerId="ADAL" clId="{5596A10D-2B1B-40B8-AAB5-7487B1CC7759}" dt="2020-04-02T23:12:10.822" v="1313"/>
          <ac:spMkLst>
            <pc:docMk/>
            <pc:sldMk cId="3296166187" sldId="359"/>
            <ac:spMk id="13" creationId="{4C608BEB-860E-4094-8511-78603564A75E}"/>
          </ac:spMkLst>
        </pc:spChg>
        <pc:cxnChg chg="add del">
          <ac:chgData name="Deep Singh" userId="691de62b-f606-4f41-8936-1ade9fc66103" providerId="ADAL" clId="{5596A10D-2B1B-40B8-AAB5-7487B1CC7759}" dt="2020-04-02T23:12:10.822" v="1313"/>
          <ac:cxnSpMkLst>
            <pc:docMk/>
            <pc:sldMk cId="3296166187" sldId="359"/>
            <ac:cxnSpMk id="15" creationId="{1F16A8D4-FE87-4604-88B2-394B5D1EB437}"/>
          </ac:cxnSpMkLst>
        </pc:cxnChg>
      </pc:sldChg>
      <pc:sldChg chg="modSp">
        <pc:chgData name="Deep Singh" userId="691de62b-f606-4f41-8936-1ade9fc66103" providerId="ADAL" clId="{5596A10D-2B1B-40B8-AAB5-7487B1CC7759}" dt="2020-04-02T23:20:04.087" v="1485" actId="313"/>
        <pc:sldMkLst>
          <pc:docMk/>
          <pc:sldMk cId="921578843" sldId="360"/>
        </pc:sldMkLst>
        <pc:spChg chg="mod">
          <ac:chgData name="Deep Singh" userId="691de62b-f606-4f41-8936-1ade9fc66103" providerId="ADAL" clId="{5596A10D-2B1B-40B8-AAB5-7487B1CC7759}" dt="2020-04-02T23:18:21.640" v="1393" actId="20577"/>
          <ac:spMkLst>
            <pc:docMk/>
            <pc:sldMk cId="921578843" sldId="360"/>
            <ac:spMk id="6" creationId="{152ADB85-0025-4E0A-B62D-0D6377972C2F}"/>
          </ac:spMkLst>
        </pc:spChg>
        <pc:spChg chg="mod">
          <ac:chgData name="Deep Singh" userId="691de62b-f606-4f41-8936-1ade9fc66103" providerId="ADAL" clId="{5596A10D-2B1B-40B8-AAB5-7487B1CC7759}" dt="2020-04-02T23:20:04.087" v="1485" actId="313"/>
          <ac:spMkLst>
            <pc:docMk/>
            <pc:sldMk cId="921578843" sldId="360"/>
            <ac:spMk id="11" creationId="{BB003D32-00BD-4546-BB15-66F3DB626FE6}"/>
          </ac:spMkLst>
        </pc:spChg>
      </pc:sldChg>
    </pc:docChg>
  </pc:docChgLst>
  <pc:docChgLst>
    <pc:chgData name="Deep Singh" userId="218171febb998cc3" providerId="LiveId" clId="{A631849A-FE2E-4D2F-A2E6-41A2D3869678}"/>
    <pc:docChg chg="undo redo custSel mod addSld delSld modSld sldOrd addMainMaster delMainMaster modMainMaster">
      <pc:chgData name="Deep Singh" userId="218171febb998cc3" providerId="LiveId" clId="{A631849A-FE2E-4D2F-A2E6-41A2D3869678}" dt="2020-04-02T21:08:24.917" v="15295" actId="1076"/>
      <pc:docMkLst>
        <pc:docMk/>
      </pc:docMkLst>
      <pc:sldChg chg="addSp delSp modSp mod setBg setClrOvrMap delDesignElem">
        <pc:chgData name="Deep Singh" userId="218171febb998cc3" providerId="LiveId" clId="{A631849A-FE2E-4D2F-A2E6-41A2D3869678}" dt="2020-04-02T20:45:48.104" v="15183" actId="478"/>
        <pc:sldMkLst>
          <pc:docMk/>
          <pc:sldMk cId="2292312718" sldId="257"/>
        </pc:sldMkLst>
        <pc:spChg chg="add del mod">
          <ac:chgData name="Deep Singh" userId="218171febb998cc3" providerId="LiveId" clId="{A631849A-FE2E-4D2F-A2E6-41A2D3869678}" dt="2020-04-01T16:14:29.583" v="1861" actId="20577"/>
          <ac:spMkLst>
            <pc:docMk/>
            <pc:sldMk cId="2292312718" sldId="257"/>
            <ac:spMk id="2" creationId="{431E4C8D-7EC8-47FF-A013-C5840358796B}"/>
          </ac:spMkLst>
        </pc:spChg>
        <pc:spChg chg="del mod">
          <ac:chgData name="Deep Singh" userId="218171febb998cc3" providerId="LiveId" clId="{A631849A-FE2E-4D2F-A2E6-41A2D3869678}" dt="2020-04-01T09:21:02.134" v="1520" actId="478"/>
          <ac:spMkLst>
            <pc:docMk/>
            <pc:sldMk cId="2292312718" sldId="257"/>
            <ac:spMk id="3" creationId="{BBE5F374-5CCE-4AE9-8FB8-4FB6A9625750}"/>
          </ac:spMkLst>
        </pc:spChg>
        <pc:spChg chg="del">
          <ac:chgData name="Deep Singh" userId="218171febb998cc3" providerId="LiveId" clId="{A631849A-FE2E-4D2F-A2E6-41A2D3869678}" dt="2020-04-02T20:45:43.816" v="15182" actId="478"/>
          <ac:spMkLst>
            <pc:docMk/>
            <pc:sldMk cId="2292312718" sldId="257"/>
            <ac:spMk id="3" creationId="{DE9BE805-F8B5-4E58-BBA9-BF9D102E9C1A}"/>
          </ac:spMkLst>
        </pc:spChg>
        <pc:spChg chg="del">
          <ac:chgData name="Deep Singh" userId="218171febb998cc3" providerId="LiveId" clId="{A631849A-FE2E-4D2F-A2E6-41A2D3869678}" dt="2020-04-02T20:45:48.104" v="15183" actId="478"/>
          <ac:spMkLst>
            <pc:docMk/>
            <pc:sldMk cId="2292312718" sldId="257"/>
            <ac:spMk id="4" creationId="{04B652B5-3E2A-4C61-8A17-A66B975DA400}"/>
          </ac:spMkLst>
        </pc:spChg>
        <pc:spChg chg="add del mod ord">
          <ac:chgData name="Deep Singh" userId="218171febb998cc3" providerId="LiveId" clId="{A631849A-FE2E-4D2F-A2E6-41A2D3869678}" dt="2020-04-01T09:24:34.385" v="1627" actId="478"/>
          <ac:spMkLst>
            <pc:docMk/>
            <pc:sldMk cId="2292312718" sldId="257"/>
            <ac:spMk id="4" creationId="{AEA303FC-DDA1-48D2-BA82-0F709566D99B}"/>
          </ac:spMkLst>
        </pc:spChg>
        <pc:spChg chg="add del mod ord">
          <ac:chgData name="Deep Singh" userId="218171febb998cc3" providerId="LiveId" clId="{A631849A-FE2E-4D2F-A2E6-41A2D3869678}" dt="2020-04-01T03:32:01.322" v="507" actId="478"/>
          <ac:spMkLst>
            <pc:docMk/>
            <pc:sldMk cId="2292312718" sldId="257"/>
            <ac:spMk id="5" creationId="{72AC528C-122C-40E5-B8DD-406FBCDE9F8C}"/>
          </ac:spMkLst>
        </pc:spChg>
        <pc:spChg chg="add del">
          <ac:chgData name="Deep Singh" userId="218171febb998cc3" providerId="LiveId" clId="{A631849A-FE2E-4D2F-A2E6-41A2D3869678}" dt="2020-04-01T03:20:27.816" v="235" actId="26606"/>
          <ac:spMkLst>
            <pc:docMk/>
            <pc:sldMk cId="2292312718" sldId="257"/>
            <ac:spMk id="7" creationId="{6DE1DE6A-18FA-43A0-A004-A96D425A0B56}"/>
          </ac:spMkLst>
        </pc:spChg>
        <pc:spChg chg="add del">
          <ac:chgData name="Deep Singh" userId="218171febb998cc3" providerId="LiveId" clId="{A631849A-FE2E-4D2F-A2E6-41A2D3869678}" dt="2020-04-01T03:20:27.816" v="235" actId="26606"/>
          <ac:spMkLst>
            <pc:docMk/>
            <pc:sldMk cId="2292312718" sldId="257"/>
            <ac:spMk id="8" creationId="{0987A594-1156-4343-A6C6-0AEC0238B208}"/>
          </ac:spMkLst>
        </pc:spChg>
        <pc:spChg chg="add del">
          <ac:chgData name="Deep Singh" userId="218171febb998cc3" providerId="LiveId" clId="{A631849A-FE2E-4D2F-A2E6-41A2D3869678}" dt="2020-04-01T03:20:27.816" v="235" actId="26606"/>
          <ac:spMkLst>
            <pc:docMk/>
            <pc:sldMk cId="2292312718" sldId="257"/>
            <ac:spMk id="9" creationId="{A42B8551-2CBB-4D65-A9E0-120D17D50895}"/>
          </ac:spMkLst>
        </pc:spChg>
        <pc:spChg chg="add del">
          <ac:chgData name="Deep Singh" userId="218171febb998cc3" providerId="LiveId" clId="{A631849A-FE2E-4D2F-A2E6-41A2D3869678}" dt="2020-04-01T03:20:21.156" v="231" actId="26606"/>
          <ac:spMkLst>
            <pc:docMk/>
            <pc:sldMk cId="2292312718" sldId="257"/>
            <ac:spMk id="10" creationId="{9C3EFD13-3CD8-4457-B029-DD736C9E9C02}"/>
          </ac:spMkLst>
        </pc:spChg>
        <pc:spChg chg="add del">
          <ac:chgData name="Deep Singh" userId="218171febb998cc3" providerId="LiveId" clId="{A631849A-FE2E-4D2F-A2E6-41A2D3869678}" dt="2020-04-01T09:21:58.509" v="1525" actId="26606"/>
          <ac:spMkLst>
            <pc:docMk/>
            <pc:sldMk cId="2292312718" sldId="257"/>
            <ac:spMk id="11" creationId="{9C3EFD13-3CD8-4457-B029-DD736C9E9C02}"/>
          </ac:spMkLst>
        </pc:spChg>
        <pc:spChg chg="add del">
          <ac:chgData name="Deep Singh" userId="218171febb998cc3" providerId="LiveId" clId="{A631849A-FE2E-4D2F-A2E6-41A2D3869678}" dt="2020-04-01T03:20:21.156" v="231" actId="26606"/>
          <ac:spMkLst>
            <pc:docMk/>
            <pc:sldMk cId="2292312718" sldId="257"/>
            <ac:spMk id="12" creationId="{AA9B61C3-6D3C-4B90-B343-810EC252B3E7}"/>
          </ac:spMkLst>
        </pc:spChg>
        <pc:spChg chg="add del">
          <ac:chgData name="Deep Singh" userId="218171febb998cc3" providerId="LiveId" clId="{A631849A-FE2E-4D2F-A2E6-41A2D3869678}" dt="2020-04-01T09:21:58.509" v="1525" actId="26606"/>
          <ac:spMkLst>
            <pc:docMk/>
            <pc:sldMk cId="2292312718" sldId="257"/>
            <ac:spMk id="13" creationId="{AA9B61C3-6D3C-4B90-B343-810EC252B3E7}"/>
          </ac:spMkLst>
        </pc:spChg>
        <pc:spChg chg="add del mod">
          <ac:chgData name="Deep Singh" userId="218171febb998cc3" providerId="LiveId" clId="{A631849A-FE2E-4D2F-A2E6-41A2D3869678}" dt="2020-04-01T09:32:14.962" v="1722" actId="478"/>
          <ac:spMkLst>
            <pc:docMk/>
            <pc:sldMk cId="2292312718" sldId="257"/>
            <ac:spMk id="14" creationId="{9E66A493-443E-4C34-8DB1-793D5B8DAE03}"/>
          </ac:spMkLst>
        </pc:spChg>
        <pc:spChg chg="add del">
          <ac:chgData name="Deep Singh" userId="218171febb998cc3" providerId="LiveId" clId="{A631849A-FE2E-4D2F-A2E6-41A2D3869678}" dt="2020-04-01T03:20:21.156" v="231" actId="26606"/>
          <ac:spMkLst>
            <pc:docMk/>
            <pc:sldMk cId="2292312718" sldId="257"/>
            <ac:spMk id="14" creationId="{C1257FDB-F578-4AA9-844B-CF6CFA2FA3D9}"/>
          </ac:spMkLst>
        </pc:spChg>
        <pc:spChg chg="add del">
          <ac:chgData name="Deep Singh" userId="218171febb998cc3" providerId="LiveId" clId="{A631849A-FE2E-4D2F-A2E6-41A2D3869678}" dt="2020-04-01T09:21:58.509" v="1525" actId="26606"/>
          <ac:spMkLst>
            <pc:docMk/>
            <pc:sldMk cId="2292312718" sldId="257"/>
            <ac:spMk id="15" creationId="{C1257FDB-F578-4AA9-844B-CF6CFA2FA3D9}"/>
          </ac:spMkLst>
        </pc:spChg>
        <pc:spChg chg="add del">
          <ac:chgData name="Deep Singh" userId="218171febb998cc3" providerId="LiveId" clId="{A631849A-FE2E-4D2F-A2E6-41A2D3869678}" dt="2020-04-01T03:20:21.156" v="231" actId="26606"/>
          <ac:spMkLst>
            <pc:docMk/>
            <pc:sldMk cId="2292312718" sldId="257"/>
            <ac:spMk id="16" creationId="{9999F923-F60C-4033-A0C7-BA36D1A44173}"/>
          </ac:spMkLst>
        </pc:spChg>
        <pc:spChg chg="add del">
          <ac:chgData name="Deep Singh" userId="218171febb998cc3" providerId="LiveId" clId="{A631849A-FE2E-4D2F-A2E6-41A2D3869678}" dt="2020-04-01T09:21:58.509" v="1525" actId="26606"/>
          <ac:spMkLst>
            <pc:docMk/>
            <pc:sldMk cId="2292312718" sldId="257"/>
            <ac:spMk id="17" creationId="{9999F923-F60C-4033-A0C7-BA36D1A44173}"/>
          </ac:spMkLst>
        </pc:spChg>
        <pc:spChg chg="add del">
          <ac:chgData name="Deep Singh" userId="218171febb998cc3" providerId="LiveId" clId="{A631849A-FE2E-4D2F-A2E6-41A2D3869678}" dt="2020-04-01T03:20:21.156" v="231" actId="26606"/>
          <ac:spMkLst>
            <pc:docMk/>
            <pc:sldMk cId="2292312718" sldId="257"/>
            <ac:spMk id="18" creationId="{F8C27FAF-AD0A-489C-A7B5-16CBFBB067EA}"/>
          </ac:spMkLst>
        </pc:spChg>
        <pc:spChg chg="add del">
          <ac:chgData name="Deep Singh" userId="218171febb998cc3" providerId="LiveId" clId="{A631849A-FE2E-4D2F-A2E6-41A2D3869678}" dt="2020-04-01T09:21:58.509" v="1525" actId="26606"/>
          <ac:spMkLst>
            <pc:docMk/>
            <pc:sldMk cId="2292312718" sldId="257"/>
            <ac:spMk id="19" creationId="{F8C27FAF-AD0A-489C-A7B5-16CBFBB067EA}"/>
          </ac:spMkLst>
        </pc:spChg>
        <pc:spChg chg="add del">
          <ac:chgData name="Deep Singh" userId="218171febb998cc3" providerId="LiveId" clId="{A631849A-FE2E-4D2F-A2E6-41A2D3869678}" dt="2020-04-01T03:20:21.156" v="231" actId="26606"/>
          <ac:spMkLst>
            <pc:docMk/>
            <pc:sldMk cId="2292312718" sldId="257"/>
            <ac:spMk id="20" creationId="{583B1E3E-6E8E-4E48-9EA6-56F1E306AA4B}"/>
          </ac:spMkLst>
        </pc:spChg>
        <pc:spChg chg="add del">
          <ac:chgData name="Deep Singh" userId="218171febb998cc3" providerId="LiveId" clId="{A631849A-FE2E-4D2F-A2E6-41A2D3869678}" dt="2020-04-01T09:21:58.509" v="1525" actId="26606"/>
          <ac:spMkLst>
            <pc:docMk/>
            <pc:sldMk cId="2292312718" sldId="257"/>
            <ac:spMk id="21" creationId="{583B1E3E-6E8E-4E48-9EA6-56F1E306AA4B}"/>
          </ac:spMkLst>
        </pc:spChg>
        <pc:spChg chg="add del">
          <ac:chgData name="Deep Singh" userId="218171febb998cc3" providerId="LiveId" clId="{A631849A-FE2E-4D2F-A2E6-41A2D3869678}" dt="2020-04-01T03:20:24.277" v="233" actId="26606"/>
          <ac:spMkLst>
            <pc:docMk/>
            <pc:sldMk cId="2292312718" sldId="257"/>
            <ac:spMk id="22" creationId="{23962611-DFD5-4092-AAFD-559E3DFCE2C9}"/>
          </ac:spMkLst>
        </pc:spChg>
        <pc:spChg chg="add del">
          <ac:chgData name="Deep Singh" userId="218171febb998cc3" providerId="LiveId" clId="{A631849A-FE2E-4D2F-A2E6-41A2D3869678}" dt="2020-04-01T03:22:49.150" v="249" actId="26606"/>
          <ac:spMkLst>
            <pc:docMk/>
            <pc:sldMk cId="2292312718" sldId="257"/>
            <ac:spMk id="24" creationId="{35555856-9970-4BC3-9AA9-6A917F53AFBD}"/>
          </ac:spMkLst>
        </pc:spChg>
        <pc:spChg chg="add del">
          <ac:chgData name="Deep Singh" userId="218171febb998cc3" providerId="LiveId" clId="{A631849A-FE2E-4D2F-A2E6-41A2D3869678}" dt="2020-04-01T03:22:49.150" v="249" actId="26606"/>
          <ac:spMkLst>
            <pc:docMk/>
            <pc:sldMk cId="2292312718" sldId="257"/>
            <ac:spMk id="26" creationId="{13722DD7-BA73-4776-93A3-94491FEF7260}"/>
          </ac:spMkLst>
        </pc:spChg>
        <pc:spChg chg="add del">
          <ac:chgData name="Deep Singh" userId="218171febb998cc3" providerId="LiveId" clId="{A631849A-FE2E-4D2F-A2E6-41A2D3869678}" dt="2020-04-01T09:21:48.438" v="1522" actId="26606"/>
          <ac:spMkLst>
            <pc:docMk/>
            <pc:sldMk cId="2292312718" sldId="257"/>
            <ac:spMk id="29" creationId="{6753252F-4873-4F63-801D-CC719279A7D5}"/>
          </ac:spMkLst>
        </pc:spChg>
        <pc:spChg chg="add del">
          <ac:chgData name="Deep Singh" userId="218171febb998cc3" providerId="LiveId" clId="{A631849A-FE2E-4D2F-A2E6-41A2D3869678}" dt="2020-04-01T04:21:24.798" v="1172" actId="26606"/>
          <ac:spMkLst>
            <pc:docMk/>
            <pc:sldMk cId="2292312718" sldId="257"/>
            <ac:spMk id="30" creationId="{23962611-DFD5-4092-AAFD-559E3DFCE2C9}"/>
          </ac:spMkLst>
        </pc:spChg>
        <pc:spChg chg="add del">
          <ac:chgData name="Deep Singh" userId="218171febb998cc3" providerId="LiveId" clId="{A631849A-FE2E-4D2F-A2E6-41A2D3869678}" dt="2020-04-01T09:16:51.973" v="1429" actId="26606"/>
          <ac:spMkLst>
            <pc:docMk/>
            <pc:sldMk cId="2292312718" sldId="257"/>
            <ac:spMk id="32" creationId="{B92BC7C0-A940-4440-B488-A169EE6CC08E}"/>
          </ac:spMkLst>
        </pc:spChg>
        <pc:spChg chg="add del">
          <ac:chgData name="Deep Singh" userId="218171febb998cc3" providerId="LiveId" clId="{A631849A-FE2E-4D2F-A2E6-41A2D3869678}" dt="2020-04-01T03:28:46.571" v="304" actId="26606"/>
          <ac:spMkLst>
            <pc:docMk/>
            <pc:sldMk cId="2292312718" sldId="257"/>
            <ac:spMk id="33" creationId="{C0B27210-D0CA-4654-B3E3-9ABB4F178EA1}"/>
          </ac:spMkLst>
        </pc:spChg>
        <pc:spChg chg="add del">
          <ac:chgData name="Deep Singh" userId="218171febb998cc3" providerId="LiveId" clId="{A631849A-FE2E-4D2F-A2E6-41A2D3869678}" dt="2020-04-01T09:21:48.438" v="1522" actId="26606"/>
          <ac:spMkLst>
            <pc:docMk/>
            <pc:sldMk cId="2292312718" sldId="257"/>
            <ac:spMk id="34" creationId="{047C8CCB-F95D-4249-92DD-651249D3535A}"/>
          </ac:spMkLst>
        </pc:spChg>
        <pc:spChg chg="add del">
          <ac:chgData name="Deep Singh" userId="218171febb998cc3" providerId="LiveId" clId="{A631849A-FE2E-4D2F-A2E6-41A2D3869678}" dt="2020-04-01T03:28:46.571" v="304" actId="26606"/>
          <ac:spMkLst>
            <pc:docMk/>
            <pc:sldMk cId="2292312718" sldId="257"/>
            <ac:spMk id="35" creationId="{1DB7C82F-AB7E-4F0C-B829-FA1B9C415180}"/>
          </ac:spMkLst>
        </pc:spChg>
        <pc:spChg chg="add del">
          <ac:chgData name="Deep Singh" userId="218171febb998cc3" providerId="LiveId" clId="{A631849A-FE2E-4D2F-A2E6-41A2D3869678}" dt="2020-04-01T09:21:58.501" v="1524" actId="26606"/>
          <ac:spMkLst>
            <pc:docMk/>
            <pc:sldMk cId="2292312718" sldId="257"/>
            <ac:spMk id="36" creationId="{1DB7C82F-AB7E-4F0C-B829-FA1B9C415180}"/>
          </ac:spMkLst>
        </pc:spChg>
        <pc:spChg chg="add del">
          <ac:chgData name="Deep Singh" userId="218171febb998cc3" providerId="LiveId" clId="{A631849A-FE2E-4D2F-A2E6-41A2D3869678}" dt="2020-04-01T03:28:46.571" v="304" actId="26606"/>
          <ac:spMkLst>
            <pc:docMk/>
            <pc:sldMk cId="2292312718" sldId="257"/>
            <ac:spMk id="37" creationId="{70B66945-4967-4040-926D-DCA44313CDAB}"/>
          </ac:spMkLst>
        </pc:spChg>
        <pc:spChg chg="add del">
          <ac:chgData name="Deep Singh" userId="218171febb998cc3" providerId="LiveId" clId="{A631849A-FE2E-4D2F-A2E6-41A2D3869678}" dt="2020-04-01T09:22:20.892" v="1526" actId="26606"/>
          <ac:spMkLst>
            <pc:docMk/>
            <pc:sldMk cId="2292312718" sldId="257"/>
            <ac:spMk id="38" creationId="{6753252F-4873-4F63-801D-CC719279A7D5}"/>
          </ac:spMkLst>
        </pc:spChg>
        <pc:spChg chg="add del">
          <ac:chgData name="Deep Singh" userId="218171febb998cc3" providerId="LiveId" clId="{A631849A-FE2E-4D2F-A2E6-41A2D3869678}" dt="2020-04-01T09:22:20.892" v="1526" actId="26606"/>
          <ac:spMkLst>
            <pc:docMk/>
            <pc:sldMk cId="2292312718" sldId="257"/>
            <ac:spMk id="39" creationId="{047C8CCB-F95D-4249-92DD-651249D3535A}"/>
          </ac:spMkLst>
        </pc:spChg>
        <pc:spChg chg="add del">
          <ac:chgData name="Deep Singh" userId="218171febb998cc3" providerId="LiveId" clId="{A631849A-FE2E-4D2F-A2E6-41A2D3869678}" dt="2020-04-01T09:27:55.047" v="1677" actId="26606"/>
          <ac:spMkLst>
            <pc:docMk/>
            <pc:sldMk cId="2292312718" sldId="257"/>
            <ac:spMk id="41" creationId="{1DB7C82F-AB7E-4F0C-B829-FA1B9C415180}"/>
          </ac:spMkLst>
        </pc:spChg>
        <pc:spChg chg="add del">
          <ac:chgData name="Deep Singh" userId="218171febb998cc3" providerId="LiveId" clId="{A631849A-FE2E-4D2F-A2E6-41A2D3869678}" dt="2020-04-01T03:27:54.972" v="297" actId="26606"/>
          <ac:spMkLst>
            <pc:docMk/>
            <pc:sldMk cId="2292312718" sldId="257"/>
            <ac:spMk id="42" creationId="{482BD70C-C4A0-46C4-9518-A731098B419A}"/>
          </ac:spMkLst>
        </pc:spChg>
        <pc:spChg chg="add del">
          <ac:chgData name="Deep Singh" userId="218171febb998cc3" providerId="LiveId" clId="{A631849A-FE2E-4D2F-A2E6-41A2D3869678}" dt="2020-04-01T09:22:44.306" v="1529" actId="26606"/>
          <ac:spMkLst>
            <pc:docMk/>
            <pc:sldMk cId="2292312718" sldId="257"/>
            <ac:spMk id="43" creationId="{E49CC64F-7275-4E33-961B-0C5CDC439875}"/>
          </ac:spMkLst>
        </pc:spChg>
        <pc:spChg chg="add del">
          <ac:chgData name="Deep Singh" userId="218171febb998cc3" providerId="LiveId" clId="{A631849A-FE2E-4D2F-A2E6-41A2D3869678}" dt="2020-04-01T03:27:54.972" v="297" actId="26606"/>
          <ac:spMkLst>
            <pc:docMk/>
            <pc:sldMk cId="2292312718" sldId="257"/>
            <ac:spMk id="44" creationId="{39B74A45-BDDD-4892-B8C0-B290C0944FCB}"/>
          </ac:spMkLst>
        </pc:spChg>
        <pc:spChg chg="add del">
          <ac:chgData name="Deep Singh" userId="218171febb998cc3" providerId="LiveId" clId="{A631849A-FE2E-4D2F-A2E6-41A2D3869678}" dt="2020-04-01T09:23:20.947" v="1535" actId="26606"/>
          <ac:spMkLst>
            <pc:docMk/>
            <pc:sldMk cId="2292312718" sldId="257"/>
            <ac:spMk id="45" creationId="{1DB7C82F-AB7E-4F0C-B829-FA1B9C415180}"/>
          </ac:spMkLst>
        </pc:spChg>
        <pc:spChg chg="add del">
          <ac:chgData name="Deep Singh" userId="218171febb998cc3" providerId="LiveId" clId="{A631849A-FE2E-4D2F-A2E6-41A2D3869678}" dt="2020-04-01T03:27:54.972" v="297" actId="26606"/>
          <ac:spMkLst>
            <pc:docMk/>
            <pc:sldMk cId="2292312718" sldId="257"/>
            <ac:spMk id="46" creationId="{C516C73E-9465-4C9E-9B86-9E58FB326B6B}"/>
          </ac:spMkLst>
        </pc:spChg>
        <pc:spChg chg="add del">
          <ac:chgData name="Deep Singh" userId="218171febb998cc3" providerId="LiveId" clId="{A631849A-FE2E-4D2F-A2E6-41A2D3869678}" dt="2020-04-01T09:24:26.582" v="1619" actId="26606"/>
          <ac:spMkLst>
            <pc:docMk/>
            <pc:sldMk cId="2292312718" sldId="257"/>
            <ac:spMk id="47" creationId="{2C6334C2-F73F-4B3B-A626-DD5F69DF6ED0}"/>
          </ac:spMkLst>
        </pc:spChg>
        <pc:spChg chg="add del">
          <ac:chgData name="Deep Singh" userId="218171febb998cc3" providerId="LiveId" clId="{A631849A-FE2E-4D2F-A2E6-41A2D3869678}" dt="2020-04-01T09:29:13.675" v="1689" actId="26606"/>
          <ac:spMkLst>
            <pc:docMk/>
            <pc:sldMk cId="2292312718" sldId="257"/>
            <ac:spMk id="48" creationId="{1707FC24-6981-43D9-B525-C7832BA22463}"/>
          </ac:spMkLst>
        </pc:spChg>
        <pc:spChg chg="add del">
          <ac:chgData name="Deep Singh" userId="218171febb998cc3" providerId="LiveId" clId="{A631849A-FE2E-4D2F-A2E6-41A2D3869678}" dt="2020-04-01T09:28:58.669" v="1684" actId="26606"/>
          <ac:spMkLst>
            <pc:docMk/>
            <pc:sldMk cId="2292312718" sldId="257"/>
            <ac:spMk id="50" creationId="{6753252F-4873-4F63-801D-CC719279A7D5}"/>
          </ac:spMkLst>
        </pc:spChg>
        <pc:spChg chg="add del">
          <ac:chgData name="Deep Singh" userId="218171febb998cc3" providerId="LiveId" clId="{A631849A-FE2E-4D2F-A2E6-41A2D3869678}" dt="2020-04-01T09:28:58.669" v="1684" actId="26606"/>
          <ac:spMkLst>
            <pc:docMk/>
            <pc:sldMk cId="2292312718" sldId="257"/>
            <ac:spMk id="51" creationId="{047C8CCB-F95D-4249-92DD-651249D3535A}"/>
          </ac:spMkLst>
        </pc:spChg>
        <pc:spChg chg="add del">
          <ac:chgData name="Deep Singh" userId="218171febb998cc3" providerId="LiveId" clId="{A631849A-FE2E-4D2F-A2E6-41A2D3869678}" dt="2020-04-01T09:31:30.175" v="1716" actId="26606"/>
          <ac:spMkLst>
            <pc:docMk/>
            <pc:sldMk cId="2292312718" sldId="257"/>
            <ac:spMk id="52" creationId="{D4771268-CB57-404A-9271-370EB28F6090}"/>
          </ac:spMkLst>
        </pc:spChg>
        <pc:spChg chg="add del">
          <ac:chgData name="Deep Singh" userId="218171febb998cc3" providerId="LiveId" clId="{A631849A-FE2E-4D2F-A2E6-41A2D3869678}" dt="2020-04-01T09:26:24.489" v="1636" actId="26606"/>
          <ac:spMkLst>
            <pc:docMk/>
            <pc:sldMk cId="2292312718" sldId="257"/>
            <ac:spMk id="53" creationId="{1707FC24-6981-43D9-B525-C7832BA22463}"/>
          </ac:spMkLst>
        </pc:spChg>
        <pc:spChg chg="add del">
          <ac:chgData name="Deep Singh" userId="218171febb998cc3" providerId="LiveId" clId="{A631849A-FE2E-4D2F-A2E6-41A2D3869678}" dt="2020-04-01T09:29:06.856" v="1688" actId="26606"/>
          <ac:spMkLst>
            <pc:docMk/>
            <pc:sldMk cId="2292312718" sldId="257"/>
            <ac:spMk id="54" creationId="{20D5D19D-0789-4518-B5DC-D47ADF69D25A}"/>
          </ac:spMkLst>
        </pc:spChg>
        <pc:spChg chg="add del">
          <ac:chgData name="Deep Singh" userId="218171febb998cc3" providerId="LiveId" clId="{A631849A-FE2E-4D2F-A2E6-41A2D3869678}" dt="2020-04-01T09:28:02.454" v="1682" actId="26606"/>
          <ac:spMkLst>
            <pc:docMk/>
            <pc:sldMk cId="2292312718" sldId="257"/>
            <ac:spMk id="55" creationId="{1DB7C82F-AB7E-4F0C-B829-FA1B9C415180}"/>
          </ac:spMkLst>
        </pc:spChg>
        <pc:spChg chg="add del">
          <ac:chgData name="Deep Singh" userId="218171febb998cc3" providerId="LiveId" clId="{A631849A-FE2E-4D2F-A2E6-41A2D3869678}" dt="2020-04-01T09:29:53.280" v="1693" actId="26606"/>
          <ac:spMkLst>
            <pc:docMk/>
            <pc:sldMk cId="2292312718" sldId="257"/>
            <ac:spMk id="56" creationId="{9A0576B0-CD8C-4661-95C8-A9F2CE7CDDB0}"/>
          </ac:spMkLst>
        </pc:spChg>
        <pc:spChg chg="add del">
          <ac:chgData name="Deep Singh" userId="218171febb998cc3" providerId="LiveId" clId="{A631849A-FE2E-4D2F-A2E6-41A2D3869678}" dt="2020-04-01T09:29:53.280" v="1693" actId="26606"/>
          <ac:spMkLst>
            <pc:docMk/>
            <pc:sldMk cId="2292312718" sldId="257"/>
            <ac:spMk id="57" creationId="{605494DE-B078-4D87-BB01-C84320618DAD}"/>
          </ac:spMkLst>
        </pc:spChg>
        <pc:spChg chg="add del">
          <ac:chgData name="Deep Singh" userId="218171febb998cc3" providerId="LiveId" clId="{A631849A-FE2E-4D2F-A2E6-41A2D3869678}" dt="2020-04-01T09:29:06.856" v="1688" actId="26606"/>
          <ac:spMkLst>
            <pc:docMk/>
            <pc:sldMk cId="2292312718" sldId="257"/>
            <ac:spMk id="60" creationId="{B81933D1-5615-42C7-9C0B-4EB7105CCE2D}"/>
          </ac:spMkLst>
        </pc:spChg>
        <pc:spChg chg="add del">
          <ac:chgData name="Deep Singh" userId="218171febb998cc3" providerId="LiveId" clId="{A631849A-FE2E-4D2F-A2E6-41A2D3869678}" dt="2020-04-01T09:29:53.280" v="1693" actId="26606"/>
          <ac:spMkLst>
            <pc:docMk/>
            <pc:sldMk cId="2292312718" sldId="257"/>
            <ac:spMk id="61" creationId="{3FF60E2B-3919-423C-B1FF-56CDE6681165}"/>
          </ac:spMkLst>
        </pc:spChg>
        <pc:spChg chg="add del">
          <ac:chgData name="Deep Singh" userId="218171febb998cc3" providerId="LiveId" clId="{A631849A-FE2E-4D2F-A2E6-41A2D3869678}" dt="2020-04-01T09:29:06.856" v="1688" actId="26606"/>
          <ac:spMkLst>
            <pc:docMk/>
            <pc:sldMk cId="2292312718" sldId="257"/>
            <ac:spMk id="62" creationId="{19C9EAEA-39D0-4B0E-A0EB-51E7B26740B1}"/>
          </ac:spMkLst>
        </pc:spChg>
        <pc:spChg chg="add del">
          <ac:chgData name="Deep Singh" userId="218171febb998cc3" providerId="LiveId" clId="{A631849A-FE2E-4D2F-A2E6-41A2D3869678}" dt="2020-04-01T09:35:27.165" v="1744" actId="26606"/>
          <ac:spMkLst>
            <pc:docMk/>
            <pc:sldMk cId="2292312718" sldId="257"/>
            <ac:spMk id="63" creationId="{1707FC24-6981-43D9-B525-C7832BA22463}"/>
          </ac:spMkLst>
        </pc:spChg>
        <pc:spChg chg="add del mod ord">
          <ac:chgData name="Deep Singh" userId="218171febb998cc3" providerId="LiveId" clId="{A631849A-FE2E-4D2F-A2E6-41A2D3869678}" dt="2020-04-02T06:08:39.802" v="8699" actId="21"/>
          <ac:spMkLst>
            <pc:docMk/>
            <pc:sldMk cId="2292312718" sldId="257"/>
            <ac:spMk id="64" creationId="{3E06EB87-E05A-44C8-A212-8E096F1FAA6E}"/>
          </ac:spMkLst>
        </pc:spChg>
        <pc:spChg chg="add del">
          <ac:chgData name="Deep Singh" userId="218171febb998cc3" providerId="LiveId" clId="{A631849A-FE2E-4D2F-A2E6-41A2D3869678}" dt="2020-04-01T09:35:26.144" v="1741" actId="26606"/>
          <ac:spMkLst>
            <pc:docMk/>
            <pc:sldMk cId="2292312718" sldId="257"/>
            <ac:spMk id="68" creationId="{1707FC24-6981-43D9-B525-C7832BA22463}"/>
          </ac:spMkLst>
        </pc:spChg>
        <pc:spChg chg="add del">
          <ac:chgData name="Deep Singh" userId="218171febb998cc3" providerId="LiveId" clId="{A631849A-FE2E-4D2F-A2E6-41A2D3869678}" dt="2020-04-01T09:35:27.160" v="1743" actId="26606"/>
          <ac:spMkLst>
            <pc:docMk/>
            <pc:sldMk cId="2292312718" sldId="257"/>
            <ac:spMk id="70" creationId="{D4771268-CB57-404A-9271-370EB28F6090}"/>
          </ac:spMkLst>
        </pc:spChg>
        <pc:spChg chg="add">
          <ac:chgData name="Deep Singh" userId="218171febb998cc3" providerId="LiveId" clId="{A631849A-FE2E-4D2F-A2E6-41A2D3869678}" dt="2020-04-01T09:35:27.165" v="1744" actId="26606"/>
          <ac:spMkLst>
            <pc:docMk/>
            <pc:sldMk cId="2292312718" sldId="257"/>
            <ac:spMk id="72" creationId="{1707FC24-6981-43D9-B525-C7832BA22463}"/>
          </ac:spMkLst>
        </pc:spChg>
        <pc:grpChg chg="add del">
          <ac:chgData name="Deep Singh" userId="218171febb998cc3" providerId="LiveId" clId="{A631849A-FE2E-4D2F-A2E6-41A2D3869678}" dt="2020-04-01T09:29:06.856" v="1688" actId="26606"/>
          <ac:grpSpMkLst>
            <pc:docMk/>
            <pc:sldMk cId="2292312718" sldId="257"/>
            <ac:grpSpMk id="59" creationId="{032D8612-31EB-44CF-A1D0-14FD4C705424}"/>
          </ac:grpSpMkLst>
        </pc:grpChg>
        <pc:picChg chg="add del">
          <ac:chgData name="Deep Singh" userId="218171febb998cc3" providerId="LiveId" clId="{A631849A-FE2E-4D2F-A2E6-41A2D3869678}" dt="2020-04-01T09:16:13.233" v="1427"/>
          <ac:picMkLst>
            <pc:docMk/>
            <pc:sldMk cId="2292312718" sldId="257"/>
            <ac:picMk id="5" creationId="{905FF30B-5FDC-4A02-816C-3E9921D59DD4}"/>
          </ac:picMkLst>
        </pc:picChg>
        <pc:picChg chg="add del mod modCrop">
          <ac:chgData name="Deep Singh" userId="218171febb998cc3" providerId="LiveId" clId="{A631849A-FE2E-4D2F-A2E6-41A2D3869678}" dt="2020-04-01T09:35:27.160" v="1743" actId="26606"/>
          <ac:picMkLst>
            <pc:docMk/>
            <pc:sldMk cId="2292312718" sldId="257"/>
            <ac:picMk id="7" creationId="{EAA159C5-C9CB-463D-8117-17B35E7C73F6}"/>
          </ac:picMkLst>
        </pc:picChg>
        <pc:picChg chg="add del">
          <ac:chgData name="Deep Singh" userId="218171febb998cc3" providerId="LiveId" clId="{A631849A-FE2E-4D2F-A2E6-41A2D3869678}" dt="2020-04-01T09:23:33.498" v="1538"/>
          <ac:picMkLst>
            <pc:docMk/>
            <pc:sldMk cId="2292312718" sldId="257"/>
            <ac:picMk id="8" creationId="{0AD9EA00-A32E-49C1-8DAC-980A36D29E72}"/>
          </ac:picMkLst>
        </pc:picChg>
        <pc:picChg chg="add del mod ord">
          <ac:chgData name="Deep Singh" userId="218171febb998cc3" providerId="LiveId" clId="{A631849A-FE2E-4D2F-A2E6-41A2D3869678}" dt="2020-04-01T09:24:29.083" v="1624" actId="931"/>
          <ac:picMkLst>
            <pc:docMk/>
            <pc:sldMk cId="2292312718" sldId="257"/>
            <ac:picMk id="10" creationId="{EB575EFA-C256-4C8D-A6DF-B2126E0755EA}"/>
          </ac:picMkLst>
        </pc:picChg>
        <pc:picChg chg="add del mod">
          <ac:chgData name="Deep Singh" userId="218171febb998cc3" providerId="LiveId" clId="{A631849A-FE2E-4D2F-A2E6-41A2D3869678}" dt="2020-04-01T15:31:35.934" v="1835" actId="931"/>
          <ac:picMkLst>
            <pc:docMk/>
            <pc:sldMk cId="2292312718" sldId="257"/>
            <ac:picMk id="18" creationId="{BB53CCA0-CDB0-4988-87FA-3DC51F9DD236}"/>
          </ac:picMkLst>
        </pc:picChg>
        <pc:picChg chg="add del mod">
          <ac:chgData name="Deep Singh" userId="218171febb998cc3" providerId="LiveId" clId="{A631849A-FE2E-4D2F-A2E6-41A2D3869678}" dt="2020-04-01T15:33:03.269" v="1842" actId="931"/>
          <ac:picMkLst>
            <pc:docMk/>
            <pc:sldMk cId="2292312718" sldId="257"/>
            <ac:picMk id="22" creationId="{FC0D0DD9-F093-4902-AA03-8A23E1861382}"/>
          </ac:picMkLst>
        </pc:picChg>
        <pc:picChg chg="add del">
          <ac:chgData name="Deep Singh" userId="218171febb998cc3" providerId="LiveId" clId="{A631849A-FE2E-4D2F-A2E6-41A2D3869678}" dt="2020-04-01T03:20:24.277" v="233" actId="26606"/>
          <ac:picMkLst>
            <pc:docMk/>
            <pc:sldMk cId="2292312718" sldId="257"/>
            <ac:picMk id="23" creationId="{2270F1FA-0425-408F-9861-80BF5AFB276D}"/>
          </ac:picMkLst>
        </pc:picChg>
        <pc:picChg chg="add mod">
          <ac:chgData name="Deep Singh" userId="218171febb998cc3" providerId="LiveId" clId="{A631849A-FE2E-4D2F-A2E6-41A2D3869678}" dt="2020-04-01T16:15:04.751" v="1892" actId="1038"/>
          <ac:picMkLst>
            <pc:docMk/>
            <pc:sldMk cId="2292312718" sldId="257"/>
            <ac:picMk id="24" creationId="{540D1E34-962D-422A-9FFF-5CB93A8447F1}"/>
          </ac:picMkLst>
        </pc:picChg>
        <pc:picChg chg="add del">
          <ac:chgData name="Deep Singh" userId="218171febb998cc3" providerId="LiveId" clId="{A631849A-FE2E-4D2F-A2E6-41A2D3869678}" dt="2020-04-01T03:22:49.150" v="249" actId="26606"/>
          <ac:picMkLst>
            <pc:docMk/>
            <pc:sldMk cId="2292312718" sldId="257"/>
            <ac:picMk id="25" creationId="{7F487851-BFAF-46D8-A1ED-50CAD6E46F59}"/>
          </ac:picMkLst>
        </pc:picChg>
        <pc:picChg chg="add del">
          <ac:chgData name="Deep Singh" userId="218171febb998cc3" providerId="LiveId" clId="{A631849A-FE2E-4D2F-A2E6-41A2D3869678}" dt="2020-04-01T03:22:49.150" v="249" actId="26606"/>
          <ac:picMkLst>
            <pc:docMk/>
            <pc:sldMk cId="2292312718" sldId="257"/>
            <ac:picMk id="27" creationId="{0CDC4990-9998-4389-9596-5D458D814DE2}"/>
          </ac:picMkLst>
        </pc:picChg>
        <pc:picChg chg="add del mod">
          <ac:chgData name="Deep Singh" userId="218171febb998cc3" providerId="LiveId" clId="{A631849A-FE2E-4D2F-A2E6-41A2D3869678}" dt="2020-04-01T09:18:59.430" v="1435" actId="478"/>
          <ac:picMkLst>
            <pc:docMk/>
            <pc:sldMk cId="2292312718" sldId="257"/>
            <ac:picMk id="28" creationId="{7CB3307B-FE2C-4576-B41F-79B6D343C77F}"/>
          </ac:picMkLst>
        </pc:picChg>
        <pc:picChg chg="add del">
          <ac:chgData name="Deep Singh" userId="218171febb998cc3" providerId="LiveId" clId="{A631849A-FE2E-4D2F-A2E6-41A2D3869678}" dt="2020-04-01T04:21:24.798" v="1172" actId="26606"/>
          <ac:picMkLst>
            <pc:docMk/>
            <pc:sldMk cId="2292312718" sldId="257"/>
            <ac:picMk id="31" creationId="{2270F1FA-0425-408F-9861-80BF5AFB276D}"/>
          </ac:picMkLst>
        </pc:picChg>
      </pc:sldChg>
      <pc:sldChg chg="addSp delSp modSp add del mod setBg setClrOvrMap delDesignElem">
        <pc:chgData name="Deep Singh" userId="218171febb998cc3" providerId="LiveId" clId="{A631849A-FE2E-4D2F-A2E6-41A2D3869678}" dt="2020-04-02T05:33:21.277" v="7748" actId="47"/>
        <pc:sldMkLst>
          <pc:docMk/>
          <pc:sldMk cId="1274963924" sldId="258"/>
        </pc:sldMkLst>
        <pc:spChg chg="del">
          <ac:chgData name="Deep Singh" userId="218171febb998cc3" providerId="LiveId" clId="{A631849A-FE2E-4D2F-A2E6-41A2D3869678}" dt="2020-04-01T03:01:08.536" v="167"/>
          <ac:spMkLst>
            <pc:docMk/>
            <pc:sldMk cId="1274963924" sldId="258"/>
            <ac:spMk id="2" creationId="{DF9D893D-711F-45CE-B264-FCC728398448}"/>
          </ac:spMkLst>
        </pc:spChg>
        <pc:spChg chg="del">
          <ac:chgData name="Deep Singh" userId="218171febb998cc3" providerId="LiveId" clId="{A631849A-FE2E-4D2F-A2E6-41A2D3869678}" dt="2020-04-01T03:01:08.536" v="167"/>
          <ac:spMkLst>
            <pc:docMk/>
            <pc:sldMk cId="1274963924" sldId="258"/>
            <ac:spMk id="3" creationId="{BB8889A8-0A21-403C-BE36-1F6DB1B9649C}"/>
          </ac:spMkLst>
        </pc:spChg>
        <pc:spChg chg="mod">
          <ac:chgData name="Deep Singh" userId="218171febb998cc3" providerId="LiveId" clId="{A631849A-FE2E-4D2F-A2E6-41A2D3869678}" dt="2020-04-02T05:21:24.699" v="7699" actId="26606"/>
          <ac:spMkLst>
            <pc:docMk/>
            <pc:sldMk cId="1274963924" sldId="258"/>
            <ac:spMk id="4" creationId="{49830AE6-3D29-4888-9A98-CA7098D82180}"/>
          </ac:spMkLst>
        </pc:spChg>
        <pc:spChg chg="mod ord">
          <ac:chgData name="Deep Singh" userId="218171febb998cc3" providerId="LiveId" clId="{A631849A-FE2E-4D2F-A2E6-41A2D3869678}" dt="2020-04-02T05:21:24.699" v="7699" actId="26606"/>
          <ac:spMkLst>
            <pc:docMk/>
            <pc:sldMk cId="1274963924" sldId="258"/>
            <ac:spMk id="5" creationId="{88E4AEF1-BCC1-469A-84F6-93FCBF447C7B}"/>
          </ac:spMkLst>
        </pc:spChg>
        <pc:spChg chg="add mod">
          <ac:chgData name="Deep Singh" userId="218171febb998cc3" providerId="LiveId" clId="{A631849A-FE2E-4D2F-A2E6-41A2D3869678}" dt="2020-04-02T05:21:24.699" v="7699" actId="26606"/>
          <ac:spMkLst>
            <pc:docMk/>
            <pc:sldMk cId="1274963924" sldId="258"/>
            <ac:spMk id="6" creationId="{152ADB85-0025-4E0A-B62D-0D6377972C2F}"/>
          </ac:spMkLst>
        </pc:spChg>
        <pc:spChg chg="add mod">
          <ac:chgData name="Deep Singh" userId="218171febb998cc3" providerId="LiveId" clId="{A631849A-FE2E-4D2F-A2E6-41A2D3869678}" dt="2020-04-02T05:21:24.699" v="7699" actId="26606"/>
          <ac:spMkLst>
            <pc:docMk/>
            <pc:sldMk cId="1274963924" sldId="258"/>
            <ac:spMk id="7" creationId="{1F63EFC2-D47B-4E55-A9CC-68C1A577474B}"/>
          </ac:spMkLst>
        </pc:spChg>
        <pc:spChg chg="add mod">
          <ac:chgData name="Deep Singh" userId="218171febb998cc3" providerId="LiveId" clId="{A631849A-FE2E-4D2F-A2E6-41A2D3869678}" dt="2020-04-02T05:21:24.699" v="7699" actId="26606"/>
          <ac:spMkLst>
            <pc:docMk/>
            <pc:sldMk cId="1274963924" sldId="258"/>
            <ac:spMk id="8" creationId="{2C342ABC-2262-4667-A403-DF5DD225C732}"/>
          </ac:spMkLst>
        </pc:spChg>
        <pc:spChg chg="add del">
          <ac:chgData name="Deep Singh" userId="218171febb998cc3" providerId="LiveId" clId="{A631849A-FE2E-4D2F-A2E6-41A2D3869678}" dt="2020-04-02T05:21:24.699" v="7699" actId="26606"/>
          <ac:spMkLst>
            <pc:docMk/>
            <pc:sldMk cId="1274963924" sldId="258"/>
            <ac:spMk id="13" creationId="{4C608BEB-860E-4094-8511-78603564A75E}"/>
          </ac:spMkLst>
        </pc:spChg>
        <pc:spChg chg="add del mod">
          <ac:chgData name="Deep Singh" userId="218171febb998cc3" providerId="LiveId" clId="{A631849A-FE2E-4D2F-A2E6-41A2D3869678}" dt="2020-04-01T03:38:16.367" v="558"/>
          <ac:spMkLst>
            <pc:docMk/>
            <pc:sldMk cId="1274963924" sldId="258"/>
            <ac:spMk id="16" creationId="{EC8F1D60-E01C-4C7B-9452-E199297EB1E6}"/>
          </ac:spMkLst>
        </pc:spChg>
        <pc:spChg chg="add del mod">
          <ac:chgData name="Deep Singh" userId="218171febb998cc3" providerId="LiveId" clId="{A631849A-FE2E-4D2F-A2E6-41A2D3869678}" dt="2020-04-01T03:55:35.597" v="1004" actId="478"/>
          <ac:spMkLst>
            <pc:docMk/>
            <pc:sldMk cId="1274963924" sldId="258"/>
            <ac:spMk id="17" creationId="{05927DAE-DF44-46AB-ADC6-5DFE63884AB0}"/>
          </ac:spMkLst>
        </pc:spChg>
        <pc:spChg chg="add del">
          <ac:chgData name="Deep Singh" userId="218171febb998cc3" providerId="LiveId" clId="{A631849A-FE2E-4D2F-A2E6-41A2D3869678}" dt="2020-04-01T09:08:02.045" v="1196" actId="26606"/>
          <ac:spMkLst>
            <pc:docMk/>
            <pc:sldMk cId="1274963924" sldId="258"/>
            <ac:spMk id="18" creationId="{1DE7243B-5109-444B-8FAF-7437C66BC0E9}"/>
          </ac:spMkLst>
        </pc:spChg>
        <pc:spChg chg="add del">
          <ac:chgData name="Deep Singh" userId="218171febb998cc3" providerId="LiveId" clId="{A631849A-FE2E-4D2F-A2E6-41A2D3869678}" dt="2020-04-01T09:08:02.045" v="1196" actId="26606"/>
          <ac:spMkLst>
            <pc:docMk/>
            <pc:sldMk cId="1274963924" sldId="258"/>
            <ac:spMk id="19" creationId="{4C5D6221-DA7B-4611-AA26-7D8E349FDE96}"/>
          </ac:spMkLst>
        </pc:spChg>
        <pc:spChg chg="add del">
          <ac:chgData name="Deep Singh" userId="218171febb998cc3" providerId="LiveId" clId="{A631849A-FE2E-4D2F-A2E6-41A2D3869678}" dt="2020-04-01T03:35:28.712" v="509" actId="26606"/>
          <ac:spMkLst>
            <pc:docMk/>
            <pc:sldMk cId="1274963924" sldId="258"/>
            <ac:spMk id="20" creationId="{E35A04CF-97D4-4FF7-B359-C546B1F62E54}"/>
          </ac:spMkLst>
        </pc:spChg>
        <pc:spChg chg="add del">
          <ac:chgData name="Deep Singh" userId="218171febb998cc3" providerId="LiveId" clId="{A631849A-FE2E-4D2F-A2E6-41A2D3869678}" dt="2020-04-02T04:37:54.890" v="7134" actId="26606"/>
          <ac:spMkLst>
            <pc:docMk/>
            <pc:sldMk cId="1274963924" sldId="258"/>
            <ac:spMk id="21" creationId="{E35A04CF-97D4-4FF7-B359-C546B1F62E54}"/>
          </ac:spMkLst>
        </pc:spChg>
        <pc:spChg chg="add del">
          <ac:chgData name="Deep Singh" userId="218171febb998cc3" providerId="LiveId" clId="{A631849A-FE2E-4D2F-A2E6-41A2D3869678}" dt="2020-04-01T03:35:28.712" v="509" actId="26606"/>
          <ac:spMkLst>
            <pc:docMk/>
            <pc:sldMk cId="1274963924" sldId="258"/>
            <ac:spMk id="22" creationId="{1DE7243B-5109-444B-8FAF-7437C66BC0E9}"/>
          </ac:spMkLst>
        </pc:spChg>
        <pc:spChg chg="add del">
          <ac:chgData name="Deep Singh" userId="218171febb998cc3" providerId="LiveId" clId="{A631849A-FE2E-4D2F-A2E6-41A2D3869678}" dt="2020-04-02T04:37:54.890" v="7134" actId="26606"/>
          <ac:spMkLst>
            <pc:docMk/>
            <pc:sldMk cId="1274963924" sldId="258"/>
            <ac:spMk id="23" creationId="{1DE7243B-5109-444B-8FAF-7437C66BC0E9}"/>
          </ac:spMkLst>
        </pc:spChg>
        <pc:spChg chg="add del">
          <ac:chgData name="Deep Singh" userId="218171febb998cc3" providerId="LiveId" clId="{A631849A-FE2E-4D2F-A2E6-41A2D3869678}" dt="2020-04-01T03:35:28.712" v="509" actId="26606"/>
          <ac:spMkLst>
            <pc:docMk/>
            <pc:sldMk cId="1274963924" sldId="258"/>
            <ac:spMk id="24" creationId="{4C5D6221-DA7B-4611-AA26-7D8E349FDE96}"/>
          </ac:spMkLst>
        </pc:spChg>
        <pc:spChg chg="add del">
          <ac:chgData name="Deep Singh" userId="218171febb998cc3" providerId="LiveId" clId="{A631849A-FE2E-4D2F-A2E6-41A2D3869678}" dt="2020-04-02T04:37:54.890" v="7134" actId="26606"/>
          <ac:spMkLst>
            <pc:docMk/>
            <pc:sldMk cId="1274963924" sldId="258"/>
            <ac:spMk id="25" creationId="{4C5D6221-DA7B-4611-AA26-7D8E349FDE96}"/>
          </ac:spMkLst>
        </pc:spChg>
        <pc:spChg chg="add del">
          <ac:chgData name="Deep Singh" userId="218171febb998cc3" providerId="LiveId" clId="{A631849A-FE2E-4D2F-A2E6-41A2D3869678}" dt="2020-04-01T03:37:29.319" v="550" actId="26606"/>
          <ac:spMkLst>
            <pc:docMk/>
            <pc:sldMk cId="1274963924" sldId="258"/>
            <ac:spMk id="26" creationId="{4C608BEB-860E-4094-8511-78603564A75E}"/>
          </ac:spMkLst>
        </pc:spChg>
        <pc:spChg chg="add del">
          <ac:chgData name="Deep Singh" userId="218171febb998cc3" providerId="LiveId" clId="{A631849A-FE2E-4D2F-A2E6-41A2D3869678}" dt="2020-04-02T05:21:24.699" v="7699" actId="26606"/>
          <ac:spMkLst>
            <pc:docMk/>
            <pc:sldMk cId="1274963924" sldId="258"/>
            <ac:spMk id="28" creationId="{A5AD6500-BB62-4AAC-9D2F-C10DDC90CBB1}"/>
          </ac:spMkLst>
        </pc:spChg>
        <pc:spChg chg="add del">
          <ac:chgData name="Deep Singh" userId="218171febb998cc3" providerId="LiveId" clId="{A631849A-FE2E-4D2F-A2E6-41A2D3869678}" dt="2020-04-02T05:21:24.699" v="7699" actId="26606"/>
          <ac:spMkLst>
            <pc:docMk/>
            <pc:sldMk cId="1274963924" sldId="258"/>
            <ac:spMk id="29" creationId="{9F7D788E-2C1B-4EF4-8719-12613771FF98}"/>
          </ac:spMkLst>
        </pc:spChg>
        <pc:spChg chg="add del">
          <ac:chgData name="Deep Singh" userId="218171febb998cc3" providerId="LiveId" clId="{A631849A-FE2E-4D2F-A2E6-41A2D3869678}" dt="2020-04-02T05:21:24.699" v="7699" actId="26606"/>
          <ac:spMkLst>
            <pc:docMk/>
            <pc:sldMk cId="1274963924" sldId="258"/>
            <ac:spMk id="30" creationId="{7C54E824-C0F4-480B-BC88-689F50C45FBD}"/>
          </ac:spMkLst>
        </pc:spChg>
        <pc:spChg chg="add del">
          <ac:chgData name="Deep Singh" userId="218171febb998cc3" providerId="LiveId" clId="{A631849A-FE2E-4D2F-A2E6-41A2D3869678}" dt="2020-04-02T05:21:24.699" v="7699" actId="26606"/>
          <ac:spMkLst>
            <pc:docMk/>
            <pc:sldMk cId="1274963924" sldId="258"/>
            <ac:spMk id="31" creationId="{58DEA6A1-FC5C-4E6E-BBBF-7E472949B394}"/>
          </ac:spMkLst>
        </pc:spChg>
        <pc:spChg chg="add del">
          <ac:chgData name="Deep Singh" userId="218171febb998cc3" providerId="LiveId" clId="{A631849A-FE2E-4D2F-A2E6-41A2D3869678}" dt="2020-04-02T05:21:24.699" v="7699" actId="26606"/>
          <ac:spMkLst>
            <pc:docMk/>
            <pc:sldMk cId="1274963924" sldId="258"/>
            <ac:spMk id="32" creationId="{96AAAC3B-1954-46B7-BBAC-27DFF5B5295F}"/>
          </ac:spMkLst>
        </pc:spChg>
        <pc:cxnChg chg="add del">
          <ac:chgData name="Deep Singh" userId="218171febb998cc3" providerId="LiveId" clId="{A631849A-FE2E-4D2F-A2E6-41A2D3869678}" dt="2020-04-02T05:21:24.699" v="7699" actId="26606"/>
          <ac:cxnSpMkLst>
            <pc:docMk/>
            <pc:sldMk cId="1274963924" sldId="258"/>
            <ac:cxnSpMk id="15" creationId="{1F16A8D4-FE87-4604-88B2-394B5D1EB437}"/>
          </ac:cxnSpMkLst>
        </pc:cxnChg>
        <pc:cxnChg chg="add del">
          <ac:chgData name="Deep Singh" userId="218171febb998cc3" providerId="LiveId" clId="{A631849A-FE2E-4D2F-A2E6-41A2D3869678}" dt="2020-04-01T03:37:29.319" v="550" actId="26606"/>
          <ac:cxnSpMkLst>
            <pc:docMk/>
            <pc:sldMk cId="1274963924" sldId="258"/>
            <ac:cxnSpMk id="27" creationId="{1F16A8D4-FE87-4604-88B2-394B5D1EB437}"/>
          </ac:cxnSpMkLst>
        </pc:cxnChg>
      </pc:sldChg>
      <pc:sldChg chg="addSp delSp modSp add del mod setBg setClrOvrMap delDesignElem">
        <pc:chgData name="Deep Singh" userId="218171febb998cc3" providerId="LiveId" clId="{A631849A-FE2E-4D2F-A2E6-41A2D3869678}" dt="2020-04-02T05:42:13.317" v="7789" actId="2696"/>
        <pc:sldMkLst>
          <pc:docMk/>
          <pc:sldMk cId="3519885532" sldId="267"/>
        </pc:sldMkLst>
        <pc:spChg chg="mod">
          <ac:chgData name="Deep Singh" userId="218171febb998cc3" providerId="LiveId" clId="{A631849A-FE2E-4D2F-A2E6-41A2D3869678}" dt="2020-04-02T05:22:54.645" v="7710" actId="26606"/>
          <ac:spMkLst>
            <pc:docMk/>
            <pc:sldMk cId="3519885532" sldId="267"/>
            <ac:spMk id="2" creationId="{79FE8D7F-7F02-4873-8E9A-4E1E3989C643}"/>
          </ac:spMkLst>
        </pc:spChg>
        <pc:spChg chg="mod">
          <ac:chgData name="Deep Singh" userId="218171febb998cc3" providerId="LiveId" clId="{A631849A-FE2E-4D2F-A2E6-41A2D3869678}" dt="2020-04-02T05:22:54.645" v="7710" actId="26606"/>
          <ac:spMkLst>
            <pc:docMk/>
            <pc:sldMk cId="3519885532" sldId="267"/>
            <ac:spMk id="3" creationId="{9928B6C2-BA1D-4D8E-B2DA-93A675D5791C}"/>
          </ac:spMkLst>
        </pc:spChg>
        <pc:spChg chg="mod ord">
          <ac:chgData name="Deep Singh" userId="218171febb998cc3" providerId="LiveId" clId="{A631849A-FE2E-4D2F-A2E6-41A2D3869678}" dt="2020-04-02T05:22:54.645" v="7710" actId="26606"/>
          <ac:spMkLst>
            <pc:docMk/>
            <pc:sldMk cId="3519885532" sldId="267"/>
            <ac:spMk id="4" creationId="{FFFC007F-184D-4275-A4CA-C5177002951D}"/>
          </ac:spMkLst>
        </pc:spChg>
        <pc:spChg chg="add del mod">
          <ac:chgData name="Deep Singh" userId="218171febb998cc3" providerId="LiveId" clId="{A631849A-FE2E-4D2F-A2E6-41A2D3869678}" dt="2020-04-01T22:21:12.223" v="6074" actId="478"/>
          <ac:spMkLst>
            <pc:docMk/>
            <pc:sldMk cId="3519885532" sldId="267"/>
            <ac:spMk id="5" creationId="{6B277BBB-AC3F-41B8-B918-E6C03BFEC5C3}"/>
          </ac:spMkLst>
        </pc:spChg>
        <pc:spChg chg="add del mod">
          <ac:chgData name="Deep Singh" userId="218171febb998cc3" providerId="LiveId" clId="{A631849A-FE2E-4D2F-A2E6-41A2D3869678}" dt="2020-04-02T05:40:54.718" v="7776"/>
          <ac:spMkLst>
            <pc:docMk/>
            <pc:sldMk cId="3519885532" sldId="267"/>
            <ac:spMk id="6" creationId="{EA254A6C-9629-4FBA-854A-07E4AD0041B7}"/>
          </ac:spMkLst>
        </pc:spChg>
        <pc:spChg chg="add del">
          <ac:chgData name="Deep Singh" userId="218171febb998cc3" providerId="LiveId" clId="{A631849A-FE2E-4D2F-A2E6-41A2D3869678}" dt="2020-04-01T16:15:58.986" v="1899" actId="26606"/>
          <ac:spMkLst>
            <pc:docMk/>
            <pc:sldMk cId="3519885532" sldId="267"/>
            <ac:spMk id="10" creationId="{CDA1A2E9-63FE-408D-A803-8E306ECAB4B3}"/>
          </ac:spMkLst>
        </pc:spChg>
        <pc:spChg chg="add del">
          <ac:chgData name="Deep Singh" userId="218171febb998cc3" providerId="LiveId" clId="{A631849A-FE2E-4D2F-A2E6-41A2D3869678}" dt="2020-04-01T16:15:51.849" v="1897" actId="26606"/>
          <ac:spMkLst>
            <pc:docMk/>
            <pc:sldMk cId="3519885532" sldId="267"/>
            <ac:spMk id="12" creationId="{CDA1A2E9-63FE-408D-A803-8E306ECAB4B3}"/>
          </ac:spMkLst>
        </pc:spChg>
        <pc:spChg chg="add del">
          <ac:chgData name="Deep Singh" userId="218171febb998cc3" providerId="LiveId" clId="{A631849A-FE2E-4D2F-A2E6-41A2D3869678}" dt="2020-04-01T16:15:51.849" v="1897" actId="26606"/>
          <ac:spMkLst>
            <pc:docMk/>
            <pc:sldMk cId="3519885532" sldId="267"/>
            <ac:spMk id="14" creationId="{927CAFC9-A675-4314-84EF-236FFA58A3F2}"/>
          </ac:spMkLst>
        </pc:spChg>
        <pc:spChg chg="add del">
          <ac:chgData name="Deep Singh" userId="218171febb998cc3" providerId="LiveId" clId="{A631849A-FE2E-4D2F-A2E6-41A2D3869678}" dt="2020-04-01T16:15:51.849" v="1897" actId="26606"/>
          <ac:spMkLst>
            <pc:docMk/>
            <pc:sldMk cId="3519885532" sldId="267"/>
            <ac:spMk id="16" creationId="{FBE9F90C-C163-435B-9A68-D15C92D1CF2B}"/>
          </ac:spMkLst>
        </pc:spChg>
        <pc:spChg chg="add del">
          <ac:chgData name="Deep Singh" userId="218171febb998cc3" providerId="LiveId" clId="{A631849A-FE2E-4D2F-A2E6-41A2D3869678}" dt="2020-04-01T16:15:51.849" v="1897" actId="26606"/>
          <ac:spMkLst>
            <pc:docMk/>
            <pc:sldMk cId="3519885532" sldId="267"/>
            <ac:spMk id="18" creationId="{1A882A9F-F4E9-4E23-8F0B-20B5DF42EAA9}"/>
          </ac:spMkLst>
        </pc:spChg>
        <pc:spChg chg="add del">
          <ac:chgData name="Deep Singh" userId="218171febb998cc3" providerId="LiveId" clId="{A631849A-FE2E-4D2F-A2E6-41A2D3869678}" dt="2020-04-01T16:15:58.986" v="1899" actId="26606"/>
          <ac:spMkLst>
            <pc:docMk/>
            <pc:sldMk cId="3519885532" sldId="267"/>
            <ac:spMk id="20" creationId="{1A882A9F-F4E9-4E23-8F0B-20B5DF42EAA9}"/>
          </ac:spMkLst>
        </pc:spChg>
        <pc:spChg chg="add del">
          <ac:chgData name="Deep Singh" userId="218171febb998cc3" providerId="LiveId" clId="{A631849A-FE2E-4D2F-A2E6-41A2D3869678}" dt="2020-04-01T16:15:58.986" v="1899" actId="26606"/>
          <ac:spMkLst>
            <pc:docMk/>
            <pc:sldMk cId="3519885532" sldId="267"/>
            <ac:spMk id="21" creationId="{FBE9F90C-C163-435B-9A68-D15C92D1CF2B}"/>
          </ac:spMkLst>
        </pc:spChg>
        <pc:spChg chg="add del">
          <ac:chgData name="Deep Singh" userId="218171febb998cc3" providerId="LiveId" clId="{A631849A-FE2E-4D2F-A2E6-41A2D3869678}" dt="2020-04-01T16:15:58.986" v="1899" actId="26606"/>
          <ac:spMkLst>
            <pc:docMk/>
            <pc:sldMk cId="3519885532" sldId="267"/>
            <ac:spMk id="22" creationId="{42280AB2-77A5-4CB7-AF7D-1795CA8DC7BC}"/>
          </ac:spMkLst>
        </pc:spChg>
        <pc:spChg chg="add del">
          <ac:chgData name="Deep Singh" userId="218171febb998cc3" providerId="LiveId" clId="{A631849A-FE2E-4D2F-A2E6-41A2D3869678}" dt="2020-04-01T16:16:00.995" v="1901" actId="26606"/>
          <ac:spMkLst>
            <pc:docMk/>
            <pc:sldMk cId="3519885532" sldId="267"/>
            <ac:spMk id="24" creationId="{23962611-DFD5-4092-AAFD-559E3DFCE2C9}"/>
          </ac:spMkLst>
        </pc:spChg>
        <pc:spChg chg="add del">
          <ac:chgData name="Deep Singh" userId="218171febb998cc3" providerId="LiveId" clId="{A631849A-FE2E-4D2F-A2E6-41A2D3869678}" dt="2020-04-01T16:16:13.055" v="1903" actId="26606"/>
          <ac:spMkLst>
            <pc:docMk/>
            <pc:sldMk cId="3519885532" sldId="267"/>
            <ac:spMk id="27" creationId="{2A8AA5BC-4F7A-4226-8F99-6D824B226A97}"/>
          </ac:spMkLst>
        </pc:spChg>
        <pc:spChg chg="add del">
          <ac:chgData name="Deep Singh" userId="218171febb998cc3" providerId="LiveId" clId="{A631849A-FE2E-4D2F-A2E6-41A2D3869678}" dt="2020-04-01T16:16:13.055" v="1903" actId="26606"/>
          <ac:spMkLst>
            <pc:docMk/>
            <pc:sldMk cId="3519885532" sldId="267"/>
            <ac:spMk id="28" creationId="{3E5445C6-DD42-4979-86FF-03730E8C6DB0}"/>
          </ac:spMkLst>
        </pc:spChg>
        <pc:spChg chg="add del">
          <ac:chgData name="Deep Singh" userId="218171febb998cc3" providerId="LiveId" clId="{A631849A-FE2E-4D2F-A2E6-41A2D3869678}" dt="2020-04-02T04:37:34.289" v="7132" actId="26606"/>
          <ac:spMkLst>
            <pc:docMk/>
            <pc:sldMk cId="3519885532" sldId="267"/>
            <ac:spMk id="31" creationId="{CDA1A2E9-63FE-408D-A803-8E306ECAB4B3}"/>
          </ac:spMkLst>
        </pc:spChg>
        <pc:spChg chg="add del">
          <ac:chgData name="Deep Singh" userId="218171febb998cc3" providerId="LiveId" clId="{A631849A-FE2E-4D2F-A2E6-41A2D3869678}" dt="2020-04-02T04:37:34.289" v="7132" actId="26606"/>
          <ac:spMkLst>
            <pc:docMk/>
            <pc:sldMk cId="3519885532" sldId="267"/>
            <ac:spMk id="32" creationId="{927CAFC9-A675-4314-84EF-236FFA58A3F2}"/>
          </ac:spMkLst>
        </pc:spChg>
        <pc:spChg chg="add del">
          <ac:chgData name="Deep Singh" userId="218171febb998cc3" providerId="LiveId" clId="{A631849A-FE2E-4D2F-A2E6-41A2D3869678}" dt="2020-04-02T04:37:34.289" v="7132" actId="26606"/>
          <ac:spMkLst>
            <pc:docMk/>
            <pc:sldMk cId="3519885532" sldId="267"/>
            <ac:spMk id="33" creationId="{FBE9F90C-C163-435B-9A68-D15C92D1CF2B}"/>
          </ac:spMkLst>
        </pc:spChg>
        <pc:spChg chg="add del">
          <ac:chgData name="Deep Singh" userId="218171febb998cc3" providerId="LiveId" clId="{A631849A-FE2E-4D2F-A2E6-41A2D3869678}" dt="2020-04-02T04:37:34.289" v="7132" actId="26606"/>
          <ac:spMkLst>
            <pc:docMk/>
            <pc:sldMk cId="3519885532" sldId="267"/>
            <ac:spMk id="34" creationId="{1A882A9F-F4E9-4E23-8F0B-20B5DF42EAA9}"/>
          </ac:spMkLst>
        </pc:spChg>
        <pc:spChg chg="add del">
          <ac:chgData name="Deep Singh" userId="218171febb998cc3" providerId="LiveId" clId="{A631849A-FE2E-4D2F-A2E6-41A2D3869678}" dt="2020-04-02T04:37:25.506" v="7123" actId="26606"/>
          <ac:spMkLst>
            <pc:docMk/>
            <pc:sldMk cId="3519885532" sldId="267"/>
            <ac:spMk id="40" creationId="{BCC81228-CEA3-402B-B8E5-688F5BFA7876}"/>
          </ac:spMkLst>
        </pc:spChg>
        <pc:spChg chg="add del">
          <ac:chgData name="Deep Singh" userId="218171febb998cc3" providerId="LiveId" clId="{A631849A-FE2E-4D2F-A2E6-41A2D3869678}" dt="2020-04-02T04:37:25.506" v="7123" actId="26606"/>
          <ac:spMkLst>
            <pc:docMk/>
            <pc:sldMk cId="3519885532" sldId="267"/>
            <ac:spMk id="42" creationId="{BC0916B8-FF7A-4ECB-9FD7-C7668658D9B4}"/>
          </ac:spMkLst>
        </pc:spChg>
        <pc:spChg chg="add del">
          <ac:chgData name="Deep Singh" userId="218171febb998cc3" providerId="LiveId" clId="{A631849A-FE2E-4D2F-A2E6-41A2D3869678}" dt="2020-04-02T04:37:25.506" v="7123" actId="26606"/>
          <ac:spMkLst>
            <pc:docMk/>
            <pc:sldMk cId="3519885532" sldId="267"/>
            <ac:spMk id="44" creationId="{9DC011D4-C95F-4B2E-9A3C-A46DCDE956DC}"/>
          </ac:spMkLst>
        </pc:spChg>
        <pc:spChg chg="add del">
          <ac:chgData name="Deep Singh" userId="218171febb998cc3" providerId="LiveId" clId="{A631849A-FE2E-4D2F-A2E6-41A2D3869678}" dt="2020-04-02T04:37:28.744" v="7125" actId="26606"/>
          <ac:spMkLst>
            <pc:docMk/>
            <pc:sldMk cId="3519885532" sldId="267"/>
            <ac:spMk id="46" creationId="{3E443FD7-A66B-4AA0-872D-B088B9BC5F17}"/>
          </ac:spMkLst>
        </pc:spChg>
        <pc:spChg chg="add del">
          <ac:chgData name="Deep Singh" userId="218171febb998cc3" providerId="LiveId" clId="{A631849A-FE2E-4D2F-A2E6-41A2D3869678}" dt="2020-04-02T04:37:28.744" v="7125" actId="26606"/>
          <ac:spMkLst>
            <pc:docMk/>
            <pc:sldMk cId="3519885532" sldId="267"/>
            <ac:spMk id="47" creationId="{C04BE0EF-3561-49B4-9A29-F283168A91C7}"/>
          </ac:spMkLst>
        </pc:spChg>
        <pc:spChg chg="add del">
          <ac:chgData name="Deep Singh" userId="218171febb998cc3" providerId="LiveId" clId="{A631849A-FE2E-4D2F-A2E6-41A2D3869678}" dt="2020-04-02T04:37:32.870" v="7127" actId="26606"/>
          <ac:spMkLst>
            <pc:docMk/>
            <pc:sldMk cId="3519885532" sldId="267"/>
            <ac:spMk id="49" creationId="{C0B27210-D0CA-4654-B3E3-9ABB4F178EA1}"/>
          </ac:spMkLst>
        </pc:spChg>
        <pc:spChg chg="add del">
          <ac:chgData name="Deep Singh" userId="218171febb998cc3" providerId="LiveId" clId="{A631849A-FE2E-4D2F-A2E6-41A2D3869678}" dt="2020-04-02T04:37:32.870" v="7127" actId="26606"/>
          <ac:spMkLst>
            <pc:docMk/>
            <pc:sldMk cId="3519885532" sldId="267"/>
            <ac:spMk id="50" creationId="{1DB7C82F-AB7E-4F0C-B829-FA1B9C415180}"/>
          </ac:spMkLst>
        </pc:spChg>
        <pc:spChg chg="add del">
          <ac:chgData name="Deep Singh" userId="218171febb998cc3" providerId="LiveId" clId="{A631849A-FE2E-4D2F-A2E6-41A2D3869678}" dt="2020-04-02T04:37:32.870" v="7127" actId="26606"/>
          <ac:spMkLst>
            <pc:docMk/>
            <pc:sldMk cId="3519885532" sldId="267"/>
            <ac:spMk id="51" creationId="{70B66945-4967-4040-926D-DCA44313CDAB}"/>
          </ac:spMkLst>
        </pc:spChg>
        <pc:spChg chg="add del">
          <ac:chgData name="Deep Singh" userId="218171febb998cc3" providerId="LiveId" clId="{A631849A-FE2E-4D2F-A2E6-41A2D3869678}" dt="2020-04-02T04:37:33.898" v="7129" actId="26606"/>
          <ac:spMkLst>
            <pc:docMk/>
            <pc:sldMk cId="3519885532" sldId="267"/>
            <ac:spMk id="53" creationId="{50CEED20-A22C-4FC3-BC0E-F4FE53FDEB97}"/>
          </ac:spMkLst>
        </pc:spChg>
        <pc:spChg chg="add del">
          <ac:chgData name="Deep Singh" userId="218171febb998cc3" providerId="LiveId" clId="{A631849A-FE2E-4D2F-A2E6-41A2D3869678}" dt="2020-04-02T04:37:33.898" v="7129" actId="26606"/>
          <ac:spMkLst>
            <pc:docMk/>
            <pc:sldMk cId="3519885532" sldId="267"/>
            <ac:spMk id="56" creationId="{19C9EAEA-39D0-4B0E-A0EB-51E7B26740B1}"/>
          </ac:spMkLst>
        </pc:spChg>
        <pc:spChg chg="add del">
          <ac:chgData name="Deep Singh" userId="218171febb998cc3" providerId="LiveId" clId="{A631849A-FE2E-4D2F-A2E6-41A2D3869678}" dt="2020-04-02T04:37:33.898" v="7129" actId="26606"/>
          <ac:spMkLst>
            <pc:docMk/>
            <pc:sldMk cId="3519885532" sldId="267"/>
            <ac:spMk id="57" creationId="{3873B707-463F-40B0-8227-E8CC6C67EB25}"/>
          </ac:spMkLst>
        </pc:spChg>
        <pc:spChg chg="add del">
          <ac:chgData name="Deep Singh" userId="218171febb998cc3" providerId="LiveId" clId="{A631849A-FE2E-4D2F-A2E6-41A2D3869678}" dt="2020-04-02T04:37:34.280" v="7131" actId="26606"/>
          <ac:spMkLst>
            <pc:docMk/>
            <pc:sldMk cId="3519885532" sldId="267"/>
            <ac:spMk id="59" creationId="{C0B27210-D0CA-4654-B3E3-9ABB4F178EA1}"/>
          </ac:spMkLst>
        </pc:spChg>
        <pc:spChg chg="add del">
          <ac:chgData name="Deep Singh" userId="218171febb998cc3" providerId="LiveId" clId="{A631849A-FE2E-4D2F-A2E6-41A2D3869678}" dt="2020-04-02T04:37:34.280" v="7131" actId="26606"/>
          <ac:spMkLst>
            <pc:docMk/>
            <pc:sldMk cId="3519885532" sldId="267"/>
            <ac:spMk id="60" creationId="{1DB7C82F-AB7E-4F0C-B829-FA1B9C415180}"/>
          </ac:spMkLst>
        </pc:spChg>
        <pc:spChg chg="add del">
          <ac:chgData name="Deep Singh" userId="218171febb998cc3" providerId="LiveId" clId="{A631849A-FE2E-4D2F-A2E6-41A2D3869678}" dt="2020-04-02T04:37:34.280" v="7131" actId="26606"/>
          <ac:spMkLst>
            <pc:docMk/>
            <pc:sldMk cId="3519885532" sldId="267"/>
            <ac:spMk id="61" creationId="{70B66945-4967-4040-926D-DCA44313CDAB}"/>
          </ac:spMkLst>
        </pc:spChg>
        <pc:spChg chg="add del">
          <ac:chgData name="Deep Singh" userId="218171febb998cc3" providerId="LiveId" clId="{A631849A-FE2E-4D2F-A2E6-41A2D3869678}" dt="2020-04-02T04:48:12.435" v="7260" actId="26606"/>
          <ac:spMkLst>
            <pc:docMk/>
            <pc:sldMk cId="3519885532" sldId="267"/>
            <ac:spMk id="63" creationId="{3E443FD7-A66B-4AA0-872D-B088B9BC5F17}"/>
          </ac:spMkLst>
        </pc:spChg>
        <pc:spChg chg="add del">
          <ac:chgData name="Deep Singh" userId="218171febb998cc3" providerId="LiveId" clId="{A631849A-FE2E-4D2F-A2E6-41A2D3869678}" dt="2020-04-02T04:48:12.435" v="7260" actId="26606"/>
          <ac:spMkLst>
            <pc:docMk/>
            <pc:sldMk cId="3519885532" sldId="267"/>
            <ac:spMk id="64" creationId="{C04BE0EF-3561-49B4-9A29-F283168A91C7}"/>
          </ac:spMkLst>
        </pc:spChg>
        <pc:spChg chg="add del">
          <ac:chgData name="Deep Singh" userId="218171febb998cc3" providerId="LiveId" clId="{A631849A-FE2E-4D2F-A2E6-41A2D3869678}" dt="2020-04-02T05:22:26.803" v="7706" actId="26606"/>
          <ac:spMkLst>
            <pc:docMk/>
            <pc:sldMk cId="3519885532" sldId="267"/>
            <ac:spMk id="69" creationId="{C0B27210-D0CA-4654-B3E3-9ABB4F178EA1}"/>
          </ac:spMkLst>
        </pc:spChg>
        <pc:spChg chg="add del">
          <ac:chgData name="Deep Singh" userId="218171febb998cc3" providerId="LiveId" clId="{A631849A-FE2E-4D2F-A2E6-41A2D3869678}" dt="2020-04-02T05:22:26.803" v="7706" actId="26606"/>
          <ac:spMkLst>
            <pc:docMk/>
            <pc:sldMk cId="3519885532" sldId="267"/>
            <ac:spMk id="71" creationId="{1DB7C82F-AB7E-4F0C-B829-FA1B9C415180}"/>
          </ac:spMkLst>
        </pc:spChg>
        <pc:spChg chg="add del">
          <ac:chgData name="Deep Singh" userId="218171febb998cc3" providerId="LiveId" clId="{A631849A-FE2E-4D2F-A2E6-41A2D3869678}" dt="2020-04-02T05:22:26.803" v="7706" actId="26606"/>
          <ac:spMkLst>
            <pc:docMk/>
            <pc:sldMk cId="3519885532" sldId="267"/>
            <ac:spMk id="73" creationId="{70B66945-4967-4040-926D-DCA44313CDAB}"/>
          </ac:spMkLst>
        </pc:spChg>
        <pc:spChg chg="add del">
          <ac:chgData name="Deep Singh" userId="218171febb998cc3" providerId="LiveId" clId="{A631849A-FE2E-4D2F-A2E6-41A2D3869678}" dt="2020-04-02T05:22:26.796" v="7705" actId="26606"/>
          <ac:spMkLst>
            <pc:docMk/>
            <pc:sldMk cId="3519885532" sldId="267"/>
            <ac:spMk id="78" creationId="{8AD13924-DC7C-4339-B194-8A4EFFBF2AC6}"/>
          </ac:spMkLst>
        </pc:spChg>
        <pc:spChg chg="add del">
          <ac:chgData name="Deep Singh" userId="218171febb998cc3" providerId="LiveId" clId="{A631849A-FE2E-4D2F-A2E6-41A2D3869678}" dt="2020-04-02T05:22:26.796" v="7705" actId="26606"/>
          <ac:spMkLst>
            <pc:docMk/>
            <pc:sldMk cId="3519885532" sldId="267"/>
            <ac:spMk id="80" creationId="{72458505-C9BA-445F-AE75-CFC7FF04F4E7}"/>
          </ac:spMkLst>
        </pc:spChg>
        <pc:spChg chg="add del">
          <ac:chgData name="Deep Singh" userId="218171febb998cc3" providerId="LiveId" clId="{A631849A-FE2E-4D2F-A2E6-41A2D3869678}" dt="2020-04-02T05:22:54.645" v="7710" actId="26606"/>
          <ac:spMkLst>
            <pc:docMk/>
            <pc:sldMk cId="3519885532" sldId="267"/>
            <ac:spMk id="84" creationId="{AB45A142-4255-493C-8284-5D566C121B10}"/>
          </ac:spMkLst>
        </pc:spChg>
        <pc:spChg chg="add del">
          <ac:chgData name="Deep Singh" userId="218171febb998cc3" providerId="LiveId" clId="{A631849A-FE2E-4D2F-A2E6-41A2D3869678}" dt="2020-04-02T05:40:54.718" v="7776"/>
          <ac:spMkLst>
            <pc:docMk/>
            <pc:sldMk cId="3519885532" sldId="267"/>
            <ac:spMk id="90" creationId="{ACBE1851-2230-47A9-B000-CE9046EA61B9}"/>
          </ac:spMkLst>
        </pc:spChg>
        <pc:grpChg chg="add del">
          <ac:chgData name="Deep Singh" userId="218171febb998cc3" providerId="LiveId" clId="{A631849A-FE2E-4D2F-A2E6-41A2D3869678}" dt="2020-04-02T04:37:33.898" v="7129" actId="26606"/>
          <ac:grpSpMkLst>
            <pc:docMk/>
            <pc:sldMk cId="3519885532" sldId="267"/>
            <ac:grpSpMk id="54" creationId="{032D8612-31EB-44CF-A1D0-14FD4C705424}"/>
          </ac:grpSpMkLst>
        </pc:grpChg>
        <pc:picChg chg="add del">
          <ac:chgData name="Deep Singh" userId="218171febb998cc3" providerId="LiveId" clId="{A631849A-FE2E-4D2F-A2E6-41A2D3869678}" dt="2020-04-01T16:15:51.849" v="1897" actId="26606"/>
          <ac:picMkLst>
            <pc:docMk/>
            <pc:sldMk cId="3519885532" sldId="267"/>
            <ac:picMk id="9" creationId="{A7C69957-A36A-4944-BFBA-2A53C120CA37}"/>
          </ac:picMkLst>
        </pc:picChg>
        <pc:picChg chg="add del">
          <ac:chgData name="Deep Singh" userId="218171febb998cc3" providerId="LiveId" clId="{A631849A-FE2E-4D2F-A2E6-41A2D3869678}" dt="2020-04-01T16:16:00.995" v="1901" actId="26606"/>
          <ac:picMkLst>
            <pc:docMk/>
            <pc:sldMk cId="3519885532" sldId="267"/>
            <ac:picMk id="25" creationId="{2270F1FA-0425-408F-9861-80BF5AFB276D}"/>
          </ac:picMkLst>
        </pc:picChg>
        <pc:picChg chg="add mod ord">
          <ac:chgData name="Deep Singh" userId="218171febb998cc3" providerId="LiveId" clId="{A631849A-FE2E-4D2F-A2E6-41A2D3869678}" dt="2020-04-02T05:22:54.645" v="7710" actId="26606"/>
          <ac:picMkLst>
            <pc:docMk/>
            <pc:sldMk cId="3519885532" sldId="267"/>
            <ac:picMk id="35" creationId="{A7C69957-A36A-4944-BFBA-2A53C120CA37}"/>
          </ac:picMkLst>
        </pc:picChg>
        <pc:picChg chg="add del mod">
          <ac:chgData name="Deep Singh" userId="218171febb998cc3" providerId="LiveId" clId="{A631849A-FE2E-4D2F-A2E6-41A2D3869678}" dt="2020-04-02T05:22:36.789" v="7708" actId="478"/>
          <ac:picMkLst>
            <pc:docMk/>
            <pc:sldMk cId="3519885532" sldId="267"/>
            <ac:picMk id="36" creationId="{F4B6838F-8CE2-4F6D-B2A4-77C3CC2C7F2F}"/>
          </ac:picMkLst>
        </pc:picChg>
        <pc:picChg chg="add">
          <ac:chgData name="Deep Singh" userId="218171febb998cc3" providerId="LiveId" clId="{A631849A-FE2E-4D2F-A2E6-41A2D3869678}" dt="2020-04-02T05:22:43.663" v="7709"/>
          <ac:picMkLst>
            <pc:docMk/>
            <pc:sldMk cId="3519885532" sldId="267"/>
            <ac:picMk id="41" creationId="{0E5DD835-5B84-45E4-9DD9-98FF17DC88FA}"/>
          </ac:picMkLst>
        </pc:picChg>
        <pc:cxnChg chg="add del">
          <ac:chgData name="Deep Singh" userId="218171febb998cc3" providerId="LiveId" clId="{A631849A-FE2E-4D2F-A2E6-41A2D3869678}" dt="2020-04-01T16:16:13.055" v="1903" actId="26606"/>
          <ac:cxnSpMkLst>
            <pc:docMk/>
            <pc:sldMk cId="3519885532" sldId="267"/>
            <ac:cxnSpMk id="29" creationId="{45000665-DFC7-417E-8FD7-516A0F15C975}"/>
          </ac:cxnSpMkLst>
        </pc:cxnChg>
        <pc:cxnChg chg="add del">
          <ac:chgData name="Deep Singh" userId="218171febb998cc3" providerId="LiveId" clId="{A631849A-FE2E-4D2F-A2E6-41A2D3869678}" dt="2020-04-02T05:22:26.796" v="7705" actId="26606"/>
          <ac:cxnSpMkLst>
            <pc:docMk/>
            <pc:sldMk cId="3519885532" sldId="267"/>
            <ac:cxnSpMk id="82" creationId="{492C71F2-7657-4A22-BE4C-647EEDE915B2}"/>
          </ac:cxnSpMkLst>
        </pc:cxnChg>
        <pc:cxnChg chg="add del">
          <ac:chgData name="Deep Singh" userId="218171febb998cc3" providerId="LiveId" clId="{A631849A-FE2E-4D2F-A2E6-41A2D3869678}" dt="2020-04-02T05:22:54.645" v="7710" actId="26606"/>
          <ac:cxnSpMkLst>
            <pc:docMk/>
            <pc:sldMk cId="3519885532" sldId="267"/>
            <ac:cxnSpMk id="85" creationId="{38FB9660-F42F-4313-BBC4-47C007FE484C}"/>
          </ac:cxnSpMkLst>
        </pc:cxnChg>
        <pc:cxnChg chg="add del">
          <ac:chgData name="Deep Singh" userId="218171febb998cc3" providerId="LiveId" clId="{A631849A-FE2E-4D2F-A2E6-41A2D3869678}" dt="2020-04-02T05:40:54.718" v="7776"/>
          <ac:cxnSpMkLst>
            <pc:docMk/>
            <pc:sldMk cId="3519885532" sldId="267"/>
            <ac:cxnSpMk id="92" creationId="{23B93832-6514-44F4-849B-5EE2C8A2337D}"/>
          </ac:cxnSpMkLst>
        </pc:cxnChg>
      </pc:sldChg>
      <pc:sldChg chg="addSp delSp modSp add del mod setBg">
        <pc:chgData name="Deep Singh" userId="218171febb998cc3" providerId="LiveId" clId="{A631849A-FE2E-4D2F-A2E6-41A2D3869678}" dt="2020-04-02T04:31:14.300" v="7094" actId="2696"/>
        <pc:sldMkLst>
          <pc:docMk/>
          <pc:sldMk cId="1116024895" sldId="277"/>
        </pc:sldMkLst>
        <pc:spChg chg="mod ord">
          <ac:chgData name="Deep Singh" userId="218171febb998cc3" providerId="LiveId" clId="{A631849A-FE2E-4D2F-A2E6-41A2D3869678}" dt="2020-04-01T21:30:58.699" v="5084" actId="26606"/>
          <ac:spMkLst>
            <pc:docMk/>
            <pc:sldMk cId="1116024895" sldId="277"/>
            <ac:spMk id="2" creationId="{1F0DE467-6745-433F-BFAF-64A785506820}"/>
          </ac:spMkLst>
        </pc:spChg>
        <pc:spChg chg="mod">
          <ac:chgData name="Deep Singh" userId="218171febb998cc3" providerId="LiveId" clId="{A631849A-FE2E-4D2F-A2E6-41A2D3869678}" dt="2020-04-01T21:30:58.699" v="5084" actId="26606"/>
          <ac:spMkLst>
            <pc:docMk/>
            <pc:sldMk cId="1116024895" sldId="277"/>
            <ac:spMk id="3" creationId="{ABC01BA5-A045-477E-A6AE-5C728760083B}"/>
          </ac:spMkLst>
        </pc:spChg>
        <pc:spChg chg="add del">
          <ac:chgData name="Deep Singh" userId="218171febb998cc3" providerId="LiveId" clId="{A631849A-FE2E-4D2F-A2E6-41A2D3869678}" dt="2020-04-01T21:30:58.689" v="5083" actId="26606"/>
          <ac:spMkLst>
            <pc:docMk/>
            <pc:sldMk cId="1116024895" sldId="277"/>
            <ac:spMk id="9" creationId="{CA815F2C-4E80-4019-8E59-FAD3F7F8473D}"/>
          </ac:spMkLst>
        </pc:spChg>
        <pc:spChg chg="add">
          <ac:chgData name="Deep Singh" userId="218171febb998cc3" providerId="LiveId" clId="{A631849A-FE2E-4D2F-A2E6-41A2D3869678}" dt="2020-04-01T21:30:58.699" v="5084" actId="26606"/>
          <ac:spMkLst>
            <pc:docMk/>
            <pc:sldMk cId="1116024895" sldId="277"/>
            <ac:spMk id="11" creationId="{1855405F-37A2-4869-9154-F8BE3BECE6C3}"/>
          </ac:spMkLst>
        </pc:spChg>
        <pc:spChg chg="add">
          <ac:chgData name="Deep Singh" userId="218171febb998cc3" providerId="LiveId" clId="{A631849A-FE2E-4D2F-A2E6-41A2D3869678}" dt="2020-04-01T21:30:58.699" v="5084" actId="26606"/>
          <ac:spMkLst>
            <pc:docMk/>
            <pc:sldMk cId="1116024895" sldId="277"/>
            <ac:spMk id="12" creationId="{01D0AF59-99C3-4251-AB9A-C966C6AD4400}"/>
          </ac:spMkLst>
        </pc:spChg>
        <pc:picChg chg="add mod ord">
          <ac:chgData name="Deep Singh" userId="218171febb998cc3" providerId="LiveId" clId="{A631849A-FE2E-4D2F-A2E6-41A2D3869678}" dt="2020-04-01T21:30:58.699" v="5084" actId="26606"/>
          <ac:picMkLst>
            <pc:docMk/>
            <pc:sldMk cId="1116024895" sldId="277"/>
            <ac:picMk id="4" creationId="{D80FF428-C839-4B28-AD39-92CBFA2E0276}"/>
          </ac:picMkLst>
        </pc:picChg>
        <pc:picChg chg="add">
          <ac:chgData name="Deep Singh" userId="218171febb998cc3" providerId="LiveId" clId="{A631849A-FE2E-4D2F-A2E6-41A2D3869678}" dt="2020-04-01T21:49:12.567" v="5944"/>
          <ac:picMkLst>
            <pc:docMk/>
            <pc:sldMk cId="1116024895" sldId="277"/>
            <ac:picMk id="8" creationId="{7BC3F339-43DA-4D75-9CE9-A79BDE76E92C}"/>
          </ac:picMkLst>
        </pc:picChg>
      </pc:sldChg>
      <pc:sldChg chg="addSp delSp modSp add mod ord setBg delDesignElem">
        <pc:chgData name="Deep Singh" userId="218171febb998cc3" providerId="LiveId" clId="{A631849A-FE2E-4D2F-A2E6-41A2D3869678}" dt="2020-04-02T17:32:31.849" v="12837" actId="20577"/>
        <pc:sldMkLst>
          <pc:docMk/>
          <pc:sldMk cId="419909929" sldId="278"/>
        </pc:sldMkLst>
        <pc:spChg chg="del mod">
          <ac:chgData name="Deep Singh" userId="218171febb998cc3" providerId="LiveId" clId="{A631849A-FE2E-4D2F-A2E6-41A2D3869678}" dt="2020-04-01T21:48:13.222" v="5909" actId="478"/>
          <ac:spMkLst>
            <pc:docMk/>
            <pc:sldMk cId="419909929" sldId="278"/>
            <ac:spMk id="2" creationId="{1F0DE467-6745-433F-BFAF-64A785506820}"/>
          </ac:spMkLst>
        </pc:spChg>
        <pc:spChg chg="del mod">
          <ac:chgData name="Deep Singh" userId="218171febb998cc3" providerId="LiveId" clId="{A631849A-FE2E-4D2F-A2E6-41A2D3869678}" dt="2020-04-01T21:47:42.186" v="5903" actId="478"/>
          <ac:spMkLst>
            <pc:docMk/>
            <pc:sldMk cId="419909929" sldId="278"/>
            <ac:spMk id="3" creationId="{ABC01BA5-A045-477E-A6AE-5C728760083B}"/>
          </ac:spMkLst>
        </pc:spChg>
        <pc:spChg chg="add del">
          <ac:chgData name="Deep Singh" userId="218171febb998cc3" providerId="LiveId" clId="{A631849A-FE2E-4D2F-A2E6-41A2D3869678}" dt="2020-04-01T21:34:04.589" v="5088" actId="26606"/>
          <ac:spMkLst>
            <pc:docMk/>
            <pc:sldMk cId="419909929" sldId="278"/>
            <ac:spMk id="6" creationId="{CB44330D-EA18-4254-AA95-EB49948539B8}"/>
          </ac:spMkLst>
        </pc:spChg>
        <pc:spChg chg="add del">
          <ac:chgData name="Deep Singh" userId="218171febb998cc3" providerId="LiveId" clId="{A631849A-FE2E-4D2F-A2E6-41A2D3869678}" dt="2020-04-01T21:34:04.589" v="5088" actId="26606"/>
          <ac:spMkLst>
            <pc:docMk/>
            <pc:sldMk cId="419909929" sldId="278"/>
            <ac:spMk id="9" creationId="{32BC26D8-82FB-445E-AA49-62A77D7C1EE0}"/>
          </ac:spMkLst>
        </pc:spChg>
        <pc:spChg chg="del">
          <ac:chgData name="Deep Singh" userId="218171febb998cc3" providerId="LiveId" clId="{A631849A-FE2E-4D2F-A2E6-41A2D3869678}" dt="2020-04-01T21:33:55.893" v="5086"/>
          <ac:spMkLst>
            <pc:docMk/>
            <pc:sldMk cId="419909929" sldId="278"/>
            <ac:spMk id="11" creationId="{1855405F-37A2-4869-9154-F8BE3BECE6C3}"/>
          </ac:spMkLst>
        </pc:spChg>
        <pc:spChg chg="del">
          <ac:chgData name="Deep Singh" userId="218171febb998cc3" providerId="LiveId" clId="{A631849A-FE2E-4D2F-A2E6-41A2D3869678}" dt="2020-04-01T21:33:55.893" v="5086"/>
          <ac:spMkLst>
            <pc:docMk/>
            <pc:sldMk cId="419909929" sldId="278"/>
            <ac:spMk id="12" creationId="{01D0AF59-99C3-4251-AB9A-C966C6AD4400}"/>
          </ac:spMkLst>
        </pc:spChg>
        <pc:spChg chg="add">
          <ac:chgData name="Deep Singh" userId="218171febb998cc3" providerId="LiveId" clId="{A631849A-FE2E-4D2F-A2E6-41A2D3869678}" dt="2020-04-01T21:34:04.593" v="5089" actId="26606"/>
          <ac:spMkLst>
            <pc:docMk/>
            <pc:sldMk cId="419909929" sldId="278"/>
            <ac:spMk id="13" creationId="{01D0AF59-99C3-4251-AB9A-C966C6AD4400}"/>
          </ac:spMkLst>
        </pc:spChg>
        <pc:spChg chg="add">
          <ac:chgData name="Deep Singh" userId="218171febb998cc3" providerId="LiveId" clId="{A631849A-FE2E-4D2F-A2E6-41A2D3869678}" dt="2020-04-01T21:34:04.593" v="5089" actId="26606"/>
          <ac:spMkLst>
            <pc:docMk/>
            <pc:sldMk cId="419909929" sldId="278"/>
            <ac:spMk id="14" creationId="{1855405F-37A2-4869-9154-F8BE3BECE6C3}"/>
          </ac:spMkLst>
        </pc:spChg>
        <pc:spChg chg="add del">
          <ac:chgData name="Deep Singh" userId="218171febb998cc3" providerId="LiveId" clId="{A631849A-FE2E-4D2F-A2E6-41A2D3869678}" dt="2020-04-01T21:44:17.743" v="5635" actId="478"/>
          <ac:spMkLst>
            <pc:docMk/>
            <pc:sldMk cId="419909929" sldId="278"/>
            <ac:spMk id="28" creationId="{4D6A9561-3872-4F4A-AC8A-E182DC7E998B}"/>
          </ac:spMkLst>
        </pc:spChg>
        <pc:spChg chg="add del mod">
          <ac:chgData name="Deep Singh" userId="218171febb998cc3" providerId="LiveId" clId="{A631849A-FE2E-4D2F-A2E6-41A2D3869678}" dt="2020-04-01T21:48:15.988" v="5910" actId="478"/>
          <ac:spMkLst>
            <pc:docMk/>
            <pc:sldMk cId="419909929" sldId="278"/>
            <ac:spMk id="29" creationId="{B62FE705-CB39-4164-8470-2404CBEF577C}"/>
          </ac:spMkLst>
        </pc:spChg>
        <pc:spChg chg="add mod">
          <ac:chgData name="Deep Singh" userId="218171febb998cc3" providerId="LiveId" clId="{A631849A-FE2E-4D2F-A2E6-41A2D3869678}" dt="2020-04-02T16:17:22.468" v="10944" actId="1036"/>
          <ac:spMkLst>
            <pc:docMk/>
            <pc:sldMk cId="419909929" sldId="278"/>
            <ac:spMk id="30" creationId="{A5C64833-E1A7-4392-B418-CB913EAC19FD}"/>
          </ac:spMkLst>
        </pc:spChg>
        <pc:spChg chg="add del mod">
          <ac:chgData name="Deep Singh" userId="218171febb998cc3" providerId="LiveId" clId="{A631849A-FE2E-4D2F-A2E6-41A2D3869678}" dt="2020-04-02T16:17:39.597" v="10949" actId="20577"/>
          <ac:spMkLst>
            <pc:docMk/>
            <pc:sldMk cId="419909929" sldId="278"/>
            <ac:spMk id="56" creationId="{1BCCC2E3-BE00-4609-BB12-E46FE7232BE9}"/>
          </ac:spMkLst>
        </pc:spChg>
        <pc:spChg chg="add del mod">
          <ac:chgData name="Deep Singh" userId="218171febb998cc3" providerId="LiveId" clId="{A631849A-FE2E-4D2F-A2E6-41A2D3869678}" dt="2020-04-02T15:48:52.240" v="9793" actId="478"/>
          <ac:spMkLst>
            <pc:docMk/>
            <pc:sldMk cId="419909929" sldId="278"/>
            <ac:spMk id="57" creationId="{4EEE3AEB-EBCB-4707-A979-2544A93E9B1C}"/>
          </ac:spMkLst>
        </pc:spChg>
        <pc:spChg chg="add del mod">
          <ac:chgData name="Deep Singh" userId="218171febb998cc3" providerId="LiveId" clId="{A631849A-FE2E-4D2F-A2E6-41A2D3869678}" dt="2020-04-02T15:48:13.552" v="9764" actId="478"/>
          <ac:spMkLst>
            <pc:docMk/>
            <pc:sldMk cId="419909929" sldId="278"/>
            <ac:spMk id="58" creationId="{AEC9D860-5415-45C7-92C8-97BA5EE63B6E}"/>
          </ac:spMkLst>
        </pc:spChg>
        <pc:spChg chg="add del mod">
          <ac:chgData name="Deep Singh" userId="218171febb998cc3" providerId="LiveId" clId="{A631849A-FE2E-4D2F-A2E6-41A2D3869678}" dt="2020-04-02T16:21:03.049" v="11038" actId="1037"/>
          <ac:spMkLst>
            <pc:docMk/>
            <pc:sldMk cId="419909929" sldId="278"/>
            <ac:spMk id="59" creationId="{135C6F73-FFBC-4959-BB3D-42403A51E2DD}"/>
          </ac:spMkLst>
        </pc:spChg>
        <pc:spChg chg="add del mod">
          <ac:chgData name="Deep Singh" userId="218171febb998cc3" providerId="LiveId" clId="{A631849A-FE2E-4D2F-A2E6-41A2D3869678}" dt="2020-04-02T16:21:03.049" v="11038" actId="1037"/>
          <ac:spMkLst>
            <pc:docMk/>
            <pc:sldMk cId="419909929" sldId="278"/>
            <ac:spMk id="60" creationId="{CFA162EC-B838-4522-9C6A-2E263BC95186}"/>
          </ac:spMkLst>
        </pc:spChg>
        <pc:spChg chg="mod">
          <ac:chgData name="Deep Singh" userId="218171febb998cc3" providerId="LiveId" clId="{A631849A-FE2E-4D2F-A2E6-41A2D3869678}" dt="2020-04-02T16:00:46.265" v="10272" actId="20577"/>
          <ac:spMkLst>
            <pc:docMk/>
            <pc:sldMk cId="419909929" sldId="278"/>
            <ac:spMk id="62" creationId="{81782D2C-5B78-4F8E-BD63-5BE788C64E5C}"/>
          </ac:spMkLst>
        </pc:spChg>
        <pc:spChg chg="mod">
          <ac:chgData name="Deep Singh" userId="218171febb998cc3" providerId="LiveId" clId="{A631849A-FE2E-4D2F-A2E6-41A2D3869678}" dt="2020-04-02T15:23:24.902" v="9115" actId="20577"/>
          <ac:spMkLst>
            <pc:docMk/>
            <pc:sldMk cId="419909929" sldId="278"/>
            <ac:spMk id="64" creationId="{E9A14503-C556-4154-A5B8-48B7C2EFD35F}"/>
          </ac:spMkLst>
        </pc:spChg>
        <pc:spChg chg="mod">
          <ac:chgData name="Deep Singh" userId="218171febb998cc3" providerId="LiveId" clId="{A631849A-FE2E-4D2F-A2E6-41A2D3869678}" dt="2020-04-02T15:50:23.885" v="9888" actId="1035"/>
          <ac:spMkLst>
            <pc:docMk/>
            <pc:sldMk cId="419909929" sldId="278"/>
            <ac:spMk id="66" creationId="{061F96DA-A403-4A4C-804A-525D4437A24A}"/>
          </ac:spMkLst>
        </pc:spChg>
        <pc:spChg chg="mod">
          <ac:chgData name="Deep Singh" userId="218171febb998cc3" providerId="LiveId" clId="{A631849A-FE2E-4D2F-A2E6-41A2D3869678}" dt="2020-04-02T15:50:07.896" v="9857" actId="6549"/>
          <ac:spMkLst>
            <pc:docMk/>
            <pc:sldMk cId="419909929" sldId="278"/>
            <ac:spMk id="68" creationId="{DAFC0C89-01C9-4DD9-BC43-8D65AA3DB7A5}"/>
          </ac:spMkLst>
        </pc:spChg>
        <pc:spChg chg="mod">
          <ac:chgData name="Deep Singh" userId="218171febb998cc3" providerId="LiveId" clId="{A631849A-FE2E-4D2F-A2E6-41A2D3869678}" dt="2020-04-02T15:23:31.597" v="9116" actId="12"/>
          <ac:spMkLst>
            <pc:docMk/>
            <pc:sldMk cId="419909929" sldId="278"/>
            <ac:spMk id="72" creationId="{6FA94F89-3CBB-4386-B489-04B838A469D3}"/>
          </ac:spMkLst>
        </pc:spChg>
        <pc:spChg chg="mod">
          <ac:chgData name="Deep Singh" userId="218171febb998cc3" providerId="LiveId" clId="{A631849A-FE2E-4D2F-A2E6-41A2D3869678}" dt="2020-04-02T16:03:21.628" v="10348" actId="14100"/>
          <ac:spMkLst>
            <pc:docMk/>
            <pc:sldMk cId="419909929" sldId="278"/>
            <ac:spMk id="74" creationId="{C90EE545-C4FB-476D-A985-2CB137A8211B}"/>
          </ac:spMkLst>
        </pc:spChg>
        <pc:spChg chg="mod">
          <ac:chgData name="Deep Singh" userId="218171febb998cc3" providerId="LiveId" clId="{A631849A-FE2E-4D2F-A2E6-41A2D3869678}" dt="2020-04-02T15:11:30.752" v="8962" actId="20577"/>
          <ac:spMkLst>
            <pc:docMk/>
            <pc:sldMk cId="419909929" sldId="278"/>
            <ac:spMk id="76" creationId="{D216A61B-3DF3-4D40-8C87-A25067323C6E}"/>
          </ac:spMkLst>
        </pc:spChg>
        <pc:spChg chg="mod">
          <ac:chgData name="Deep Singh" userId="218171febb998cc3" providerId="LiveId" clId="{A631849A-FE2E-4D2F-A2E6-41A2D3869678}" dt="2020-04-02T17:32:06.259" v="12823" actId="20577"/>
          <ac:spMkLst>
            <pc:docMk/>
            <pc:sldMk cId="419909929" sldId="278"/>
            <ac:spMk id="78" creationId="{DFC94A83-F455-41F4-8621-4230A9025442}"/>
          </ac:spMkLst>
        </pc:spChg>
        <pc:spChg chg="mod">
          <ac:chgData name="Deep Singh" userId="218171febb998cc3" providerId="LiveId" clId="{A631849A-FE2E-4D2F-A2E6-41A2D3869678}" dt="2020-04-02T17:32:31.849" v="12837" actId="20577"/>
          <ac:spMkLst>
            <pc:docMk/>
            <pc:sldMk cId="419909929" sldId="278"/>
            <ac:spMk id="80" creationId="{2849C472-4163-4EE0-8DF5-0FD1BE1708E2}"/>
          </ac:spMkLst>
        </pc:spChg>
        <pc:spChg chg="add del mod">
          <ac:chgData name="Deep Singh" userId="218171febb998cc3" providerId="LiveId" clId="{A631849A-FE2E-4D2F-A2E6-41A2D3869678}" dt="2020-04-02T16:21:03.049" v="11038" actId="1037"/>
          <ac:spMkLst>
            <pc:docMk/>
            <pc:sldMk cId="419909929" sldId="278"/>
            <ac:spMk id="94" creationId="{D7777FDD-B3CB-48CA-8D6F-7E8D601F3F8D}"/>
          </ac:spMkLst>
        </pc:spChg>
        <pc:spChg chg="add del mod">
          <ac:chgData name="Deep Singh" userId="218171febb998cc3" providerId="LiveId" clId="{A631849A-FE2E-4D2F-A2E6-41A2D3869678}" dt="2020-04-01T21:46:07.261" v="5819" actId="478"/>
          <ac:spMkLst>
            <pc:docMk/>
            <pc:sldMk cId="419909929" sldId="278"/>
            <ac:spMk id="99" creationId="{DC4765C1-F0C5-4855-93EC-ADBB2073605C}"/>
          </ac:spMkLst>
        </pc:spChg>
        <pc:spChg chg="add mod">
          <ac:chgData name="Deep Singh" userId="218171febb998cc3" providerId="LiveId" clId="{A631849A-FE2E-4D2F-A2E6-41A2D3869678}" dt="2020-04-02T16:21:03.049" v="11038" actId="1037"/>
          <ac:spMkLst>
            <pc:docMk/>
            <pc:sldMk cId="419909929" sldId="278"/>
            <ac:spMk id="99" creationId="{F9CB7544-F80F-4E34-BA68-1911DDEC8198}"/>
          </ac:spMkLst>
        </pc:spChg>
        <pc:spChg chg="mod">
          <ac:chgData name="Deep Singh" userId="218171febb998cc3" providerId="LiveId" clId="{A631849A-FE2E-4D2F-A2E6-41A2D3869678}" dt="2020-04-02T15:11:20.669" v="8961" actId="20577"/>
          <ac:spMkLst>
            <pc:docMk/>
            <pc:sldMk cId="419909929" sldId="278"/>
            <ac:spMk id="103" creationId="{2DDF0D9E-7623-437B-8955-CAF87C68D505}"/>
          </ac:spMkLst>
        </pc:spChg>
        <pc:spChg chg="add mod">
          <ac:chgData name="Deep Singh" userId="218171febb998cc3" providerId="LiveId" clId="{A631849A-FE2E-4D2F-A2E6-41A2D3869678}" dt="2020-04-02T16:21:03.049" v="11038" actId="1037"/>
          <ac:spMkLst>
            <pc:docMk/>
            <pc:sldMk cId="419909929" sldId="278"/>
            <ac:spMk id="104" creationId="{87EE3193-9B3F-474C-8739-497FC08298BB}"/>
          </ac:spMkLst>
        </pc:spChg>
        <pc:spChg chg="mod">
          <ac:chgData name="Deep Singh" userId="218171febb998cc3" providerId="LiveId" clId="{A631849A-FE2E-4D2F-A2E6-41A2D3869678}" dt="2020-04-02T15:53:38.561" v="9964" actId="20577"/>
          <ac:spMkLst>
            <pc:docMk/>
            <pc:sldMk cId="419909929" sldId="278"/>
            <ac:spMk id="110" creationId="{F5A57392-9281-4BDE-BB09-85301D546A3D}"/>
          </ac:spMkLst>
        </pc:spChg>
        <pc:spChg chg="mod">
          <ac:chgData name="Deep Singh" userId="218171febb998cc3" providerId="LiveId" clId="{A631849A-FE2E-4D2F-A2E6-41A2D3869678}" dt="2020-04-02T15:54:05.133" v="10014" actId="20577"/>
          <ac:spMkLst>
            <pc:docMk/>
            <pc:sldMk cId="419909929" sldId="278"/>
            <ac:spMk id="112" creationId="{DB52AAE8-04DE-4000-AB57-50701A32D02F}"/>
          </ac:spMkLst>
        </pc:spChg>
        <pc:spChg chg="add mod">
          <ac:chgData name="Deep Singh" userId="218171febb998cc3" providerId="LiveId" clId="{A631849A-FE2E-4D2F-A2E6-41A2D3869678}" dt="2020-04-02T15:43:30.664" v="9565" actId="27636"/>
          <ac:spMkLst>
            <pc:docMk/>
            <pc:sldMk cId="419909929" sldId="278"/>
            <ac:spMk id="115" creationId="{C8EAF0AB-B35C-48D4-9915-52125E730999}"/>
          </ac:spMkLst>
        </pc:spChg>
        <pc:spChg chg="add">
          <ac:chgData name="Deep Singh" userId="218171febb998cc3" providerId="LiveId" clId="{A631849A-FE2E-4D2F-A2E6-41A2D3869678}" dt="2020-04-01T21:48:16.719" v="5911"/>
          <ac:spMkLst>
            <pc:docMk/>
            <pc:sldMk cId="419909929" sldId="278"/>
            <ac:spMk id="116" creationId="{DD33930F-5B7E-4FF3-9B34-BEE6A3A938C6}"/>
          </ac:spMkLst>
        </pc:spChg>
        <pc:spChg chg="mod ord">
          <ac:chgData name="Deep Singh" userId="218171febb998cc3" providerId="LiveId" clId="{A631849A-FE2E-4D2F-A2E6-41A2D3869678}" dt="2020-04-02T16:07:32.751" v="10476" actId="14100"/>
          <ac:spMkLst>
            <pc:docMk/>
            <pc:sldMk cId="419909929" sldId="278"/>
            <ac:spMk id="117" creationId="{0BBC6EBA-FA8B-48EC-9715-EDC3977E31AF}"/>
          </ac:spMkLst>
        </pc:spChg>
        <pc:spChg chg="mod">
          <ac:chgData name="Deep Singh" userId="218171febb998cc3" providerId="LiveId" clId="{A631849A-FE2E-4D2F-A2E6-41A2D3869678}" dt="2020-04-02T16:15:54.966" v="10916" actId="20577"/>
          <ac:spMkLst>
            <pc:docMk/>
            <pc:sldMk cId="419909929" sldId="278"/>
            <ac:spMk id="119" creationId="{A00B4CF8-2594-4457-AD9C-83293FD35777}"/>
          </ac:spMkLst>
        </pc:spChg>
        <pc:spChg chg="mod">
          <ac:chgData name="Deep Singh" userId="218171febb998cc3" providerId="LiveId" clId="{A631849A-FE2E-4D2F-A2E6-41A2D3869678}" dt="2020-04-02T16:03:28.548" v="10349" actId="403"/>
          <ac:spMkLst>
            <pc:docMk/>
            <pc:sldMk cId="419909929" sldId="278"/>
            <ac:spMk id="121" creationId="{C565D092-0069-4B84-B32B-DA900C35E4F8}"/>
          </ac:spMkLst>
        </pc:spChg>
        <pc:spChg chg="mod">
          <ac:chgData name="Deep Singh" userId="218171febb998cc3" providerId="LiveId" clId="{A631849A-FE2E-4D2F-A2E6-41A2D3869678}" dt="2020-04-02T16:01:57.245" v="10325" actId="12"/>
          <ac:spMkLst>
            <pc:docMk/>
            <pc:sldMk cId="419909929" sldId="278"/>
            <ac:spMk id="123" creationId="{9DDD01D4-6210-4D6A-8978-1C1F92C127F0}"/>
          </ac:spMkLst>
        </pc:spChg>
        <pc:spChg chg="mod">
          <ac:chgData name="Deep Singh" userId="218171febb998cc3" providerId="LiveId" clId="{A631849A-FE2E-4D2F-A2E6-41A2D3869678}" dt="2020-04-02T16:04:28.995" v="10389" actId="14100"/>
          <ac:spMkLst>
            <pc:docMk/>
            <pc:sldMk cId="419909929" sldId="278"/>
            <ac:spMk id="125" creationId="{B886675F-79A0-49E0-85A9-74D6F247D005}"/>
          </ac:spMkLst>
        </pc:spChg>
        <pc:spChg chg="mod ord">
          <ac:chgData name="Deep Singh" userId="218171febb998cc3" providerId="LiveId" clId="{A631849A-FE2E-4D2F-A2E6-41A2D3869678}" dt="2020-04-02T16:04:41.957" v="10390" actId="167"/>
          <ac:spMkLst>
            <pc:docMk/>
            <pc:sldMk cId="419909929" sldId="278"/>
            <ac:spMk id="127" creationId="{E7D82850-54ED-44E2-B7E8-D9A04360EC63}"/>
          </ac:spMkLst>
        </pc:spChg>
        <pc:spChg chg="mod">
          <ac:chgData name="Deep Singh" userId="218171febb998cc3" providerId="LiveId" clId="{A631849A-FE2E-4D2F-A2E6-41A2D3869678}" dt="2020-04-02T16:07:18.691" v="10472" actId="20577"/>
          <ac:spMkLst>
            <pc:docMk/>
            <pc:sldMk cId="419909929" sldId="278"/>
            <ac:spMk id="133" creationId="{31E425B2-B8D7-4254-A95D-138F6E861B43}"/>
          </ac:spMkLst>
        </pc:spChg>
        <pc:spChg chg="mod ord">
          <ac:chgData name="Deep Singh" userId="218171febb998cc3" providerId="LiveId" clId="{A631849A-FE2E-4D2F-A2E6-41A2D3869678}" dt="2020-04-02T16:14:12.014" v="10830" actId="20577"/>
          <ac:spMkLst>
            <pc:docMk/>
            <pc:sldMk cId="419909929" sldId="278"/>
            <ac:spMk id="137" creationId="{66B702DA-B33E-47DF-BCB0-DBC0B270CAEC}"/>
          </ac:spMkLst>
        </pc:spChg>
        <pc:spChg chg="mod ord">
          <ac:chgData name="Deep Singh" userId="218171febb998cc3" providerId="LiveId" clId="{A631849A-FE2E-4D2F-A2E6-41A2D3869678}" dt="2020-04-02T16:18:23.515" v="10983" actId="20577"/>
          <ac:spMkLst>
            <pc:docMk/>
            <pc:sldMk cId="419909929" sldId="278"/>
            <ac:spMk id="139" creationId="{916A3409-C5F7-407E-A1B4-837D7CAD3566}"/>
          </ac:spMkLst>
        </pc:spChg>
        <pc:grpChg chg="add del">
          <ac:chgData name="Deep Singh" userId="218171febb998cc3" providerId="LiveId" clId="{A631849A-FE2E-4D2F-A2E6-41A2D3869678}" dt="2020-04-01T21:40:46.288" v="5320" actId="478"/>
          <ac:grpSpMkLst>
            <pc:docMk/>
            <pc:sldMk cId="419909929" sldId="278"/>
            <ac:grpSpMk id="15" creationId="{DFFAD163-877F-4309-923E-490DE1264377}"/>
          </ac:grpSpMkLst>
        </pc:grpChg>
        <pc:grpChg chg="add del mod">
          <ac:chgData name="Deep Singh" userId="218171febb998cc3" providerId="LiveId" clId="{A631849A-FE2E-4D2F-A2E6-41A2D3869678}" dt="2020-04-02T16:21:03.049" v="11038" actId="1037"/>
          <ac:grpSpMkLst>
            <pc:docMk/>
            <pc:sldMk cId="419909929" sldId="278"/>
            <ac:grpSpMk id="31" creationId="{05295D9C-ED71-4F18-81CB-6A3C5445C4C0}"/>
          </ac:grpSpMkLst>
        </pc:grpChg>
        <pc:grpChg chg="add del mod">
          <ac:chgData name="Deep Singh" userId="218171febb998cc3" providerId="LiveId" clId="{A631849A-FE2E-4D2F-A2E6-41A2D3869678}" dt="2020-04-02T16:21:03.049" v="11038" actId="1037"/>
          <ac:grpSpMkLst>
            <pc:docMk/>
            <pc:sldMk cId="419909929" sldId="278"/>
            <ac:grpSpMk id="36" creationId="{2CF833F8-FDC0-4D4A-93FE-382DF9197326}"/>
          </ac:grpSpMkLst>
        </pc:grpChg>
        <pc:grpChg chg="add del mod">
          <ac:chgData name="Deep Singh" userId="218171febb998cc3" providerId="LiveId" clId="{A631849A-FE2E-4D2F-A2E6-41A2D3869678}" dt="2020-04-02T16:21:03.049" v="11038" actId="1037"/>
          <ac:grpSpMkLst>
            <pc:docMk/>
            <pc:sldMk cId="419909929" sldId="278"/>
            <ac:grpSpMk id="41" creationId="{BE6DFEF4-606B-4116-AE57-C37BDF327105}"/>
          </ac:grpSpMkLst>
        </pc:grpChg>
        <pc:grpChg chg="add del mod">
          <ac:chgData name="Deep Singh" userId="218171febb998cc3" providerId="LiveId" clId="{A631849A-FE2E-4D2F-A2E6-41A2D3869678}" dt="2020-04-02T16:21:03.049" v="11038" actId="1037"/>
          <ac:grpSpMkLst>
            <pc:docMk/>
            <pc:sldMk cId="419909929" sldId="278"/>
            <ac:grpSpMk id="46" creationId="{88995737-DA47-4BC0-A82B-1101C5C5B9C1}"/>
          </ac:grpSpMkLst>
        </pc:grpChg>
        <pc:grpChg chg="add del mod">
          <ac:chgData name="Deep Singh" userId="218171febb998cc3" providerId="LiveId" clId="{A631849A-FE2E-4D2F-A2E6-41A2D3869678}" dt="2020-04-02T05:22:11.387" v="7703" actId="21"/>
          <ac:grpSpMkLst>
            <pc:docMk/>
            <pc:sldMk cId="419909929" sldId="278"/>
            <ac:grpSpMk id="51" creationId="{1607F45F-28F1-4B81-9B3B-CF0DB106CFBF}"/>
          </ac:grpSpMkLst>
        </pc:grpChg>
        <pc:grpChg chg="add del mod">
          <ac:chgData name="Deep Singh" userId="218171febb998cc3" providerId="LiveId" clId="{A631849A-FE2E-4D2F-A2E6-41A2D3869678}" dt="2020-04-02T16:02:23.392" v="10327" actId="478"/>
          <ac:grpSpMkLst>
            <pc:docMk/>
            <pc:sldMk cId="419909929" sldId="278"/>
            <ac:grpSpMk id="61" creationId="{72D6079C-BFB8-4D46-8AFA-C8BAA729D337}"/>
          </ac:grpSpMkLst>
        </pc:grpChg>
        <pc:grpChg chg="add del mod">
          <ac:chgData name="Deep Singh" userId="218171febb998cc3" providerId="LiveId" clId="{A631849A-FE2E-4D2F-A2E6-41A2D3869678}" dt="2020-04-02T15:58:47.131" v="10249" actId="478"/>
          <ac:grpSpMkLst>
            <pc:docMk/>
            <pc:sldMk cId="419909929" sldId="278"/>
            <ac:grpSpMk id="65" creationId="{D6FFD5EE-9237-44EC-9608-81EF28F6A99A}"/>
          </ac:grpSpMkLst>
        </pc:grpChg>
        <pc:grpChg chg="add del mod">
          <ac:chgData name="Deep Singh" userId="218171febb998cc3" providerId="LiveId" clId="{A631849A-FE2E-4D2F-A2E6-41A2D3869678}" dt="2020-04-02T16:07:52.584" v="10479" actId="478"/>
          <ac:grpSpMkLst>
            <pc:docMk/>
            <pc:sldMk cId="419909929" sldId="278"/>
            <ac:grpSpMk id="69" creationId="{04744704-0282-402C-A296-DEA2DD6A8E22}"/>
          </ac:grpSpMkLst>
        </pc:grpChg>
        <pc:grpChg chg="add del mod">
          <ac:chgData name="Deep Singh" userId="218171febb998cc3" providerId="LiveId" clId="{A631849A-FE2E-4D2F-A2E6-41A2D3869678}" dt="2020-04-02T16:21:03.049" v="11038" actId="1037"/>
          <ac:grpSpMkLst>
            <pc:docMk/>
            <pc:sldMk cId="419909929" sldId="278"/>
            <ac:grpSpMk id="73" creationId="{DDDD9CA7-EC21-4FFC-B3D9-18AA009F3669}"/>
          </ac:grpSpMkLst>
        </pc:grpChg>
        <pc:grpChg chg="add del mod">
          <ac:chgData name="Deep Singh" userId="218171febb998cc3" providerId="LiveId" clId="{A631849A-FE2E-4D2F-A2E6-41A2D3869678}" dt="2020-04-02T16:21:03.049" v="11038" actId="1037"/>
          <ac:grpSpMkLst>
            <pc:docMk/>
            <pc:sldMk cId="419909929" sldId="278"/>
            <ac:grpSpMk id="77" creationId="{395030C4-D71C-481B-BA3F-54BDFFBE2F12}"/>
          </ac:grpSpMkLst>
        </pc:grpChg>
        <pc:grpChg chg="add del mod">
          <ac:chgData name="Deep Singh" userId="218171febb998cc3" providerId="LiveId" clId="{A631849A-FE2E-4D2F-A2E6-41A2D3869678}" dt="2020-04-02T16:21:03.049" v="11038" actId="1037"/>
          <ac:grpSpMkLst>
            <pc:docMk/>
            <pc:sldMk cId="419909929" sldId="278"/>
            <ac:grpSpMk id="84" creationId="{115451B1-A64E-4FC5-9A17-A4852B5AC339}"/>
          </ac:grpSpMkLst>
        </pc:grpChg>
        <pc:grpChg chg="add del mod">
          <ac:chgData name="Deep Singh" userId="218171febb998cc3" providerId="LiveId" clId="{A631849A-FE2E-4D2F-A2E6-41A2D3869678}" dt="2020-04-02T05:22:11.387" v="7703" actId="21"/>
          <ac:grpSpMkLst>
            <pc:docMk/>
            <pc:sldMk cId="419909929" sldId="278"/>
            <ac:grpSpMk id="89" creationId="{1862A427-764B-4ED4-B873-A3E9022C3935}"/>
          </ac:grpSpMkLst>
        </pc:grpChg>
        <pc:grpChg chg="add del mod">
          <ac:chgData name="Deep Singh" userId="218171febb998cc3" providerId="LiveId" clId="{A631849A-FE2E-4D2F-A2E6-41A2D3869678}" dt="2020-04-02T16:21:03.049" v="11038" actId="1037"/>
          <ac:grpSpMkLst>
            <pc:docMk/>
            <pc:sldMk cId="419909929" sldId="278"/>
            <ac:grpSpMk id="95" creationId="{646EB02F-4A8E-443E-9CC9-7DD70B3A923B}"/>
          </ac:grpSpMkLst>
        </pc:grpChg>
        <pc:grpChg chg="add del mod">
          <ac:chgData name="Deep Singh" userId="218171febb998cc3" providerId="LiveId" clId="{A631849A-FE2E-4D2F-A2E6-41A2D3869678}" dt="2020-04-02T16:21:03.049" v="11038" actId="1037"/>
          <ac:grpSpMkLst>
            <pc:docMk/>
            <pc:sldMk cId="419909929" sldId="278"/>
            <ac:grpSpMk id="100" creationId="{E39E8C49-F1B1-462A-92EF-9D377D2AF0BD}"/>
          </ac:grpSpMkLst>
        </pc:grpChg>
        <pc:grpChg chg="add mod">
          <ac:chgData name="Deep Singh" userId="218171febb998cc3" providerId="LiveId" clId="{A631849A-FE2E-4D2F-A2E6-41A2D3869678}" dt="2020-04-01T21:42:54.727" v="5469" actId="571"/>
          <ac:grpSpMkLst>
            <pc:docMk/>
            <pc:sldMk cId="419909929" sldId="278"/>
            <ac:grpSpMk id="104" creationId="{37010E68-A14A-489B-B8FB-1BFB3399E7EB}"/>
          </ac:grpSpMkLst>
        </pc:grpChg>
        <pc:grpChg chg="add del mod">
          <ac:chgData name="Deep Singh" userId="218171febb998cc3" providerId="LiveId" clId="{A631849A-FE2E-4D2F-A2E6-41A2D3869678}" dt="2020-04-02T15:52:37.533" v="9942"/>
          <ac:grpSpMkLst>
            <pc:docMk/>
            <pc:sldMk cId="419909929" sldId="278"/>
            <ac:grpSpMk id="105" creationId="{ABF9C758-ECD9-4795-9283-5CDD0CDAA642}"/>
          </ac:grpSpMkLst>
        </pc:grpChg>
        <pc:grpChg chg="add mod">
          <ac:chgData name="Deep Singh" userId="218171febb998cc3" providerId="LiveId" clId="{A631849A-FE2E-4D2F-A2E6-41A2D3869678}" dt="2020-04-01T21:42:54.727" v="5469" actId="571"/>
          <ac:grpSpMkLst>
            <pc:docMk/>
            <pc:sldMk cId="419909929" sldId="278"/>
            <ac:grpSpMk id="109" creationId="{43BCF690-B35D-4A41-BDF2-2033DB33BB54}"/>
          </ac:grpSpMkLst>
        </pc:grpChg>
        <pc:grpChg chg="add del mod">
          <ac:chgData name="Deep Singh" userId="218171febb998cc3" providerId="LiveId" clId="{A631849A-FE2E-4D2F-A2E6-41A2D3869678}" dt="2020-04-02T16:01:24.310" v="10284" actId="478"/>
          <ac:grpSpMkLst>
            <pc:docMk/>
            <pc:sldMk cId="419909929" sldId="278"/>
            <ac:grpSpMk id="109" creationId="{94AD9832-6228-4968-9BEC-9F4F2A544E50}"/>
          </ac:grpSpMkLst>
        </pc:grpChg>
        <pc:grpChg chg="add mod">
          <ac:chgData name="Deep Singh" userId="218171febb998cc3" providerId="LiveId" clId="{A631849A-FE2E-4D2F-A2E6-41A2D3869678}" dt="2020-04-02T16:21:03.049" v="11038" actId="1037"/>
          <ac:grpSpMkLst>
            <pc:docMk/>
            <pc:sldMk cId="419909929" sldId="278"/>
            <ac:grpSpMk id="113" creationId="{CE84E0E3-3EF0-4FB6-863F-2BB8112A25F4}"/>
          </ac:grpSpMkLst>
        </pc:grpChg>
        <pc:grpChg chg="add del mod">
          <ac:chgData name="Deep Singh" userId="218171febb998cc3" providerId="LiveId" clId="{A631849A-FE2E-4D2F-A2E6-41A2D3869678}" dt="2020-04-02T16:05:22.880" v="10393" actId="478"/>
          <ac:grpSpMkLst>
            <pc:docMk/>
            <pc:sldMk cId="419909929" sldId="278"/>
            <ac:grpSpMk id="120" creationId="{BD0EBF0F-686C-4C6B-8C0F-02616BBBD214}"/>
          </ac:grpSpMkLst>
        </pc:grpChg>
        <pc:grpChg chg="add mod">
          <ac:chgData name="Deep Singh" userId="218171febb998cc3" providerId="LiveId" clId="{A631849A-FE2E-4D2F-A2E6-41A2D3869678}" dt="2020-04-02T16:13:51.382" v="10798" actId="1038"/>
          <ac:grpSpMkLst>
            <pc:docMk/>
            <pc:sldMk cId="419909929" sldId="278"/>
            <ac:grpSpMk id="124" creationId="{0A3FA56C-4A06-40F9-BD18-B82ADC0D4C0D}"/>
          </ac:grpSpMkLst>
        </pc:grpChg>
        <pc:grpChg chg="add del mod">
          <ac:chgData name="Deep Singh" userId="218171febb998cc3" providerId="LiveId" clId="{A631849A-FE2E-4D2F-A2E6-41A2D3869678}" dt="2020-04-02T16:05:46.127" v="10419"/>
          <ac:grpSpMkLst>
            <pc:docMk/>
            <pc:sldMk cId="419909929" sldId="278"/>
            <ac:grpSpMk id="128" creationId="{B39BD51D-2CA7-45A4-A930-5E9A92ED8506}"/>
          </ac:grpSpMkLst>
        </pc:grpChg>
        <pc:grpChg chg="add del mod">
          <ac:chgData name="Deep Singh" userId="218171febb998cc3" providerId="LiveId" clId="{A631849A-FE2E-4D2F-A2E6-41A2D3869678}" dt="2020-04-02T16:07:20.134" v="10474"/>
          <ac:grpSpMkLst>
            <pc:docMk/>
            <pc:sldMk cId="419909929" sldId="278"/>
            <ac:grpSpMk id="132" creationId="{806A8CDF-1FA1-4545-A6DC-AB2B48C181AF}"/>
          </ac:grpSpMkLst>
        </pc:grpChg>
        <pc:grpChg chg="add mod">
          <ac:chgData name="Deep Singh" userId="218171febb998cc3" providerId="LiveId" clId="{A631849A-FE2E-4D2F-A2E6-41A2D3869678}" dt="2020-04-02T16:21:03.049" v="11038" actId="1037"/>
          <ac:grpSpMkLst>
            <pc:docMk/>
            <pc:sldMk cId="419909929" sldId="278"/>
            <ac:grpSpMk id="136" creationId="{7A45C567-D53A-406F-AA1B-B324129D631E}"/>
          </ac:grpSpMkLst>
        </pc:grpChg>
        <pc:picChg chg="del">
          <ac:chgData name="Deep Singh" userId="218171febb998cc3" providerId="LiveId" clId="{A631849A-FE2E-4D2F-A2E6-41A2D3869678}" dt="2020-04-01T21:34:14.713" v="5090" actId="478"/>
          <ac:picMkLst>
            <pc:docMk/>
            <pc:sldMk cId="419909929" sldId="278"/>
            <ac:picMk id="4" creationId="{D80FF428-C839-4B28-AD39-92CBFA2E0276}"/>
          </ac:picMkLst>
        </pc:picChg>
        <pc:picChg chg="add del mod">
          <ac:chgData name="Deep Singh" userId="218171febb998cc3" providerId="LiveId" clId="{A631849A-FE2E-4D2F-A2E6-41A2D3869678}" dt="2020-04-02T16:21:03.049" v="11038" actId="1037"/>
          <ac:picMkLst>
            <pc:docMk/>
            <pc:sldMk cId="419909929" sldId="278"/>
            <ac:picMk id="81" creationId="{CA53BDAB-9AF0-4A0E-9482-9E4530E8C8DD}"/>
          </ac:picMkLst>
        </pc:picChg>
        <pc:picChg chg="add del mod">
          <ac:chgData name="Deep Singh" userId="218171febb998cc3" providerId="LiveId" clId="{A631849A-FE2E-4D2F-A2E6-41A2D3869678}" dt="2020-04-02T16:21:03.049" v="11038" actId="1037"/>
          <ac:picMkLst>
            <pc:docMk/>
            <pc:sldMk cId="419909929" sldId="278"/>
            <ac:picMk id="82" creationId="{2A83E2BC-9611-42F4-8D22-783FDD65BFD7}"/>
          </ac:picMkLst>
        </pc:picChg>
        <pc:picChg chg="add del mod">
          <ac:chgData name="Deep Singh" userId="218171febb998cc3" providerId="LiveId" clId="{A631849A-FE2E-4D2F-A2E6-41A2D3869678}" dt="2020-04-02T16:21:03.049" v="11038" actId="1037"/>
          <ac:picMkLst>
            <pc:docMk/>
            <pc:sldMk cId="419909929" sldId="278"/>
            <ac:picMk id="83" creationId="{916B0C1E-8A1B-45DE-8812-2AD324128925}"/>
          </ac:picMkLst>
        </pc:picChg>
        <pc:picChg chg="add mod">
          <ac:chgData name="Deep Singh" userId="218171febb998cc3" providerId="LiveId" clId="{A631849A-FE2E-4D2F-A2E6-41A2D3869678}" dt="2020-04-01T21:48:47.040" v="5938" actId="1035"/>
          <ac:picMkLst>
            <pc:docMk/>
            <pc:sldMk cId="419909929" sldId="278"/>
            <ac:picMk id="114" creationId="{91FA23CC-1D17-42E3-976F-96189981B80F}"/>
          </ac:picMkLst>
        </pc:picChg>
        <pc:cxnChg chg="mod">
          <ac:chgData name="Deep Singh" userId="218171febb998cc3" providerId="LiveId" clId="{A631849A-FE2E-4D2F-A2E6-41A2D3869678}" dt="2020-04-01T21:40:46.288" v="5320" actId="478"/>
          <ac:cxnSpMkLst>
            <pc:docMk/>
            <pc:sldMk cId="419909929" sldId="278"/>
            <ac:cxnSpMk id="20" creationId="{3AAC25FD-01C2-44CD-8483-3BD50CF597CC}"/>
          </ac:cxnSpMkLst>
        </pc:cxnChg>
        <pc:cxnChg chg="mod">
          <ac:chgData name="Deep Singh" userId="218171febb998cc3" providerId="LiveId" clId="{A631849A-FE2E-4D2F-A2E6-41A2D3869678}" dt="2020-04-01T21:40:46.288" v="5320" actId="478"/>
          <ac:cxnSpMkLst>
            <pc:docMk/>
            <pc:sldMk cId="419909929" sldId="278"/>
            <ac:cxnSpMk id="21" creationId="{8CECDDCD-5182-4566-AE8E-E4E46861B951}"/>
          </ac:cxnSpMkLst>
        </pc:cxnChg>
        <pc:cxnChg chg="mod">
          <ac:chgData name="Deep Singh" userId="218171febb998cc3" providerId="LiveId" clId="{A631849A-FE2E-4D2F-A2E6-41A2D3869678}" dt="2020-04-01T21:40:46.288" v="5320" actId="478"/>
          <ac:cxnSpMkLst>
            <pc:docMk/>
            <pc:sldMk cId="419909929" sldId="278"/>
            <ac:cxnSpMk id="22" creationId="{F3FA6E1B-96B4-4797-96C6-40B9F7FAB7DC}"/>
          </ac:cxnSpMkLst>
        </pc:cxnChg>
        <pc:cxnChg chg="mod">
          <ac:chgData name="Deep Singh" userId="218171febb998cc3" providerId="LiveId" clId="{A631849A-FE2E-4D2F-A2E6-41A2D3869678}" dt="2020-04-01T21:40:46.288" v="5320" actId="478"/>
          <ac:cxnSpMkLst>
            <pc:docMk/>
            <pc:sldMk cId="419909929" sldId="278"/>
            <ac:cxnSpMk id="24" creationId="{392B60CF-A86C-4BED-972C-78E3EAF12B13}"/>
          </ac:cxnSpMkLst>
        </pc:cxnChg>
        <pc:cxnChg chg="mod">
          <ac:chgData name="Deep Singh" userId="218171febb998cc3" providerId="LiveId" clId="{A631849A-FE2E-4D2F-A2E6-41A2D3869678}" dt="2020-04-01T21:40:46.288" v="5320" actId="478"/>
          <ac:cxnSpMkLst>
            <pc:docMk/>
            <pc:sldMk cId="419909929" sldId="278"/>
            <ac:cxnSpMk id="27" creationId="{0BF7EAA6-7A41-4E07-AD26-94D48FAD43FB}"/>
          </ac:cxnSpMkLst>
        </pc:cxnChg>
        <pc:cxnChg chg="mod">
          <ac:chgData name="Deep Singh" userId="218171febb998cc3" providerId="LiveId" clId="{A631849A-FE2E-4D2F-A2E6-41A2D3869678}" dt="2020-04-02T16:01:17.118" v="10283" actId="14100"/>
          <ac:cxnSpMkLst>
            <pc:docMk/>
            <pc:sldMk cId="419909929" sldId="278"/>
            <ac:cxnSpMk id="63" creationId="{4F35023D-4CD5-43FC-A192-44F045D4BAB2}"/>
          </ac:cxnSpMkLst>
        </pc:cxnChg>
        <pc:cxnChg chg="mod">
          <ac:chgData name="Deep Singh" userId="218171febb998cc3" providerId="LiveId" clId="{A631849A-FE2E-4D2F-A2E6-41A2D3869678}" dt="2020-04-02T15:51:11.850" v="9900" actId="1035"/>
          <ac:cxnSpMkLst>
            <pc:docMk/>
            <pc:sldMk cId="419909929" sldId="278"/>
            <ac:cxnSpMk id="67" creationId="{D3E40A4D-5CE1-4F78-AC92-C780BA88957A}"/>
          </ac:cxnSpMkLst>
        </pc:cxnChg>
        <pc:cxnChg chg="mod">
          <ac:chgData name="Deep Singh" userId="218171febb998cc3" providerId="LiveId" clId="{A631849A-FE2E-4D2F-A2E6-41A2D3869678}" dt="2020-04-02T16:00:20.594" v="10271" actId="692"/>
          <ac:cxnSpMkLst>
            <pc:docMk/>
            <pc:sldMk cId="419909929" sldId="278"/>
            <ac:cxnSpMk id="71" creationId="{0C065E44-0A53-4B3F-AD88-ADDC6928B1D5}"/>
          </ac:cxnSpMkLst>
        </pc:cxnChg>
        <pc:cxnChg chg="mod">
          <ac:chgData name="Deep Singh" userId="218171febb998cc3" providerId="LiveId" clId="{A631849A-FE2E-4D2F-A2E6-41A2D3869678}" dt="2020-04-02T15:53:15.866" v="9945" actId="692"/>
          <ac:cxnSpMkLst>
            <pc:docMk/>
            <pc:sldMk cId="419909929" sldId="278"/>
            <ac:cxnSpMk id="111" creationId="{4C32F682-33F5-4E35-A35F-647F90943E06}"/>
          </ac:cxnSpMkLst>
        </pc:cxnChg>
        <pc:cxnChg chg="mod">
          <ac:chgData name="Deep Singh" userId="218171febb998cc3" providerId="LiveId" clId="{A631849A-FE2E-4D2F-A2E6-41A2D3869678}" dt="2020-04-02T15:59:52.583" v="10270" actId="14100"/>
          <ac:cxnSpMkLst>
            <pc:docMk/>
            <pc:sldMk cId="419909929" sldId="278"/>
            <ac:cxnSpMk id="118" creationId="{2C8459DC-BC66-407E-AFD5-ED06A3F8B727}"/>
          </ac:cxnSpMkLst>
        </pc:cxnChg>
        <pc:cxnChg chg="mod">
          <ac:chgData name="Deep Singh" userId="218171febb998cc3" providerId="LiveId" clId="{A631849A-FE2E-4D2F-A2E6-41A2D3869678}" dt="2020-04-02T16:02:19.694" v="10326" actId="692"/>
          <ac:cxnSpMkLst>
            <pc:docMk/>
            <pc:sldMk cId="419909929" sldId="278"/>
            <ac:cxnSpMk id="122" creationId="{E9A0359B-9E08-49A8-9F67-DB7055D0CAA1}"/>
          </ac:cxnSpMkLst>
        </pc:cxnChg>
        <pc:cxnChg chg="mod">
          <ac:chgData name="Deep Singh" userId="218171febb998cc3" providerId="LiveId" clId="{A631849A-FE2E-4D2F-A2E6-41A2D3869678}" dt="2020-04-02T16:05:08.276" v="10392" actId="692"/>
          <ac:cxnSpMkLst>
            <pc:docMk/>
            <pc:sldMk cId="419909929" sldId="278"/>
            <ac:cxnSpMk id="126" creationId="{DDDF1686-804D-47A0-9E1B-5041DF342874}"/>
          </ac:cxnSpMkLst>
        </pc:cxnChg>
        <pc:cxnChg chg="mod">
          <ac:chgData name="Deep Singh" userId="218171febb998cc3" providerId="LiveId" clId="{A631849A-FE2E-4D2F-A2E6-41A2D3869678}" dt="2020-04-02T16:13:51.841" v="10811" actId="692"/>
          <ac:cxnSpMkLst>
            <pc:docMk/>
            <pc:sldMk cId="419909929" sldId="278"/>
            <ac:cxnSpMk id="138" creationId="{C7085BB4-E930-4DFD-9CC1-11CC6AD9171E}"/>
          </ac:cxnSpMkLst>
        </pc:cxnChg>
      </pc:sldChg>
      <pc:sldChg chg="addSp delSp modSp add del">
        <pc:chgData name="Deep Singh" userId="218171febb998cc3" providerId="LiveId" clId="{A631849A-FE2E-4D2F-A2E6-41A2D3869678}" dt="2020-04-02T04:55:36.365" v="7434" actId="47"/>
        <pc:sldMkLst>
          <pc:docMk/>
          <pc:sldMk cId="2971426411" sldId="279"/>
        </pc:sldMkLst>
        <pc:grpChg chg="del">
          <ac:chgData name="Deep Singh" userId="218171febb998cc3" providerId="LiveId" clId="{A631849A-FE2E-4D2F-A2E6-41A2D3869678}" dt="2020-04-01T21:35:21.309" v="5097" actId="478"/>
          <ac:grpSpMkLst>
            <pc:docMk/>
            <pc:sldMk cId="2971426411" sldId="279"/>
            <ac:grpSpMk id="15" creationId="{DFFAD163-877F-4309-923E-490DE1264377}"/>
          </ac:grpSpMkLst>
        </pc:grpChg>
        <pc:grpChg chg="add">
          <ac:chgData name="Deep Singh" userId="218171febb998cc3" providerId="LiveId" clId="{A631849A-FE2E-4D2F-A2E6-41A2D3869678}" dt="2020-04-01T21:35:21.768" v="5098"/>
          <ac:grpSpMkLst>
            <pc:docMk/>
            <pc:sldMk cId="2971426411" sldId="279"/>
            <ac:grpSpMk id="28" creationId="{1E70AF0F-C16F-486C-88B3-E0620E4BDDAC}"/>
          </ac:grpSpMkLst>
        </pc:grpChg>
        <pc:picChg chg="add">
          <ac:chgData name="Deep Singh" userId="218171febb998cc3" providerId="LiveId" clId="{A631849A-FE2E-4D2F-A2E6-41A2D3869678}" dt="2020-04-01T21:49:04.059" v="5941"/>
          <ac:picMkLst>
            <pc:docMk/>
            <pc:sldMk cId="2971426411" sldId="279"/>
            <ac:picMk id="56" creationId="{B36A908D-D550-4FE5-ADB1-43DE036E54A8}"/>
          </ac:picMkLst>
        </pc:picChg>
        <pc:cxnChg chg="mod">
          <ac:chgData name="Deep Singh" userId="218171febb998cc3" providerId="LiveId" clId="{A631849A-FE2E-4D2F-A2E6-41A2D3869678}" dt="2020-04-01T21:35:21.309" v="5097" actId="478"/>
          <ac:cxnSpMkLst>
            <pc:docMk/>
            <pc:sldMk cId="2971426411" sldId="279"/>
            <ac:cxnSpMk id="20" creationId="{3AAC25FD-01C2-44CD-8483-3BD50CF597CC}"/>
          </ac:cxnSpMkLst>
        </pc:cxnChg>
        <pc:cxnChg chg="mod">
          <ac:chgData name="Deep Singh" userId="218171febb998cc3" providerId="LiveId" clId="{A631849A-FE2E-4D2F-A2E6-41A2D3869678}" dt="2020-04-01T21:35:21.309" v="5097" actId="478"/>
          <ac:cxnSpMkLst>
            <pc:docMk/>
            <pc:sldMk cId="2971426411" sldId="279"/>
            <ac:cxnSpMk id="21" creationId="{8CECDDCD-5182-4566-AE8E-E4E46861B951}"/>
          </ac:cxnSpMkLst>
        </pc:cxnChg>
        <pc:cxnChg chg="mod">
          <ac:chgData name="Deep Singh" userId="218171febb998cc3" providerId="LiveId" clId="{A631849A-FE2E-4D2F-A2E6-41A2D3869678}" dt="2020-04-01T21:35:21.309" v="5097" actId="478"/>
          <ac:cxnSpMkLst>
            <pc:docMk/>
            <pc:sldMk cId="2971426411" sldId="279"/>
            <ac:cxnSpMk id="22" creationId="{F3FA6E1B-96B4-4797-96C6-40B9F7FAB7DC}"/>
          </ac:cxnSpMkLst>
        </pc:cxnChg>
        <pc:cxnChg chg="mod">
          <ac:chgData name="Deep Singh" userId="218171febb998cc3" providerId="LiveId" clId="{A631849A-FE2E-4D2F-A2E6-41A2D3869678}" dt="2020-04-01T21:35:21.309" v="5097" actId="478"/>
          <ac:cxnSpMkLst>
            <pc:docMk/>
            <pc:sldMk cId="2971426411" sldId="279"/>
            <ac:cxnSpMk id="24" creationId="{392B60CF-A86C-4BED-972C-78E3EAF12B13}"/>
          </ac:cxnSpMkLst>
        </pc:cxnChg>
        <pc:cxnChg chg="mod">
          <ac:chgData name="Deep Singh" userId="218171febb998cc3" providerId="LiveId" clId="{A631849A-FE2E-4D2F-A2E6-41A2D3869678}" dt="2020-04-01T21:35:21.309" v="5097" actId="478"/>
          <ac:cxnSpMkLst>
            <pc:docMk/>
            <pc:sldMk cId="2971426411" sldId="279"/>
            <ac:cxnSpMk id="27" creationId="{0BF7EAA6-7A41-4E07-AD26-94D48FAD43FB}"/>
          </ac:cxnSpMkLst>
        </pc:cxnChg>
      </pc:sldChg>
      <pc:sldChg chg="addSp delSp modSp add del">
        <pc:chgData name="Deep Singh" userId="218171febb998cc3" providerId="LiveId" clId="{A631849A-FE2E-4D2F-A2E6-41A2D3869678}" dt="2020-04-02T04:56:21.038" v="7442" actId="47"/>
        <pc:sldMkLst>
          <pc:docMk/>
          <pc:sldMk cId="2830413635" sldId="280"/>
        </pc:sldMkLst>
        <pc:grpChg chg="del">
          <ac:chgData name="Deep Singh" userId="218171febb998cc3" providerId="LiveId" clId="{A631849A-FE2E-4D2F-A2E6-41A2D3869678}" dt="2020-04-01T21:36:05.757" v="5101" actId="478"/>
          <ac:grpSpMkLst>
            <pc:docMk/>
            <pc:sldMk cId="2830413635" sldId="280"/>
            <ac:grpSpMk id="28" creationId="{1E70AF0F-C16F-486C-88B3-E0620E4BDDAC}"/>
          </ac:grpSpMkLst>
        </pc:grpChg>
        <pc:grpChg chg="add del">
          <ac:chgData name="Deep Singh" userId="218171febb998cc3" providerId="LiveId" clId="{A631849A-FE2E-4D2F-A2E6-41A2D3869678}" dt="2020-04-02T04:49:43.051" v="7313" actId="21"/>
          <ac:grpSpMkLst>
            <pc:docMk/>
            <pc:sldMk cId="2830413635" sldId="280"/>
            <ac:grpSpMk id="56" creationId="{D2FD036F-50EA-433E-881F-5C7281330C97}"/>
          </ac:grpSpMkLst>
        </pc:grpChg>
        <pc:picChg chg="add">
          <ac:chgData name="Deep Singh" userId="218171febb998cc3" providerId="LiveId" clId="{A631849A-FE2E-4D2F-A2E6-41A2D3869678}" dt="2020-04-01T21:49:05.513" v="5942"/>
          <ac:picMkLst>
            <pc:docMk/>
            <pc:sldMk cId="2830413635" sldId="280"/>
            <ac:picMk id="59" creationId="{8F53373D-AE28-4E4D-93D6-EE3227A83DC4}"/>
          </ac:picMkLst>
        </pc:picChg>
        <pc:cxnChg chg="mod">
          <ac:chgData name="Deep Singh" userId="218171febb998cc3" providerId="LiveId" clId="{A631849A-FE2E-4D2F-A2E6-41A2D3869678}" dt="2020-04-01T21:36:05.757" v="5101" actId="478"/>
          <ac:cxnSpMkLst>
            <pc:docMk/>
            <pc:sldMk cId="2830413635" sldId="280"/>
            <ac:cxnSpMk id="40" creationId="{F67E62CA-321A-4D78-8ED5-40790E8DE039}"/>
          </ac:cxnSpMkLst>
        </pc:cxnChg>
        <pc:cxnChg chg="mod">
          <ac:chgData name="Deep Singh" userId="218171febb998cc3" providerId="LiveId" clId="{A631849A-FE2E-4D2F-A2E6-41A2D3869678}" dt="2020-04-01T21:36:05.757" v="5101" actId="478"/>
          <ac:cxnSpMkLst>
            <pc:docMk/>
            <pc:sldMk cId="2830413635" sldId="280"/>
            <ac:cxnSpMk id="41" creationId="{9114FEAF-4EEE-4CE0-9453-BAAB16D53F07}"/>
          </ac:cxnSpMkLst>
        </pc:cxnChg>
        <pc:cxnChg chg="mod">
          <ac:chgData name="Deep Singh" userId="218171febb998cc3" providerId="LiveId" clId="{A631849A-FE2E-4D2F-A2E6-41A2D3869678}" dt="2020-04-01T21:36:05.757" v="5101" actId="478"/>
          <ac:cxnSpMkLst>
            <pc:docMk/>
            <pc:sldMk cId="2830413635" sldId="280"/>
            <ac:cxnSpMk id="42" creationId="{01D786DE-F688-406B-B6C7-1AE61A8B4AC2}"/>
          </ac:cxnSpMkLst>
        </pc:cxnChg>
        <pc:cxnChg chg="mod">
          <ac:chgData name="Deep Singh" userId="218171febb998cc3" providerId="LiveId" clId="{A631849A-FE2E-4D2F-A2E6-41A2D3869678}" dt="2020-04-01T21:36:05.757" v="5101" actId="478"/>
          <ac:cxnSpMkLst>
            <pc:docMk/>
            <pc:sldMk cId="2830413635" sldId="280"/>
            <ac:cxnSpMk id="43" creationId="{3FD758D9-E91E-4B9A-9A3C-36AC19B4109B}"/>
          </ac:cxnSpMkLst>
        </pc:cxnChg>
        <pc:cxnChg chg="mod">
          <ac:chgData name="Deep Singh" userId="218171febb998cc3" providerId="LiveId" clId="{A631849A-FE2E-4D2F-A2E6-41A2D3869678}" dt="2020-04-01T21:36:05.757" v="5101" actId="478"/>
          <ac:cxnSpMkLst>
            <pc:docMk/>
            <pc:sldMk cId="2830413635" sldId="280"/>
            <ac:cxnSpMk id="44" creationId="{4097177B-8903-43C2-9F0B-946FBAF446FF}"/>
          </ac:cxnSpMkLst>
        </pc:cxnChg>
        <pc:cxnChg chg="mod">
          <ac:chgData name="Deep Singh" userId="218171febb998cc3" providerId="LiveId" clId="{A631849A-FE2E-4D2F-A2E6-41A2D3869678}" dt="2020-04-01T21:36:05.757" v="5101" actId="478"/>
          <ac:cxnSpMkLst>
            <pc:docMk/>
            <pc:sldMk cId="2830413635" sldId="280"/>
            <ac:cxnSpMk id="45" creationId="{9FF5FDAD-4217-4BFC-9AC9-0E7A9C54484B}"/>
          </ac:cxnSpMkLst>
        </pc:cxnChg>
        <pc:cxnChg chg="mod">
          <ac:chgData name="Deep Singh" userId="218171febb998cc3" providerId="LiveId" clId="{A631849A-FE2E-4D2F-A2E6-41A2D3869678}" dt="2020-04-01T21:36:05.757" v="5101" actId="478"/>
          <ac:cxnSpMkLst>
            <pc:docMk/>
            <pc:sldMk cId="2830413635" sldId="280"/>
            <ac:cxnSpMk id="47" creationId="{210C657C-ADB6-403E-B6CC-DE3AFDE7E100}"/>
          </ac:cxnSpMkLst>
        </pc:cxnChg>
        <pc:cxnChg chg="mod">
          <ac:chgData name="Deep Singh" userId="218171febb998cc3" providerId="LiveId" clId="{A631849A-FE2E-4D2F-A2E6-41A2D3869678}" dt="2020-04-01T21:36:05.757" v="5101" actId="478"/>
          <ac:cxnSpMkLst>
            <pc:docMk/>
            <pc:sldMk cId="2830413635" sldId="280"/>
            <ac:cxnSpMk id="48" creationId="{C97F6C90-FE9C-4411-B26E-EEBD4FEA1FE1}"/>
          </ac:cxnSpMkLst>
        </pc:cxnChg>
        <pc:cxnChg chg="mod">
          <ac:chgData name="Deep Singh" userId="218171febb998cc3" providerId="LiveId" clId="{A631849A-FE2E-4D2F-A2E6-41A2D3869678}" dt="2020-04-01T21:36:05.757" v="5101" actId="478"/>
          <ac:cxnSpMkLst>
            <pc:docMk/>
            <pc:sldMk cId="2830413635" sldId="280"/>
            <ac:cxnSpMk id="49" creationId="{D04B959D-83BC-4EB3-A85E-B7402FE08527}"/>
          </ac:cxnSpMkLst>
        </pc:cxnChg>
        <pc:cxnChg chg="mod">
          <ac:chgData name="Deep Singh" userId="218171febb998cc3" providerId="LiveId" clId="{A631849A-FE2E-4D2F-A2E6-41A2D3869678}" dt="2020-04-01T21:36:05.757" v="5101" actId="478"/>
          <ac:cxnSpMkLst>
            <pc:docMk/>
            <pc:sldMk cId="2830413635" sldId="280"/>
            <ac:cxnSpMk id="50" creationId="{3ACA9DCB-9188-4C76-AD2B-D19547628DF2}"/>
          </ac:cxnSpMkLst>
        </pc:cxnChg>
        <pc:cxnChg chg="mod">
          <ac:chgData name="Deep Singh" userId="218171febb998cc3" providerId="LiveId" clId="{A631849A-FE2E-4D2F-A2E6-41A2D3869678}" dt="2020-04-01T21:36:05.757" v="5101" actId="478"/>
          <ac:cxnSpMkLst>
            <pc:docMk/>
            <pc:sldMk cId="2830413635" sldId="280"/>
            <ac:cxnSpMk id="53" creationId="{71940A5F-AE46-4797-AAAB-C8D7F2C05B44}"/>
          </ac:cxnSpMkLst>
        </pc:cxnChg>
        <pc:cxnChg chg="mod">
          <ac:chgData name="Deep Singh" userId="218171febb998cc3" providerId="LiveId" clId="{A631849A-FE2E-4D2F-A2E6-41A2D3869678}" dt="2020-04-01T21:36:05.757" v="5101" actId="478"/>
          <ac:cxnSpMkLst>
            <pc:docMk/>
            <pc:sldMk cId="2830413635" sldId="280"/>
            <ac:cxnSpMk id="54" creationId="{9E7191F2-A5A6-4BEB-A965-9A38CC081207}"/>
          </ac:cxnSpMkLst>
        </pc:cxnChg>
        <pc:cxnChg chg="mod">
          <ac:chgData name="Deep Singh" userId="218171febb998cc3" providerId="LiveId" clId="{A631849A-FE2E-4D2F-A2E6-41A2D3869678}" dt="2020-04-01T21:36:05.757" v="5101" actId="478"/>
          <ac:cxnSpMkLst>
            <pc:docMk/>
            <pc:sldMk cId="2830413635" sldId="280"/>
            <ac:cxnSpMk id="55" creationId="{525753E3-DA87-4E74-B33B-3FA8F5047562}"/>
          </ac:cxnSpMkLst>
        </pc:cxnChg>
      </pc:sldChg>
      <pc:sldChg chg="addSp delSp add del">
        <pc:chgData name="Deep Singh" userId="218171febb998cc3" providerId="LiveId" clId="{A631849A-FE2E-4D2F-A2E6-41A2D3869678}" dt="2020-04-02T05:13:44.920" v="7650" actId="47"/>
        <pc:sldMkLst>
          <pc:docMk/>
          <pc:sldMk cId="2304348724" sldId="281"/>
        </pc:sldMkLst>
        <pc:grpChg chg="add">
          <ac:chgData name="Deep Singh" userId="218171febb998cc3" providerId="LiveId" clId="{A631849A-FE2E-4D2F-A2E6-41A2D3869678}" dt="2020-04-01T21:36:31.237" v="5107"/>
          <ac:grpSpMkLst>
            <pc:docMk/>
            <pc:sldMk cId="2304348724" sldId="281"/>
            <ac:grpSpMk id="9" creationId="{435CE9C9-59DD-4226-8D08-A310E8B453C0}"/>
          </ac:grpSpMkLst>
        </pc:grpChg>
        <pc:grpChg chg="del">
          <ac:chgData name="Deep Singh" userId="218171febb998cc3" providerId="LiveId" clId="{A631849A-FE2E-4D2F-A2E6-41A2D3869678}" dt="2020-04-01T21:36:33.575" v="5108" actId="478"/>
          <ac:grpSpMkLst>
            <pc:docMk/>
            <pc:sldMk cId="2304348724" sldId="281"/>
            <ac:grpSpMk id="56" creationId="{D2FD036F-50EA-433E-881F-5C7281330C97}"/>
          </ac:grpSpMkLst>
        </pc:grpChg>
        <pc:picChg chg="add">
          <ac:chgData name="Deep Singh" userId="218171febb998cc3" providerId="LiveId" clId="{A631849A-FE2E-4D2F-A2E6-41A2D3869678}" dt="2020-04-01T21:49:20.189" v="5949"/>
          <ac:picMkLst>
            <pc:docMk/>
            <pc:sldMk cId="2304348724" sldId="281"/>
            <ac:picMk id="36" creationId="{98C7BA30-037D-485D-A429-88F2E65778C8}"/>
          </ac:picMkLst>
        </pc:picChg>
      </pc:sldChg>
      <pc:sldChg chg="addSp delSp add del">
        <pc:chgData name="Deep Singh" userId="218171febb998cc3" providerId="LiveId" clId="{A631849A-FE2E-4D2F-A2E6-41A2D3869678}" dt="2020-04-02T05:44:48.979" v="7874" actId="47"/>
        <pc:sldMkLst>
          <pc:docMk/>
          <pc:sldMk cId="3803553894" sldId="282"/>
        </pc:sldMkLst>
        <pc:grpChg chg="add">
          <ac:chgData name="Deep Singh" userId="218171febb998cc3" providerId="LiveId" clId="{A631849A-FE2E-4D2F-A2E6-41A2D3869678}" dt="2020-04-01T21:36:43.183" v="5111"/>
          <ac:grpSpMkLst>
            <pc:docMk/>
            <pc:sldMk cId="3803553894" sldId="282"/>
            <ac:grpSpMk id="9" creationId="{DE6953A5-77C2-4BC8-A8FD-BD5C2BC6C0EB}"/>
          </ac:grpSpMkLst>
        </pc:grpChg>
        <pc:grpChg chg="del">
          <ac:chgData name="Deep Singh" userId="218171febb998cc3" providerId="LiveId" clId="{A631849A-FE2E-4D2F-A2E6-41A2D3869678}" dt="2020-04-01T21:36:42.802" v="5110" actId="478"/>
          <ac:grpSpMkLst>
            <pc:docMk/>
            <pc:sldMk cId="3803553894" sldId="282"/>
            <ac:grpSpMk id="56" creationId="{D2FD036F-50EA-433E-881F-5C7281330C97}"/>
          </ac:grpSpMkLst>
        </pc:grpChg>
        <pc:picChg chg="add">
          <ac:chgData name="Deep Singh" userId="218171febb998cc3" providerId="LiveId" clId="{A631849A-FE2E-4D2F-A2E6-41A2D3869678}" dt="2020-04-01T21:49:19.274" v="5948"/>
          <ac:picMkLst>
            <pc:docMk/>
            <pc:sldMk cId="3803553894" sldId="282"/>
            <ac:picMk id="23" creationId="{76638C5A-C7C5-44A6-A2CE-428D87497E40}"/>
          </ac:picMkLst>
        </pc:picChg>
      </pc:sldChg>
      <pc:sldChg chg="addSp delSp modSp add del">
        <pc:chgData name="Deep Singh" userId="218171febb998cc3" providerId="LiveId" clId="{A631849A-FE2E-4D2F-A2E6-41A2D3869678}" dt="2020-04-02T05:52:06.327" v="8231" actId="47"/>
        <pc:sldMkLst>
          <pc:docMk/>
          <pc:sldMk cId="4255572257" sldId="283"/>
        </pc:sldMkLst>
        <pc:grpChg chg="del">
          <ac:chgData name="Deep Singh" userId="218171febb998cc3" providerId="LiveId" clId="{A631849A-FE2E-4D2F-A2E6-41A2D3869678}" dt="2020-04-01T21:37:55.246" v="5133" actId="478"/>
          <ac:grpSpMkLst>
            <pc:docMk/>
            <pc:sldMk cId="4255572257" sldId="283"/>
            <ac:grpSpMk id="9" creationId="{DE6953A5-77C2-4BC8-A8FD-BD5C2BC6C0EB}"/>
          </ac:grpSpMkLst>
        </pc:grpChg>
        <pc:grpChg chg="add mod">
          <ac:chgData name="Deep Singh" userId="218171febb998cc3" providerId="LiveId" clId="{A631849A-FE2E-4D2F-A2E6-41A2D3869678}" dt="2020-04-01T21:38:01.228" v="5155" actId="1035"/>
          <ac:grpSpMkLst>
            <pc:docMk/>
            <pc:sldMk cId="4255572257" sldId="283"/>
            <ac:grpSpMk id="23" creationId="{6076E4CC-A0EB-4043-A5D0-DE0139515AC5}"/>
          </ac:grpSpMkLst>
        </pc:grpChg>
        <pc:picChg chg="add">
          <ac:chgData name="Deep Singh" userId="218171febb998cc3" providerId="LiveId" clId="{A631849A-FE2E-4D2F-A2E6-41A2D3869678}" dt="2020-04-01T21:49:15.969" v="5946"/>
          <ac:picMkLst>
            <pc:docMk/>
            <pc:sldMk cId="4255572257" sldId="283"/>
            <ac:picMk id="37" creationId="{38301F5D-92A2-4992-8914-C89212224415}"/>
          </ac:picMkLst>
        </pc:picChg>
        <pc:cxnChg chg="mod">
          <ac:chgData name="Deep Singh" userId="218171febb998cc3" providerId="LiveId" clId="{A631849A-FE2E-4D2F-A2E6-41A2D3869678}" dt="2020-04-01T21:37:55.246" v="5133" actId="478"/>
          <ac:cxnSpMkLst>
            <pc:docMk/>
            <pc:sldMk cId="4255572257" sldId="283"/>
            <ac:cxnSpMk id="12" creationId="{8A51251D-EDED-405C-B27B-4D3597134FCC}"/>
          </ac:cxnSpMkLst>
        </pc:cxnChg>
        <pc:cxnChg chg="mod">
          <ac:chgData name="Deep Singh" userId="218171febb998cc3" providerId="LiveId" clId="{A631849A-FE2E-4D2F-A2E6-41A2D3869678}" dt="2020-04-01T21:37:55.246" v="5133" actId="478"/>
          <ac:cxnSpMkLst>
            <pc:docMk/>
            <pc:sldMk cId="4255572257" sldId="283"/>
            <ac:cxnSpMk id="15" creationId="{78034E9E-CAD0-419D-95D2-6FCDE0D91E90}"/>
          </ac:cxnSpMkLst>
        </pc:cxnChg>
        <pc:cxnChg chg="mod">
          <ac:chgData name="Deep Singh" userId="218171febb998cc3" providerId="LiveId" clId="{A631849A-FE2E-4D2F-A2E6-41A2D3869678}" dt="2020-04-01T21:37:55.246" v="5133" actId="478"/>
          <ac:cxnSpMkLst>
            <pc:docMk/>
            <pc:sldMk cId="4255572257" sldId="283"/>
            <ac:cxnSpMk id="17" creationId="{2CBBAFF0-0909-463A-95DF-2C9EFFA31CC0}"/>
          </ac:cxnSpMkLst>
        </pc:cxnChg>
      </pc:sldChg>
      <pc:sldChg chg="addSp delSp modSp add del">
        <pc:chgData name="Deep Singh" userId="218171febb998cc3" providerId="LiveId" clId="{A631849A-FE2E-4D2F-A2E6-41A2D3869678}" dt="2020-04-02T05:51:29.958" v="8203" actId="47"/>
        <pc:sldMkLst>
          <pc:docMk/>
          <pc:sldMk cId="871251521" sldId="284"/>
        </pc:sldMkLst>
        <pc:grpChg chg="del">
          <ac:chgData name="Deep Singh" userId="218171febb998cc3" providerId="LiveId" clId="{A631849A-FE2E-4D2F-A2E6-41A2D3869678}" dt="2020-04-01T21:37:32.158" v="5115" actId="478"/>
          <ac:grpSpMkLst>
            <pc:docMk/>
            <pc:sldMk cId="871251521" sldId="284"/>
            <ac:grpSpMk id="9" creationId="{DE6953A5-77C2-4BC8-A8FD-BD5C2BC6C0EB}"/>
          </ac:grpSpMkLst>
        </pc:grpChg>
        <pc:grpChg chg="add mod">
          <ac:chgData name="Deep Singh" userId="218171febb998cc3" providerId="LiveId" clId="{A631849A-FE2E-4D2F-A2E6-41A2D3869678}" dt="2020-04-01T21:37:36.784" v="5130" actId="1036"/>
          <ac:grpSpMkLst>
            <pc:docMk/>
            <pc:sldMk cId="871251521" sldId="284"/>
            <ac:grpSpMk id="23" creationId="{315E7B0F-D150-4B82-9645-F118820A4FF8}"/>
          </ac:grpSpMkLst>
        </pc:grpChg>
        <pc:picChg chg="add">
          <ac:chgData name="Deep Singh" userId="218171febb998cc3" providerId="LiveId" clId="{A631849A-FE2E-4D2F-A2E6-41A2D3869678}" dt="2020-04-01T21:49:17.825" v="5947"/>
          <ac:picMkLst>
            <pc:docMk/>
            <pc:sldMk cId="871251521" sldId="284"/>
            <ac:picMk id="37" creationId="{565E9638-27B0-41F1-97C7-0D3EBABA009D}"/>
          </ac:picMkLst>
        </pc:picChg>
        <pc:cxnChg chg="mod">
          <ac:chgData name="Deep Singh" userId="218171febb998cc3" providerId="LiveId" clId="{A631849A-FE2E-4D2F-A2E6-41A2D3869678}" dt="2020-04-01T21:37:32.158" v="5115" actId="478"/>
          <ac:cxnSpMkLst>
            <pc:docMk/>
            <pc:sldMk cId="871251521" sldId="284"/>
            <ac:cxnSpMk id="12" creationId="{8A51251D-EDED-405C-B27B-4D3597134FCC}"/>
          </ac:cxnSpMkLst>
        </pc:cxnChg>
        <pc:cxnChg chg="mod">
          <ac:chgData name="Deep Singh" userId="218171febb998cc3" providerId="LiveId" clId="{A631849A-FE2E-4D2F-A2E6-41A2D3869678}" dt="2020-04-01T21:37:32.158" v="5115" actId="478"/>
          <ac:cxnSpMkLst>
            <pc:docMk/>
            <pc:sldMk cId="871251521" sldId="284"/>
            <ac:cxnSpMk id="15" creationId="{78034E9E-CAD0-419D-95D2-6FCDE0D91E90}"/>
          </ac:cxnSpMkLst>
        </pc:cxnChg>
        <pc:cxnChg chg="mod">
          <ac:chgData name="Deep Singh" userId="218171febb998cc3" providerId="LiveId" clId="{A631849A-FE2E-4D2F-A2E6-41A2D3869678}" dt="2020-04-01T21:37:32.158" v="5115" actId="478"/>
          <ac:cxnSpMkLst>
            <pc:docMk/>
            <pc:sldMk cId="871251521" sldId="284"/>
            <ac:cxnSpMk id="17" creationId="{2CBBAFF0-0909-463A-95DF-2C9EFFA31CC0}"/>
          </ac:cxnSpMkLst>
        </pc:cxnChg>
      </pc:sldChg>
      <pc:sldChg chg="addSp delSp modSp add">
        <pc:chgData name="Deep Singh" userId="218171febb998cc3" providerId="LiveId" clId="{A631849A-FE2E-4D2F-A2E6-41A2D3869678}" dt="2020-04-02T15:43:30.678" v="9566" actId="27636"/>
        <pc:sldMkLst>
          <pc:docMk/>
          <pc:sldMk cId="2712270058" sldId="285"/>
        </pc:sldMkLst>
        <pc:spChg chg="mod">
          <ac:chgData name="Deep Singh" userId="218171febb998cc3" providerId="LiveId" clId="{A631849A-FE2E-4D2F-A2E6-41A2D3869678}" dt="2020-04-02T15:43:30.678" v="9566" actId="27636"/>
          <ac:spMkLst>
            <pc:docMk/>
            <pc:sldMk cId="2712270058" sldId="285"/>
            <ac:spMk id="2" creationId="{1F0DE467-6745-433F-BFAF-64A785506820}"/>
          </ac:spMkLst>
        </pc:spChg>
        <pc:spChg chg="add mod">
          <ac:chgData name="Deep Singh" userId="218171febb998cc3" providerId="LiveId" clId="{A631849A-FE2E-4D2F-A2E6-41A2D3869678}" dt="2020-04-01T21:38:51.158" v="5246" actId="1038"/>
          <ac:spMkLst>
            <pc:docMk/>
            <pc:sldMk cId="2712270058" sldId="285"/>
            <ac:spMk id="20" creationId="{80D993F9-6136-467F-9736-C46E90A2E191}"/>
          </ac:spMkLst>
        </pc:spChg>
        <pc:spChg chg="add">
          <ac:chgData name="Deep Singh" userId="218171febb998cc3" providerId="LiveId" clId="{A631849A-FE2E-4D2F-A2E6-41A2D3869678}" dt="2020-04-01T21:38:22.052" v="5159"/>
          <ac:spMkLst>
            <pc:docMk/>
            <pc:sldMk cId="2712270058" sldId="285"/>
            <ac:spMk id="21" creationId="{C3CD0FBF-F292-4EEF-86F5-76486342E380}"/>
          </ac:spMkLst>
        </pc:spChg>
        <pc:spChg chg="add">
          <ac:chgData name="Deep Singh" userId="218171febb998cc3" providerId="LiveId" clId="{A631849A-FE2E-4D2F-A2E6-41A2D3869678}" dt="2020-04-01T21:38:22.052" v="5159"/>
          <ac:spMkLst>
            <pc:docMk/>
            <pc:sldMk cId="2712270058" sldId="285"/>
            <ac:spMk id="22" creationId="{E9DAEF54-2714-4509-A0AA-828250ADF659}"/>
          </ac:spMkLst>
        </pc:spChg>
        <pc:spChg chg="add">
          <ac:chgData name="Deep Singh" userId="218171febb998cc3" providerId="LiveId" clId="{A631849A-FE2E-4D2F-A2E6-41A2D3869678}" dt="2020-04-01T21:38:22.052" v="5159"/>
          <ac:spMkLst>
            <pc:docMk/>
            <pc:sldMk cId="2712270058" sldId="285"/>
            <ac:spMk id="37" creationId="{358AEACC-457B-4D31-90FE-068A1D6B5B3F}"/>
          </ac:spMkLst>
        </pc:spChg>
        <pc:spChg chg="add">
          <ac:chgData name="Deep Singh" userId="218171febb998cc3" providerId="LiveId" clId="{A631849A-FE2E-4D2F-A2E6-41A2D3869678}" dt="2020-04-01T21:38:22.052" v="5159"/>
          <ac:spMkLst>
            <pc:docMk/>
            <pc:sldMk cId="2712270058" sldId="285"/>
            <ac:spMk id="38" creationId="{8A56B29E-E6AB-4277-8D33-5B6D8D32C263}"/>
          </ac:spMkLst>
        </pc:spChg>
        <pc:spChg chg="add">
          <ac:chgData name="Deep Singh" userId="218171febb998cc3" providerId="LiveId" clId="{A631849A-FE2E-4D2F-A2E6-41A2D3869678}" dt="2020-04-01T21:38:22.052" v="5159"/>
          <ac:spMkLst>
            <pc:docMk/>
            <pc:sldMk cId="2712270058" sldId="285"/>
            <ac:spMk id="39" creationId="{FC600905-D24E-4782-AD4F-938A835C882D}"/>
          </ac:spMkLst>
        </pc:spChg>
        <pc:spChg chg="add">
          <ac:chgData name="Deep Singh" userId="218171febb998cc3" providerId="LiveId" clId="{A631849A-FE2E-4D2F-A2E6-41A2D3869678}" dt="2020-04-01T21:38:22.052" v="5159"/>
          <ac:spMkLst>
            <pc:docMk/>
            <pc:sldMk cId="2712270058" sldId="285"/>
            <ac:spMk id="40" creationId="{40779E1D-6B63-4DB9-96FA-FE73314FEC42}"/>
          </ac:spMkLst>
        </pc:spChg>
        <pc:spChg chg="add">
          <ac:chgData name="Deep Singh" userId="218171febb998cc3" providerId="LiveId" clId="{A631849A-FE2E-4D2F-A2E6-41A2D3869678}" dt="2020-04-01T21:38:22.052" v="5159"/>
          <ac:spMkLst>
            <pc:docMk/>
            <pc:sldMk cId="2712270058" sldId="285"/>
            <ac:spMk id="41" creationId="{11B18783-14B5-4DA5-ADE4-39B1ABCD9DDC}"/>
          </ac:spMkLst>
        </pc:spChg>
        <pc:spChg chg="add">
          <ac:chgData name="Deep Singh" userId="218171febb998cc3" providerId="LiveId" clId="{A631849A-FE2E-4D2F-A2E6-41A2D3869678}" dt="2020-04-01T21:38:22.052" v="5159"/>
          <ac:spMkLst>
            <pc:docMk/>
            <pc:sldMk cId="2712270058" sldId="285"/>
            <ac:spMk id="42" creationId="{E11EC0FA-EFA9-4A6E-BD97-0C93FF484FE4}"/>
          </ac:spMkLst>
        </pc:spChg>
        <pc:spChg chg="add">
          <ac:chgData name="Deep Singh" userId="218171febb998cc3" providerId="LiveId" clId="{A631849A-FE2E-4D2F-A2E6-41A2D3869678}" dt="2020-04-01T21:38:22.052" v="5159"/>
          <ac:spMkLst>
            <pc:docMk/>
            <pc:sldMk cId="2712270058" sldId="285"/>
            <ac:spMk id="43" creationId="{04B3DD6E-AD75-4E01-9401-9780AAA4BDAD}"/>
          </ac:spMkLst>
        </pc:spChg>
        <pc:spChg chg="add mod">
          <ac:chgData name="Deep Singh" userId="218171febb998cc3" providerId="LiveId" clId="{A631849A-FE2E-4D2F-A2E6-41A2D3869678}" dt="2020-04-02T04:28:54.527" v="7073" actId="1076"/>
          <ac:spMkLst>
            <pc:docMk/>
            <pc:sldMk cId="2712270058" sldId="285"/>
            <ac:spMk id="44" creationId="{865EDF38-1842-45DD-931E-F37C9832FEC9}"/>
          </ac:spMkLst>
        </pc:spChg>
        <pc:spChg chg="add">
          <ac:chgData name="Deep Singh" userId="218171febb998cc3" providerId="LiveId" clId="{A631849A-FE2E-4D2F-A2E6-41A2D3869678}" dt="2020-04-01T21:38:22.052" v="5159"/>
          <ac:spMkLst>
            <pc:docMk/>
            <pc:sldMk cId="2712270058" sldId="285"/>
            <ac:spMk id="45" creationId="{2DDD7A5B-22AF-45E2-94D6-140155308E0E}"/>
          </ac:spMkLst>
        </pc:spChg>
        <pc:grpChg chg="del">
          <ac:chgData name="Deep Singh" userId="218171febb998cc3" providerId="LiveId" clId="{A631849A-FE2E-4D2F-A2E6-41A2D3869678}" dt="2020-04-01T21:38:21.584" v="5158" actId="478"/>
          <ac:grpSpMkLst>
            <pc:docMk/>
            <pc:sldMk cId="2712270058" sldId="285"/>
            <ac:grpSpMk id="23" creationId="{6076E4CC-A0EB-4043-A5D0-DE0139515AC5}"/>
          </ac:grpSpMkLst>
        </pc:grpChg>
        <pc:grpChg chg="add">
          <ac:chgData name="Deep Singh" userId="218171febb998cc3" providerId="LiveId" clId="{A631849A-FE2E-4D2F-A2E6-41A2D3869678}" dt="2020-04-01T21:38:22.052" v="5159"/>
          <ac:grpSpMkLst>
            <pc:docMk/>
            <pc:sldMk cId="2712270058" sldId="285"/>
            <ac:grpSpMk id="46" creationId="{E1F18B7B-027D-4470-9626-1DCBA32262B2}"/>
          </ac:grpSpMkLst>
        </pc:grpChg>
        <pc:grpChg chg="add">
          <ac:chgData name="Deep Singh" userId="218171febb998cc3" providerId="LiveId" clId="{A631849A-FE2E-4D2F-A2E6-41A2D3869678}" dt="2020-04-01T21:38:22.052" v="5159"/>
          <ac:grpSpMkLst>
            <pc:docMk/>
            <pc:sldMk cId="2712270058" sldId="285"/>
            <ac:grpSpMk id="49" creationId="{A6DA75F5-4717-4EEC-9C77-5B418B281EDA}"/>
          </ac:grpSpMkLst>
        </pc:grpChg>
        <pc:grpChg chg="add">
          <ac:chgData name="Deep Singh" userId="218171febb998cc3" providerId="LiveId" clId="{A631849A-FE2E-4D2F-A2E6-41A2D3869678}" dt="2020-04-01T21:38:22.052" v="5159"/>
          <ac:grpSpMkLst>
            <pc:docMk/>
            <pc:sldMk cId="2712270058" sldId="285"/>
            <ac:grpSpMk id="52" creationId="{2AC22BD6-20AC-47D5-9E7D-DAF995097A5C}"/>
          </ac:grpSpMkLst>
        </pc:grpChg>
        <pc:grpChg chg="add">
          <ac:chgData name="Deep Singh" userId="218171febb998cc3" providerId="LiveId" clId="{A631849A-FE2E-4D2F-A2E6-41A2D3869678}" dt="2020-04-01T21:38:22.052" v="5159"/>
          <ac:grpSpMkLst>
            <pc:docMk/>
            <pc:sldMk cId="2712270058" sldId="285"/>
            <ac:grpSpMk id="55" creationId="{C973E429-A742-405C-A954-D74E998D9920}"/>
          </ac:grpSpMkLst>
        </pc:grpChg>
        <pc:picChg chg="add">
          <ac:chgData name="Deep Singh" userId="218171febb998cc3" providerId="LiveId" clId="{A631849A-FE2E-4D2F-A2E6-41A2D3869678}" dt="2020-04-01T21:38:22.052" v="5159"/>
          <ac:picMkLst>
            <pc:docMk/>
            <pc:sldMk cId="2712270058" sldId="285"/>
            <ac:picMk id="58" creationId="{DE7793AB-20C9-490D-8DB4-0F1840E470AB}"/>
          </ac:picMkLst>
        </pc:picChg>
        <pc:picChg chg="add">
          <ac:chgData name="Deep Singh" userId="218171febb998cc3" providerId="LiveId" clId="{A631849A-FE2E-4D2F-A2E6-41A2D3869678}" dt="2020-04-01T21:38:22.052" v="5159"/>
          <ac:picMkLst>
            <pc:docMk/>
            <pc:sldMk cId="2712270058" sldId="285"/>
            <ac:picMk id="59" creationId="{783B87F1-8D02-4A15-843A-E52E38EC883C}"/>
          </ac:picMkLst>
        </pc:picChg>
        <pc:picChg chg="add">
          <ac:chgData name="Deep Singh" userId="218171febb998cc3" providerId="LiveId" clId="{A631849A-FE2E-4D2F-A2E6-41A2D3869678}" dt="2020-04-01T21:38:22.052" v="5159"/>
          <ac:picMkLst>
            <pc:docMk/>
            <pc:sldMk cId="2712270058" sldId="285"/>
            <ac:picMk id="60" creationId="{28F93E0E-5167-450A-92D8-036786257553}"/>
          </ac:picMkLst>
        </pc:picChg>
        <pc:picChg chg="add">
          <ac:chgData name="Deep Singh" userId="218171febb998cc3" providerId="LiveId" clId="{A631849A-FE2E-4D2F-A2E6-41A2D3869678}" dt="2020-04-01T21:38:22.052" v="5159"/>
          <ac:picMkLst>
            <pc:docMk/>
            <pc:sldMk cId="2712270058" sldId="285"/>
            <ac:picMk id="61" creationId="{50C2A500-EC48-42AB-A5BD-65C777C51FAE}"/>
          </ac:picMkLst>
        </pc:picChg>
        <pc:picChg chg="add">
          <ac:chgData name="Deep Singh" userId="218171febb998cc3" providerId="LiveId" clId="{A631849A-FE2E-4D2F-A2E6-41A2D3869678}" dt="2020-04-01T21:49:13.912" v="5945"/>
          <ac:picMkLst>
            <pc:docMk/>
            <pc:sldMk cId="2712270058" sldId="285"/>
            <ac:picMk id="62" creationId="{AA38D54B-A637-45E8-A832-4DA69F1E2DF1}"/>
          </ac:picMkLst>
        </pc:picChg>
        <pc:cxnChg chg="mod">
          <ac:chgData name="Deep Singh" userId="218171febb998cc3" providerId="LiveId" clId="{A631849A-FE2E-4D2F-A2E6-41A2D3869678}" dt="2020-04-01T21:38:21.584" v="5158" actId="478"/>
          <ac:cxnSpMkLst>
            <pc:docMk/>
            <pc:sldMk cId="2712270058" sldId="285"/>
            <ac:cxnSpMk id="26" creationId="{4B6D93CF-6A18-4AA2-8CD7-7E0C63239F86}"/>
          </ac:cxnSpMkLst>
        </pc:cxnChg>
        <pc:cxnChg chg="mod">
          <ac:chgData name="Deep Singh" userId="218171febb998cc3" providerId="LiveId" clId="{A631849A-FE2E-4D2F-A2E6-41A2D3869678}" dt="2020-04-01T21:38:21.584" v="5158" actId="478"/>
          <ac:cxnSpMkLst>
            <pc:docMk/>
            <pc:sldMk cId="2712270058" sldId="285"/>
            <ac:cxnSpMk id="27" creationId="{CB17A4EE-CB09-433A-91DB-55FBC41045DB}"/>
          </ac:cxnSpMkLst>
        </pc:cxnChg>
        <pc:cxnChg chg="mod">
          <ac:chgData name="Deep Singh" userId="218171febb998cc3" providerId="LiveId" clId="{A631849A-FE2E-4D2F-A2E6-41A2D3869678}" dt="2020-04-01T21:38:21.584" v="5158" actId="478"/>
          <ac:cxnSpMkLst>
            <pc:docMk/>
            <pc:sldMk cId="2712270058" sldId="285"/>
            <ac:cxnSpMk id="29" creationId="{92097BD8-E85C-442B-90CA-5ED867E8D832}"/>
          </ac:cxnSpMkLst>
        </pc:cxnChg>
      </pc:sldChg>
      <pc:sldChg chg="addSp delSp modSp add del ord delDesignElem">
        <pc:chgData name="Deep Singh" userId="218171febb998cc3" providerId="LiveId" clId="{A631849A-FE2E-4D2F-A2E6-41A2D3869678}" dt="2020-04-02T17:32:59.974" v="12839" actId="47"/>
        <pc:sldMkLst>
          <pc:docMk/>
          <pc:sldMk cId="1011680403" sldId="286"/>
        </pc:sldMkLst>
        <pc:spChg chg="add del mod">
          <ac:chgData name="Deep Singh" userId="218171febb998cc3" providerId="LiveId" clId="{A631849A-FE2E-4D2F-A2E6-41A2D3869678}" dt="2020-04-02T16:47:07.600" v="11697" actId="478"/>
          <ac:spMkLst>
            <pc:docMk/>
            <pc:sldMk cId="1011680403" sldId="286"/>
            <ac:spMk id="2" creationId="{1F0DE467-6745-433F-BFAF-64A785506820}"/>
          </ac:spMkLst>
        </pc:spChg>
        <pc:spChg chg="add del">
          <ac:chgData name="Deep Singh" userId="218171febb998cc3" providerId="LiveId" clId="{A631849A-FE2E-4D2F-A2E6-41A2D3869678}" dt="2020-04-02T16:47:07.600" v="11697" actId="478"/>
          <ac:spMkLst>
            <pc:docMk/>
            <pc:sldMk cId="1011680403" sldId="286"/>
            <ac:spMk id="3" creationId="{ABC01BA5-A045-477E-A6AE-5C728760083B}"/>
          </ac:spMkLst>
        </pc:spChg>
        <pc:spChg chg="del">
          <ac:chgData name="Deep Singh" userId="218171febb998cc3" providerId="LiveId" clId="{A631849A-FE2E-4D2F-A2E6-41A2D3869678}" dt="2020-04-02T07:46:12.479" v="8950"/>
          <ac:spMkLst>
            <pc:docMk/>
            <pc:sldMk cId="1011680403" sldId="286"/>
            <ac:spMk id="4" creationId="{64E44CB5-10CD-4598-B491-7C5C2D4DADC7}"/>
          </ac:spMkLst>
        </pc:spChg>
        <pc:spChg chg="add del">
          <ac:chgData name="Deep Singh" userId="218171febb998cc3" providerId="LiveId" clId="{A631849A-FE2E-4D2F-A2E6-41A2D3869678}" dt="2020-04-02T07:46:18.531" v="8952"/>
          <ac:spMkLst>
            <pc:docMk/>
            <pc:sldMk cId="1011680403" sldId="286"/>
            <ac:spMk id="5" creationId="{18C3BB6B-5325-4B70-B990-6CDB41B59B44}"/>
          </ac:spMkLst>
        </pc:spChg>
        <pc:spChg chg="add del">
          <ac:chgData name="Deep Singh" userId="218171febb998cc3" providerId="LiveId" clId="{A631849A-FE2E-4D2F-A2E6-41A2D3869678}" dt="2020-04-02T15:42:43.829" v="9564" actId="478"/>
          <ac:spMkLst>
            <pc:docMk/>
            <pc:sldMk cId="1011680403" sldId="286"/>
            <ac:spMk id="7" creationId="{21D362EA-7E69-4F36-906C-DC7C1A279185}"/>
          </ac:spMkLst>
        </pc:spChg>
        <pc:spChg chg="add del">
          <ac:chgData name="Deep Singh" userId="218171febb998cc3" providerId="LiveId" clId="{A631849A-FE2E-4D2F-A2E6-41A2D3869678}" dt="2020-04-02T16:47:07.600" v="11697" actId="478"/>
          <ac:spMkLst>
            <pc:docMk/>
            <pc:sldMk cId="1011680403" sldId="286"/>
            <ac:spMk id="8" creationId="{6349D460-D5CF-43E7-8B6E-57D3D1689C9B}"/>
          </ac:spMkLst>
        </pc:spChg>
        <pc:spChg chg="add del mod">
          <ac:chgData name="Deep Singh" userId="218171febb998cc3" providerId="LiveId" clId="{A631849A-FE2E-4D2F-A2E6-41A2D3869678}" dt="2020-04-02T16:42:07.259" v="11487" actId="478"/>
          <ac:spMkLst>
            <pc:docMk/>
            <pc:sldMk cId="1011680403" sldId="286"/>
            <ac:spMk id="9" creationId="{7E2BBC29-0655-4C65-BECE-3C92CB9B028E}"/>
          </ac:spMkLst>
        </pc:spChg>
        <pc:spChg chg="add mod">
          <ac:chgData name="Deep Singh" userId="218171febb998cc3" providerId="LiveId" clId="{A631849A-FE2E-4D2F-A2E6-41A2D3869678}" dt="2020-04-02T16:28:14.333" v="11209" actId="1076"/>
          <ac:spMkLst>
            <pc:docMk/>
            <pc:sldMk cId="1011680403" sldId="286"/>
            <ac:spMk id="10" creationId="{02A5F7C8-3E03-44D7-96F7-B5FCFC06175A}"/>
          </ac:spMkLst>
        </pc:spChg>
        <pc:spChg chg="add del">
          <ac:chgData name="Deep Singh" userId="218171febb998cc3" providerId="LiveId" clId="{A631849A-FE2E-4D2F-A2E6-41A2D3869678}" dt="2020-04-02T16:21:13.735" v="11041"/>
          <ac:spMkLst>
            <pc:docMk/>
            <pc:sldMk cId="1011680403" sldId="286"/>
            <ac:spMk id="11" creationId="{1855405F-37A2-4869-9154-F8BE3BECE6C3}"/>
          </ac:spMkLst>
        </pc:spChg>
        <pc:spChg chg="add del">
          <ac:chgData name="Deep Singh" userId="218171febb998cc3" providerId="LiveId" clId="{A631849A-FE2E-4D2F-A2E6-41A2D3869678}" dt="2020-04-02T16:21:13.735" v="11041"/>
          <ac:spMkLst>
            <pc:docMk/>
            <pc:sldMk cId="1011680403" sldId="286"/>
            <ac:spMk id="12" creationId="{01D0AF59-99C3-4251-AB9A-C966C6AD4400}"/>
          </ac:spMkLst>
        </pc:spChg>
        <pc:spChg chg="add del">
          <ac:chgData name="Deep Singh" userId="218171febb998cc3" providerId="LiveId" clId="{A631849A-FE2E-4D2F-A2E6-41A2D3869678}" dt="2020-04-02T15:44:13.115" v="9573" actId="478"/>
          <ac:spMkLst>
            <pc:docMk/>
            <pc:sldMk cId="1011680403" sldId="286"/>
            <ac:spMk id="13" creationId="{D2887975-735B-410F-BA2F-183030235D6D}"/>
          </ac:spMkLst>
        </pc:spChg>
        <pc:spChg chg="add mod">
          <ac:chgData name="Deep Singh" userId="218171febb998cc3" providerId="LiveId" clId="{A631849A-FE2E-4D2F-A2E6-41A2D3869678}" dt="2020-04-02T16:57:35.224" v="11983"/>
          <ac:spMkLst>
            <pc:docMk/>
            <pc:sldMk cId="1011680403" sldId="286"/>
            <ac:spMk id="14" creationId="{FB97BC05-B0AD-4CFF-AADA-251CE08DF3D7}"/>
          </ac:spMkLst>
        </pc:spChg>
        <pc:spChg chg="add mod">
          <ac:chgData name="Deep Singh" userId="218171febb998cc3" providerId="LiveId" clId="{A631849A-FE2E-4D2F-A2E6-41A2D3869678}" dt="2020-04-02T16:59:58.545" v="12053" actId="20577"/>
          <ac:spMkLst>
            <pc:docMk/>
            <pc:sldMk cId="1011680403" sldId="286"/>
            <ac:spMk id="15" creationId="{60698C03-C281-46D4-A496-343F4587EF06}"/>
          </ac:spMkLst>
        </pc:spChg>
        <pc:spChg chg="add mod">
          <ac:chgData name="Deep Singh" userId="218171febb998cc3" providerId="LiveId" clId="{A631849A-FE2E-4D2F-A2E6-41A2D3869678}" dt="2020-04-02T16:58:11.576" v="11988" actId="20577"/>
          <ac:spMkLst>
            <pc:docMk/>
            <pc:sldMk cId="1011680403" sldId="286"/>
            <ac:spMk id="16" creationId="{4A521CE9-CB25-44C4-A2C9-9D88F0FDE3D3}"/>
          </ac:spMkLst>
        </pc:spChg>
        <pc:spChg chg="add del mod">
          <ac:chgData name="Deep Singh" userId="218171febb998cc3" providerId="LiveId" clId="{A631849A-FE2E-4D2F-A2E6-41A2D3869678}" dt="2020-04-02T16:57:48.447" v="11986"/>
          <ac:spMkLst>
            <pc:docMk/>
            <pc:sldMk cId="1011680403" sldId="286"/>
            <ac:spMk id="17" creationId="{BDC722AE-F116-4087-B312-37C3B8C9B859}"/>
          </ac:spMkLst>
        </pc:spChg>
        <pc:spChg chg="add mod">
          <ac:chgData name="Deep Singh" userId="218171febb998cc3" providerId="LiveId" clId="{A631849A-FE2E-4D2F-A2E6-41A2D3869678}" dt="2020-04-02T16:58:16.741" v="11990" actId="20577"/>
          <ac:spMkLst>
            <pc:docMk/>
            <pc:sldMk cId="1011680403" sldId="286"/>
            <ac:spMk id="18" creationId="{ACE823AD-EE7D-4FC1-BE3A-D2375F3E9901}"/>
          </ac:spMkLst>
        </pc:spChg>
        <pc:spChg chg="add del">
          <ac:chgData name="Deep Singh" userId="218171febb998cc3" providerId="LiveId" clId="{A631849A-FE2E-4D2F-A2E6-41A2D3869678}" dt="2020-04-02T16:35:46.901" v="11457" actId="478"/>
          <ac:spMkLst>
            <pc:docMk/>
            <pc:sldMk cId="1011680403" sldId="286"/>
            <ac:spMk id="19" creationId="{37A6CE43-7F5E-471E-BAFE-146710020858}"/>
          </ac:spMkLst>
        </pc:spChg>
        <pc:spChg chg="add mod">
          <ac:chgData name="Deep Singh" userId="218171febb998cc3" providerId="LiveId" clId="{A631849A-FE2E-4D2F-A2E6-41A2D3869678}" dt="2020-04-02T16:44:15.961" v="11604" actId="20577"/>
          <ac:spMkLst>
            <pc:docMk/>
            <pc:sldMk cId="1011680403" sldId="286"/>
            <ac:spMk id="20" creationId="{9E3BF2A9-41E2-4294-8C4C-640AFEC4108F}"/>
          </ac:spMkLst>
        </pc:spChg>
        <pc:spChg chg="add mod">
          <ac:chgData name="Deep Singh" userId="218171febb998cc3" providerId="LiveId" clId="{A631849A-FE2E-4D2F-A2E6-41A2D3869678}" dt="2020-04-02T16:45:07.354" v="11681" actId="207"/>
          <ac:spMkLst>
            <pc:docMk/>
            <pc:sldMk cId="1011680403" sldId="286"/>
            <ac:spMk id="21" creationId="{DED27A36-7711-46A9-8B7B-E24B709AB6B0}"/>
          </ac:spMkLst>
        </pc:spChg>
        <pc:spChg chg="add mod">
          <ac:chgData name="Deep Singh" userId="218171febb998cc3" providerId="LiveId" clId="{A631849A-FE2E-4D2F-A2E6-41A2D3869678}" dt="2020-04-02T16:52:53.112" v="11822" actId="14100"/>
          <ac:spMkLst>
            <pc:docMk/>
            <pc:sldMk cId="1011680403" sldId="286"/>
            <ac:spMk id="22" creationId="{E561468B-4DCB-4E74-897A-CABF4C15FEBE}"/>
          </ac:spMkLst>
        </pc:spChg>
        <pc:spChg chg="add mod">
          <ac:chgData name="Deep Singh" userId="218171febb998cc3" providerId="LiveId" clId="{A631849A-FE2E-4D2F-A2E6-41A2D3869678}" dt="2020-04-02T16:46:12.748" v="11689" actId="207"/>
          <ac:spMkLst>
            <pc:docMk/>
            <pc:sldMk cId="1011680403" sldId="286"/>
            <ac:spMk id="23" creationId="{F8E078C5-A065-4E93-9797-A9F7CCA304A3}"/>
          </ac:spMkLst>
        </pc:spChg>
        <pc:spChg chg="add mod">
          <ac:chgData name="Deep Singh" userId="218171febb998cc3" providerId="LiveId" clId="{A631849A-FE2E-4D2F-A2E6-41A2D3869678}" dt="2020-04-02T16:46:38.625" v="11692" actId="207"/>
          <ac:spMkLst>
            <pc:docMk/>
            <pc:sldMk cId="1011680403" sldId="286"/>
            <ac:spMk id="24" creationId="{054D8DC1-0321-4566-8A2E-3D0334CC6294}"/>
          </ac:spMkLst>
        </pc:spChg>
        <pc:spChg chg="add mod">
          <ac:chgData name="Deep Singh" userId="218171febb998cc3" providerId="LiveId" clId="{A631849A-FE2E-4D2F-A2E6-41A2D3869678}" dt="2020-04-02T16:46:53.490" v="11695" actId="207"/>
          <ac:spMkLst>
            <pc:docMk/>
            <pc:sldMk cId="1011680403" sldId="286"/>
            <ac:spMk id="25" creationId="{E4AD6F1C-DCF0-4FA0-8EC3-B93A339678B6}"/>
          </ac:spMkLst>
        </pc:spChg>
        <pc:spChg chg="add mod">
          <ac:chgData name="Deep Singh" userId="218171febb998cc3" providerId="LiveId" clId="{A631849A-FE2E-4D2F-A2E6-41A2D3869678}" dt="2020-04-01T21:40:01.576" v="5295" actId="14100"/>
          <ac:spMkLst>
            <pc:docMk/>
            <pc:sldMk cId="1011680403" sldId="286"/>
            <ac:spMk id="26" creationId="{CDA184D8-88A9-42EA-A346-E0E8B4821165}"/>
          </ac:spMkLst>
        </pc:spChg>
        <pc:spChg chg="add">
          <ac:chgData name="Deep Singh" userId="218171febb998cc3" providerId="LiveId" clId="{A631849A-FE2E-4D2F-A2E6-41A2D3869678}" dt="2020-04-01T21:39:24.470" v="5250"/>
          <ac:spMkLst>
            <pc:docMk/>
            <pc:sldMk cId="1011680403" sldId="286"/>
            <ac:spMk id="27" creationId="{2BCF353B-44AD-4ECF-A4F0-61AFF86B8AFA}"/>
          </ac:spMkLst>
        </pc:spChg>
        <pc:spChg chg="add">
          <ac:chgData name="Deep Singh" userId="218171febb998cc3" providerId="LiveId" clId="{A631849A-FE2E-4D2F-A2E6-41A2D3869678}" dt="2020-04-01T21:39:24.470" v="5250"/>
          <ac:spMkLst>
            <pc:docMk/>
            <pc:sldMk cId="1011680403" sldId="286"/>
            <ac:spMk id="28" creationId="{A7F0BE97-26FE-4707-BD9B-3425ED3C6A30}"/>
          </ac:spMkLst>
        </pc:spChg>
        <pc:spChg chg="add">
          <ac:chgData name="Deep Singh" userId="218171febb998cc3" providerId="LiveId" clId="{A631849A-FE2E-4D2F-A2E6-41A2D3869678}" dt="2020-04-01T21:39:24.470" v="5250"/>
          <ac:spMkLst>
            <pc:docMk/>
            <pc:sldMk cId="1011680403" sldId="286"/>
            <ac:spMk id="29" creationId="{07C591E5-5D13-405B-9BE4-A11F3868B839}"/>
          </ac:spMkLst>
        </pc:spChg>
        <pc:spChg chg="add">
          <ac:chgData name="Deep Singh" userId="218171febb998cc3" providerId="LiveId" clId="{A631849A-FE2E-4D2F-A2E6-41A2D3869678}" dt="2020-04-01T21:39:24.470" v="5250"/>
          <ac:spMkLst>
            <pc:docMk/>
            <pc:sldMk cId="1011680403" sldId="286"/>
            <ac:spMk id="30" creationId="{70D526A2-73F1-4653-9E93-09F1CD882A63}"/>
          </ac:spMkLst>
        </pc:spChg>
        <pc:spChg chg="add del mod">
          <ac:chgData name="Deep Singh" userId="218171febb998cc3" providerId="LiveId" clId="{A631849A-FE2E-4D2F-A2E6-41A2D3869678}" dt="2020-04-02T16:42:25.453" v="11492" actId="478"/>
          <ac:spMkLst>
            <pc:docMk/>
            <pc:sldMk cId="1011680403" sldId="286"/>
            <ac:spMk id="31" creationId="{3C9E7142-8EBD-4326-AB33-66BB57974A4C}"/>
          </ac:spMkLst>
        </pc:spChg>
        <pc:spChg chg="add">
          <ac:chgData name="Deep Singh" userId="218171febb998cc3" providerId="LiveId" clId="{A631849A-FE2E-4D2F-A2E6-41A2D3869678}" dt="2020-04-01T21:39:24.470" v="5250"/>
          <ac:spMkLst>
            <pc:docMk/>
            <pc:sldMk cId="1011680403" sldId="286"/>
            <ac:spMk id="32" creationId="{31C251F7-130F-4BF5-AB46-3B453EC1BC98}"/>
          </ac:spMkLst>
        </pc:spChg>
        <pc:spChg chg="add del mod">
          <ac:chgData name="Deep Singh" userId="218171febb998cc3" providerId="LiveId" clId="{A631849A-FE2E-4D2F-A2E6-41A2D3869678}" dt="2020-04-02T16:42:22.969" v="11491" actId="478"/>
          <ac:spMkLst>
            <pc:docMk/>
            <pc:sldMk cId="1011680403" sldId="286"/>
            <ac:spMk id="33" creationId="{3A5F9DE9-F158-4269-9FB3-EBE99F17E92A}"/>
          </ac:spMkLst>
        </pc:spChg>
        <pc:spChg chg="add mod">
          <ac:chgData name="Deep Singh" userId="218171febb998cc3" providerId="LiveId" clId="{A631849A-FE2E-4D2F-A2E6-41A2D3869678}" dt="2020-04-02T16:52:27.658" v="11820" actId="1037"/>
          <ac:spMkLst>
            <pc:docMk/>
            <pc:sldMk cId="1011680403" sldId="286"/>
            <ac:spMk id="34" creationId="{DF036868-DD3C-4154-A741-554004D8DF75}"/>
          </ac:spMkLst>
        </pc:spChg>
        <pc:spChg chg="add">
          <ac:chgData name="Deep Singh" userId="218171febb998cc3" providerId="LiveId" clId="{A631849A-FE2E-4D2F-A2E6-41A2D3869678}" dt="2020-04-01T21:39:24.470" v="5250"/>
          <ac:spMkLst>
            <pc:docMk/>
            <pc:sldMk cId="1011680403" sldId="286"/>
            <ac:spMk id="35" creationId="{84524522-A023-4336-AA56-434527ED725E}"/>
          </ac:spMkLst>
        </pc:spChg>
        <pc:spChg chg="add del">
          <ac:chgData name="Deep Singh" userId="218171febb998cc3" providerId="LiveId" clId="{A631849A-FE2E-4D2F-A2E6-41A2D3869678}" dt="2020-04-02T16:32:41.564" v="11257" actId="478"/>
          <ac:spMkLst>
            <pc:docMk/>
            <pc:sldMk cId="1011680403" sldId="286"/>
            <ac:spMk id="36" creationId="{75301D15-1C08-4560-BD1D-E1F8BECAF18F}"/>
          </ac:spMkLst>
        </pc:spChg>
        <pc:spChg chg="add del mod">
          <ac:chgData name="Deep Singh" userId="218171febb998cc3" providerId="LiveId" clId="{A631849A-FE2E-4D2F-A2E6-41A2D3869678}" dt="2020-04-02T16:41:25.115" v="11483" actId="478"/>
          <ac:spMkLst>
            <pc:docMk/>
            <pc:sldMk cId="1011680403" sldId="286"/>
            <ac:spMk id="37" creationId="{6575AF47-5BB3-4A38-9293-C36EAA02DF63}"/>
          </ac:spMkLst>
        </pc:spChg>
        <pc:spChg chg="add mod">
          <ac:chgData name="Deep Singh" userId="218171febb998cc3" providerId="LiveId" clId="{A631849A-FE2E-4D2F-A2E6-41A2D3869678}" dt="2020-04-02T16:48:05.844" v="11701" actId="1076"/>
          <ac:spMkLst>
            <pc:docMk/>
            <pc:sldMk cId="1011680403" sldId="286"/>
            <ac:spMk id="38" creationId="{56B937CA-AE54-4050-9CCB-2E8FC72A54A2}"/>
          </ac:spMkLst>
        </pc:spChg>
        <pc:spChg chg="add">
          <ac:chgData name="Deep Singh" userId="218171febb998cc3" providerId="LiveId" clId="{A631849A-FE2E-4D2F-A2E6-41A2D3869678}" dt="2020-04-01T21:39:24.470" v="5250"/>
          <ac:spMkLst>
            <pc:docMk/>
            <pc:sldMk cId="1011680403" sldId="286"/>
            <ac:spMk id="39" creationId="{C9A77970-E51D-4229-8E1F-BACB28F7EE76}"/>
          </ac:spMkLst>
        </pc:spChg>
        <pc:spChg chg="add">
          <ac:chgData name="Deep Singh" userId="218171febb998cc3" providerId="LiveId" clId="{A631849A-FE2E-4D2F-A2E6-41A2D3869678}" dt="2020-04-01T21:39:24.470" v="5250"/>
          <ac:spMkLst>
            <pc:docMk/>
            <pc:sldMk cId="1011680403" sldId="286"/>
            <ac:spMk id="40" creationId="{664922F8-865B-495E-9C2E-497968B75C3D}"/>
          </ac:spMkLst>
        </pc:spChg>
        <pc:spChg chg="add del mod">
          <ac:chgData name="Deep Singh" userId="218171febb998cc3" providerId="LiveId" clId="{A631849A-FE2E-4D2F-A2E6-41A2D3869678}" dt="2020-04-02T16:42:07.259" v="11487" actId="478"/>
          <ac:spMkLst>
            <pc:docMk/>
            <pc:sldMk cId="1011680403" sldId="286"/>
            <ac:spMk id="47" creationId="{0C6E5FE0-0ADD-4821-8185-261EF07DE82A}"/>
          </ac:spMkLst>
        </pc:spChg>
        <pc:spChg chg="add del mod">
          <ac:chgData name="Deep Singh" userId="218171febb998cc3" providerId="LiveId" clId="{A631849A-FE2E-4D2F-A2E6-41A2D3869678}" dt="2020-04-02T16:42:07.259" v="11487" actId="478"/>
          <ac:spMkLst>
            <pc:docMk/>
            <pc:sldMk cId="1011680403" sldId="286"/>
            <ac:spMk id="48" creationId="{28ED3579-3871-4F7E-9CD6-E1789DF56610}"/>
          </ac:spMkLst>
        </pc:spChg>
        <pc:spChg chg="add del mod">
          <ac:chgData name="Deep Singh" userId="218171febb998cc3" providerId="LiveId" clId="{A631849A-FE2E-4D2F-A2E6-41A2D3869678}" dt="2020-04-02T16:42:07.259" v="11487" actId="478"/>
          <ac:spMkLst>
            <pc:docMk/>
            <pc:sldMk cId="1011680403" sldId="286"/>
            <ac:spMk id="49" creationId="{B648583C-3D0A-4D03-8379-2D244BFF22BD}"/>
          </ac:spMkLst>
        </pc:spChg>
        <pc:spChg chg="add del mod">
          <ac:chgData name="Deep Singh" userId="218171febb998cc3" providerId="LiveId" clId="{A631849A-FE2E-4D2F-A2E6-41A2D3869678}" dt="2020-04-02T16:42:07.259" v="11487" actId="478"/>
          <ac:spMkLst>
            <pc:docMk/>
            <pc:sldMk cId="1011680403" sldId="286"/>
            <ac:spMk id="50" creationId="{B2068009-4A74-4A58-BF85-F7FCEBB971D8}"/>
          </ac:spMkLst>
        </pc:spChg>
        <pc:spChg chg="add del">
          <ac:chgData name="Deep Singh" userId="218171febb998cc3" providerId="LiveId" clId="{A631849A-FE2E-4D2F-A2E6-41A2D3869678}" dt="2020-04-02T16:42:10.826" v="11488" actId="478"/>
          <ac:spMkLst>
            <pc:docMk/>
            <pc:sldMk cId="1011680403" sldId="286"/>
            <ac:spMk id="51" creationId="{6650210A-51C5-4FE7-BF4B-BA942DAC26A9}"/>
          </ac:spMkLst>
        </pc:spChg>
        <pc:spChg chg="add mod">
          <ac:chgData name="Deep Singh" userId="218171febb998cc3" providerId="LiveId" clId="{A631849A-FE2E-4D2F-A2E6-41A2D3869678}" dt="2020-04-02T16:52:21.763" v="11812" actId="1037"/>
          <ac:spMkLst>
            <pc:docMk/>
            <pc:sldMk cId="1011680403" sldId="286"/>
            <ac:spMk id="54" creationId="{E14DFE45-2961-4F05-B0F1-F374767DA786}"/>
          </ac:spMkLst>
        </pc:spChg>
        <pc:spChg chg="add mod">
          <ac:chgData name="Deep Singh" userId="218171febb998cc3" providerId="LiveId" clId="{A631849A-FE2E-4D2F-A2E6-41A2D3869678}" dt="2020-04-02T16:52:09.977" v="11792" actId="1037"/>
          <ac:spMkLst>
            <pc:docMk/>
            <pc:sldMk cId="1011680403" sldId="286"/>
            <ac:spMk id="55" creationId="{BBB75BF8-FA72-42C9-A7EA-D2457AE9046B}"/>
          </ac:spMkLst>
        </pc:spChg>
        <pc:spChg chg="add mod">
          <ac:chgData name="Deep Singh" userId="218171febb998cc3" providerId="LiveId" clId="{A631849A-FE2E-4D2F-A2E6-41A2D3869678}" dt="2020-04-02T16:35:41.218" v="11455" actId="571"/>
          <ac:spMkLst>
            <pc:docMk/>
            <pc:sldMk cId="1011680403" sldId="286"/>
            <ac:spMk id="57" creationId="{54B458DB-E281-4B13-B6DF-75A1887EBD77}"/>
          </ac:spMkLst>
        </pc:spChg>
        <pc:spChg chg="add mod">
          <ac:chgData name="Deep Singh" userId="218171febb998cc3" providerId="LiveId" clId="{A631849A-FE2E-4D2F-A2E6-41A2D3869678}" dt="2020-04-02T16:35:41.218" v="11455" actId="571"/>
          <ac:spMkLst>
            <pc:docMk/>
            <pc:sldMk cId="1011680403" sldId="286"/>
            <ac:spMk id="58" creationId="{85256727-FCB7-4F8F-97C5-E17B9D514890}"/>
          </ac:spMkLst>
        </pc:spChg>
        <pc:spChg chg="add mod">
          <ac:chgData name="Deep Singh" userId="218171febb998cc3" providerId="LiveId" clId="{A631849A-FE2E-4D2F-A2E6-41A2D3869678}" dt="2020-04-02T16:52:16.101" v="11800" actId="1037"/>
          <ac:spMkLst>
            <pc:docMk/>
            <pc:sldMk cId="1011680403" sldId="286"/>
            <ac:spMk id="93" creationId="{F0337E81-B9B9-42D9-B13B-46DA678B40B0}"/>
          </ac:spMkLst>
        </pc:spChg>
        <pc:spChg chg="add mod">
          <ac:chgData name="Deep Singh" userId="218171febb998cc3" providerId="LiveId" clId="{A631849A-FE2E-4D2F-A2E6-41A2D3869678}" dt="2020-04-02T16:56:21.465" v="11942" actId="571"/>
          <ac:spMkLst>
            <pc:docMk/>
            <pc:sldMk cId="1011680403" sldId="286"/>
            <ac:spMk id="94" creationId="{DB21C5AC-6292-4ED3-82EE-C372FB4B9901}"/>
          </ac:spMkLst>
        </pc:spChg>
        <pc:spChg chg="add del mod">
          <ac:chgData name="Deep Singh" userId="218171febb998cc3" providerId="LiveId" clId="{A631849A-FE2E-4D2F-A2E6-41A2D3869678}" dt="2020-04-02T16:56:21.465" v="11942" actId="571"/>
          <ac:spMkLst>
            <pc:docMk/>
            <pc:sldMk cId="1011680403" sldId="286"/>
            <ac:spMk id="95" creationId="{995B0827-C516-4ADB-A097-D938416FF7B7}"/>
          </ac:spMkLst>
        </pc:spChg>
        <pc:spChg chg="add del mod">
          <ac:chgData name="Deep Singh" userId="218171febb998cc3" providerId="LiveId" clId="{A631849A-FE2E-4D2F-A2E6-41A2D3869678}" dt="2020-04-02T16:59:38.754" v="12051"/>
          <ac:spMkLst>
            <pc:docMk/>
            <pc:sldMk cId="1011680403" sldId="286"/>
            <ac:spMk id="100" creationId="{FF27E557-E04B-4228-9036-F3581AF89DFD}"/>
          </ac:spMkLst>
        </pc:spChg>
        <pc:spChg chg="add del mod">
          <ac:chgData name="Deep Singh" userId="218171febb998cc3" providerId="LiveId" clId="{A631849A-FE2E-4D2F-A2E6-41A2D3869678}" dt="2020-04-02T16:59:38.754" v="12051"/>
          <ac:spMkLst>
            <pc:docMk/>
            <pc:sldMk cId="1011680403" sldId="286"/>
            <ac:spMk id="101" creationId="{1A877B51-E805-45FB-9BBC-C2D1C38B0C6B}"/>
          </ac:spMkLst>
        </pc:spChg>
        <pc:spChg chg="add del mod">
          <ac:chgData name="Deep Singh" userId="218171febb998cc3" providerId="LiveId" clId="{A631849A-FE2E-4D2F-A2E6-41A2D3869678}" dt="2020-04-02T16:59:38.754" v="12051"/>
          <ac:spMkLst>
            <pc:docMk/>
            <pc:sldMk cId="1011680403" sldId="286"/>
            <ac:spMk id="102" creationId="{C807BF6D-1AA7-42A6-8C28-62A69BC5249C}"/>
          </ac:spMkLst>
        </pc:spChg>
        <pc:spChg chg="add del mod">
          <ac:chgData name="Deep Singh" userId="218171febb998cc3" providerId="LiveId" clId="{A631849A-FE2E-4D2F-A2E6-41A2D3869678}" dt="2020-04-02T16:59:38.754" v="12051"/>
          <ac:spMkLst>
            <pc:docMk/>
            <pc:sldMk cId="1011680403" sldId="286"/>
            <ac:spMk id="103" creationId="{854303BE-495B-4A55-8082-B5142D0DABD9}"/>
          </ac:spMkLst>
        </pc:spChg>
        <pc:grpChg chg="add del mod">
          <ac:chgData name="Deep Singh" userId="218171febb998cc3" providerId="LiveId" clId="{A631849A-FE2E-4D2F-A2E6-41A2D3869678}" dt="2020-04-02T16:47:22.864" v="11698" actId="478"/>
          <ac:grpSpMkLst>
            <pc:docMk/>
            <pc:sldMk cId="1011680403" sldId="286"/>
            <ac:grpSpMk id="63" creationId="{6BDD8A09-C0BA-4328-BF80-DBDC7E05C5EC}"/>
          </ac:grpSpMkLst>
        </pc:grpChg>
        <pc:grpChg chg="add del mod">
          <ac:chgData name="Deep Singh" userId="218171febb998cc3" providerId="LiveId" clId="{A631849A-FE2E-4D2F-A2E6-41A2D3869678}" dt="2020-04-02T16:47:22.864" v="11698" actId="478"/>
          <ac:grpSpMkLst>
            <pc:docMk/>
            <pc:sldMk cId="1011680403" sldId="286"/>
            <ac:grpSpMk id="68" creationId="{B45F3B94-8F0F-457A-B7C6-51B6A50587FB}"/>
          </ac:grpSpMkLst>
        </pc:grpChg>
        <pc:grpChg chg="add del mod">
          <ac:chgData name="Deep Singh" userId="218171febb998cc3" providerId="LiveId" clId="{A631849A-FE2E-4D2F-A2E6-41A2D3869678}" dt="2020-04-02T16:47:22.864" v="11698" actId="478"/>
          <ac:grpSpMkLst>
            <pc:docMk/>
            <pc:sldMk cId="1011680403" sldId="286"/>
            <ac:grpSpMk id="73" creationId="{8AFB13B6-B579-4F74-BB88-BF924E3C4EE3}"/>
          </ac:grpSpMkLst>
        </pc:grpChg>
        <pc:grpChg chg="add del mod">
          <ac:chgData name="Deep Singh" userId="218171febb998cc3" providerId="LiveId" clId="{A631849A-FE2E-4D2F-A2E6-41A2D3869678}" dt="2020-04-02T16:47:22.864" v="11698" actId="478"/>
          <ac:grpSpMkLst>
            <pc:docMk/>
            <pc:sldMk cId="1011680403" sldId="286"/>
            <ac:grpSpMk id="78" creationId="{0F8D97C9-C056-45CD-B405-102101A062D8}"/>
          </ac:grpSpMkLst>
        </pc:grpChg>
        <pc:grpChg chg="add del mod">
          <ac:chgData name="Deep Singh" userId="218171febb998cc3" providerId="LiveId" clId="{A631849A-FE2E-4D2F-A2E6-41A2D3869678}" dt="2020-04-02T16:47:22.864" v="11698" actId="478"/>
          <ac:grpSpMkLst>
            <pc:docMk/>
            <pc:sldMk cId="1011680403" sldId="286"/>
            <ac:grpSpMk id="83" creationId="{CEA4A68A-604A-4E3C-9490-5D1CC07DAE8B}"/>
          </ac:grpSpMkLst>
        </pc:grpChg>
        <pc:grpChg chg="add del mod">
          <ac:chgData name="Deep Singh" userId="218171febb998cc3" providerId="LiveId" clId="{A631849A-FE2E-4D2F-A2E6-41A2D3869678}" dt="2020-04-02T16:47:22.864" v="11698" actId="478"/>
          <ac:grpSpMkLst>
            <pc:docMk/>
            <pc:sldMk cId="1011680403" sldId="286"/>
            <ac:grpSpMk id="88" creationId="{ED6C68AC-3FCC-4EC4-BB10-56D79FA3B7DF}"/>
          </ac:grpSpMkLst>
        </pc:grpChg>
        <pc:picChg chg="del">
          <ac:chgData name="Deep Singh" userId="218171febb998cc3" providerId="LiveId" clId="{A631849A-FE2E-4D2F-A2E6-41A2D3869678}" dt="2020-04-01T21:39:23.758" v="5249" actId="478"/>
          <ac:picMkLst>
            <pc:docMk/>
            <pc:sldMk cId="1011680403" sldId="286"/>
            <ac:picMk id="4" creationId="{D80FF428-C839-4B28-AD39-92CBFA2E0276}"/>
          </ac:picMkLst>
        </pc:picChg>
        <pc:picChg chg="add del">
          <ac:chgData name="Deep Singh" userId="218171febb998cc3" providerId="LiveId" clId="{A631849A-FE2E-4D2F-A2E6-41A2D3869678}" dt="2020-04-02T16:49:06.340" v="11722" actId="478"/>
          <ac:picMkLst>
            <pc:docMk/>
            <pc:sldMk cId="1011680403" sldId="286"/>
            <ac:picMk id="41" creationId="{C9A6E5CF-0159-4BCD-AB77-C4254DA63482}"/>
          </ac:picMkLst>
        </pc:picChg>
        <pc:picChg chg="add del">
          <ac:chgData name="Deep Singh" userId="218171febb998cc3" providerId="LiveId" clId="{A631849A-FE2E-4D2F-A2E6-41A2D3869678}" dt="2020-04-02T16:49:03.258" v="11721" actId="478"/>
          <ac:picMkLst>
            <pc:docMk/>
            <pc:sldMk cId="1011680403" sldId="286"/>
            <ac:picMk id="42" creationId="{BAC63BEB-7072-4EB8-943E-9FB5D3918336}"/>
          </ac:picMkLst>
        </pc:picChg>
        <pc:picChg chg="add del">
          <ac:chgData name="Deep Singh" userId="218171febb998cc3" providerId="LiveId" clId="{A631849A-FE2E-4D2F-A2E6-41A2D3869678}" dt="2020-04-02T16:42:17.392" v="11490" actId="478"/>
          <ac:picMkLst>
            <pc:docMk/>
            <pc:sldMk cId="1011680403" sldId="286"/>
            <ac:picMk id="43" creationId="{4257EA49-1838-4A5E-9127-3747439F6743}"/>
          </ac:picMkLst>
        </pc:picChg>
        <pc:picChg chg="add del mod">
          <ac:chgData name="Deep Singh" userId="218171febb998cc3" providerId="LiveId" clId="{A631849A-FE2E-4D2F-A2E6-41A2D3869678}" dt="2020-04-02T16:42:07.259" v="11487" actId="478"/>
          <ac:picMkLst>
            <pc:docMk/>
            <pc:sldMk cId="1011680403" sldId="286"/>
            <ac:picMk id="44" creationId="{6B35C174-05E4-40E9-9AB6-3B5554A0AD05}"/>
          </ac:picMkLst>
        </pc:picChg>
        <pc:picChg chg="add del mod">
          <ac:chgData name="Deep Singh" userId="218171febb998cc3" providerId="LiveId" clId="{A631849A-FE2E-4D2F-A2E6-41A2D3869678}" dt="2020-04-02T16:42:07.259" v="11487" actId="478"/>
          <ac:picMkLst>
            <pc:docMk/>
            <pc:sldMk cId="1011680403" sldId="286"/>
            <ac:picMk id="45" creationId="{A26E48D7-7BF3-4FEB-9C0C-A763C7037279}"/>
          </ac:picMkLst>
        </pc:picChg>
        <pc:picChg chg="add del mod">
          <ac:chgData name="Deep Singh" userId="218171febb998cc3" providerId="LiveId" clId="{A631849A-FE2E-4D2F-A2E6-41A2D3869678}" dt="2020-04-02T16:42:07.259" v="11487" actId="478"/>
          <ac:picMkLst>
            <pc:docMk/>
            <pc:sldMk cId="1011680403" sldId="286"/>
            <ac:picMk id="46" creationId="{9AA4C927-5C11-4EE9-B583-599DF3213290}"/>
          </ac:picMkLst>
        </pc:picChg>
        <pc:picChg chg="add del">
          <ac:chgData name="Deep Singh" userId="218171febb998cc3" providerId="LiveId" clId="{A631849A-FE2E-4D2F-A2E6-41A2D3869678}" dt="2020-04-02T16:42:14.204" v="11489" actId="478"/>
          <ac:picMkLst>
            <pc:docMk/>
            <pc:sldMk cId="1011680403" sldId="286"/>
            <ac:picMk id="52" creationId="{5BE016B2-6426-4EFC-A77A-171A88194187}"/>
          </ac:picMkLst>
        </pc:picChg>
        <pc:picChg chg="add del">
          <ac:chgData name="Deep Singh" userId="218171febb998cc3" providerId="LiveId" clId="{A631849A-FE2E-4D2F-A2E6-41A2D3869678}" dt="2020-04-02T16:23:59.196" v="11143" actId="478"/>
          <ac:picMkLst>
            <pc:docMk/>
            <pc:sldMk cId="1011680403" sldId="286"/>
            <ac:picMk id="53" creationId="{A962809E-C4D2-476D-974B-3124B691E9E9}"/>
          </ac:picMkLst>
        </pc:picChg>
        <pc:picChg chg="add mod ord">
          <ac:chgData name="Deep Singh" userId="218171febb998cc3" providerId="LiveId" clId="{A631849A-FE2E-4D2F-A2E6-41A2D3869678}" dt="2020-04-02T16:54:20.196" v="11885" actId="14100"/>
          <ac:picMkLst>
            <pc:docMk/>
            <pc:sldMk cId="1011680403" sldId="286"/>
            <ac:picMk id="56" creationId="{5C278901-CC01-4369-8900-2EF8528E23BD}"/>
          </ac:picMkLst>
        </pc:picChg>
        <pc:picChg chg="add del">
          <ac:chgData name="Deep Singh" userId="218171febb998cc3" providerId="LiveId" clId="{A631849A-FE2E-4D2F-A2E6-41A2D3869678}" dt="2020-04-02T16:43:42.890" v="11593" actId="478"/>
          <ac:picMkLst>
            <pc:docMk/>
            <pc:sldMk cId="1011680403" sldId="286"/>
            <ac:picMk id="59" creationId="{6F5AE01A-ED5F-4AFB-9263-DC14ECFD63C1}"/>
          </ac:picMkLst>
        </pc:picChg>
        <pc:picChg chg="add del">
          <ac:chgData name="Deep Singh" userId="218171febb998cc3" providerId="LiveId" clId="{A631849A-FE2E-4D2F-A2E6-41A2D3869678}" dt="2020-04-02T16:43:44.918" v="11594" actId="478"/>
          <ac:picMkLst>
            <pc:docMk/>
            <pc:sldMk cId="1011680403" sldId="286"/>
            <ac:picMk id="60" creationId="{E5AEA87A-5600-457A-9199-144EA79442AF}"/>
          </ac:picMkLst>
        </pc:picChg>
        <pc:picChg chg="add del">
          <ac:chgData name="Deep Singh" userId="218171febb998cc3" providerId="LiveId" clId="{A631849A-FE2E-4D2F-A2E6-41A2D3869678}" dt="2020-04-02T16:43:47.076" v="11595" actId="478"/>
          <ac:picMkLst>
            <pc:docMk/>
            <pc:sldMk cId="1011680403" sldId="286"/>
            <ac:picMk id="61" creationId="{6926F83D-C12E-48D6-A483-0698B54C68A3}"/>
          </ac:picMkLst>
        </pc:picChg>
        <pc:picChg chg="add del">
          <ac:chgData name="Deep Singh" userId="218171febb998cc3" providerId="LiveId" clId="{A631849A-FE2E-4D2F-A2E6-41A2D3869678}" dt="2020-04-02T16:43:49.227" v="11596" actId="478"/>
          <ac:picMkLst>
            <pc:docMk/>
            <pc:sldMk cId="1011680403" sldId="286"/>
            <ac:picMk id="62" creationId="{75562A45-9120-4FBF-954D-B472D2E6FBFD}"/>
          </ac:picMkLst>
        </pc:picChg>
        <pc:cxnChg chg="add del mod">
          <ac:chgData name="Deep Singh" userId="218171febb998cc3" providerId="LiveId" clId="{A631849A-FE2E-4D2F-A2E6-41A2D3869678}" dt="2020-04-02T16:59:38.754" v="12051"/>
          <ac:cxnSpMkLst>
            <pc:docMk/>
            <pc:sldMk cId="1011680403" sldId="286"/>
            <ac:cxnSpMk id="96" creationId="{CF679C1C-6D74-4E97-AC64-E4F06690B51F}"/>
          </ac:cxnSpMkLst>
        </pc:cxnChg>
        <pc:cxnChg chg="add del mod">
          <ac:chgData name="Deep Singh" userId="218171febb998cc3" providerId="LiveId" clId="{A631849A-FE2E-4D2F-A2E6-41A2D3869678}" dt="2020-04-02T16:59:38.754" v="12051"/>
          <ac:cxnSpMkLst>
            <pc:docMk/>
            <pc:sldMk cId="1011680403" sldId="286"/>
            <ac:cxnSpMk id="97" creationId="{04E40394-37AA-4F15-AAFB-4511E59F9C5F}"/>
          </ac:cxnSpMkLst>
        </pc:cxnChg>
        <pc:cxnChg chg="add del mod">
          <ac:chgData name="Deep Singh" userId="218171febb998cc3" providerId="LiveId" clId="{A631849A-FE2E-4D2F-A2E6-41A2D3869678}" dt="2020-04-02T16:59:38.754" v="12051"/>
          <ac:cxnSpMkLst>
            <pc:docMk/>
            <pc:sldMk cId="1011680403" sldId="286"/>
            <ac:cxnSpMk id="98" creationId="{E19A9964-16EE-46A5-8F3E-69A5EDB7F065}"/>
          </ac:cxnSpMkLst>
        </pc:cxnChg>
        <pc:cxnChg chg="add del mod">
          <ac:chgData name="Deep Singh" userId="218171febb998cc3" providerId="LiveId" clId="{A631849A-FE2E-4D2F-A2E6-41A2D3869678}" dt="2020-04-02T16:59:38.754" v="12051"/>
          <ac:cxnSpMkLst>
            <pc:docMk/>
            <pc:sldMk cId="1011680403" sldId="286"/>
            <ac:cxnSpMk id="99" creationId="{1C8A395A-57FC-478C-81BF-08E5AFB9206C}"/>
          </ac:cxnSpMkLst>
        </pc:cxnChg>
      </pc:sldChg>
      <pc:sldChg chg="addSp add del">
        <pc:chgData name="Deep Singh" userId="218171febb998cc3" providerId="LiveId" clId="{A631849A-FE2E-4D2F-A2E6-41A2D3869678}" dt="2020-04-02T04:39:45.169" v="7150" actId="47"/>
        <pc:sldMkLst>
          <pc:docMk/>
          <pc:sldMk cId="296687623" sldId="287"/>
        </pc:sldMkLst>
        <pc:picChg chg="add">
          <ac:chgData name="Deep Singh" userId="218171febb998cc3" providerId="LiveId" clId="{A631849A-FE2E-4D2F-A2E6-41A2D3869678}" dt="2020-04-01T21:49:02.289" v="5940"/>
          <ac:picMkLst>
            <pc:docMk/>
            <pc:sldMk cId="296687623" sldId="287"/>
            <ac:picMk id="28" creationId="{E9615C1D-AA58-422B-946A-303141290355}"/>
          </ac:picMkLst>
        </pc:picChg>
      </pc:sldChg>
      <pc:sldChg chg="addSp delSp modSp add del ord setBg">
        <pc:chgData name="Deep Singh" userId="218171febb998cc3" providerId="LiveId" clId="{A631849A-FE2E-4D2F-A2E6-41A2D3869678}" dt="2020-04-02T04:38:12.823" v="7135" actId="2696"/>
        <pc:sldMkLst>
          <pc:docMk/>
          <pc:sldMk cId="0" sldId="289"/>
        </pc:sldMkLst>
        <pc:spChg chg="add del">
          <ac:chgData name="Deep Singh" userId="218171febb998cc3" providerId="LiveId" clId="{A631849A-FE2E-4D2F-A2E6-41A2D3869678}" dt="2020-04-01T22:26:20.511" v="6090"/>
          <ac:spMkLst>
            <pc:docMk/>
            <pc:sldMk cId="0" sldId="289"/>
            <ac:spMk id="20" creationId="{987E9E9C-2125-4995-A156-E9B63CFE78A9}"/>
          </ac:spMkLst>
        </pc:spChg>
        <pc:spChg chg="add del">
          <ac:chgData name="Deep Singh" userId="218171febb998cc3" providerId="LiveId" clId="{A631849A-FE2E-4D2F-A2E6-41A2D3869678}" dt="2020-04-01T22:26:31.843" v="6093" actId="478"/>
          <ac:spMkLst>
            <pc:docMk/>
            <pc:sldMk cId="0" sldId="289"/>
            <ac:spMk id="21" creationId="{6D452165-80F8-4D40-8A6A-5BB0E65346EF}"/>
          </ac:spMkLst>
        </pc:spChg>
        <pc:spChg chg="add del">
          <ac:chgData name="Deep Singh" userId="218171febb998cc3" providerId="LiveId" clId="{A631849A-FE2E-4D2F-A2E6-41A2D3869678}" dt="2020-04-01T22:32:56.290" v="6265"/>
          <ac:spMkLst>
            <pc:docMk/>
            <pc:sldMk cId="0" sldId="289"/>
            <ac:spMk id="22" creationId="{E18D3C5C-9251-479E-A990-D2C367C73F9C}"/>
          </ac:spMkLst>
        </pc:spChg>
        <pc:spChg chg="add del mod">
          <ac:chgData name="Deep Singh" userId="218171febb998cc3" providerId="LiveId" clId="{A631849A-FE2E-4D2F-A2E6-41A2D3869678}" dt="2020-04-02T04:33:47.914" v="7115" actId="207"/>
          <ac:spMkLst>
            <pc:docMk/>
            <pc:sldMk cId="0" sldId="289"/>
            <ac:spMk id="191" creationId="{00000000-0000-0000-0000-000000000000}"/>
          </ac:spMkLst>
        </pc:spChg>
        <pc:spChg chg="mod">
          <ac:chgData name="Deep Singh" userId="218171febb998cc3" providerId="LiveId" clId="{A631849A-FE2E-4D2F-A2E6-41A2D3869678}" dt="2020-04-01T22:33:38.807" v="6272" actId="113"/>
          <ac:spMkLst>
            <pc:docMk/>
            <pc:sldMk cId="0" sldId="289"/>
            <ac:spMk id="192" creationId="{00000000-0000-0000-0000-000000000000}"/>
          </ac:spMkLst>
        </pc:spChg>
        <pc:spChg chg="mod">
          <ac:chgData name="Deep Singh" userId="218171febb998cc3" providerId="LiveId" clId="{A631849A-FE2E-4D2F-A2E6-41A2D3869678}" dt="2020-04-01T22:32:48.916" v="6263" actId="20577"/>
          <ac:spMkLst>
            <pc:docMk/>
            <pc:sldMk cId="0" sldId="289"/>
            <ac:spMk id="194" creationId="{00000000-0000-0000-0000-000000000000}"/>
          </ac:spMkLst>
        </pc:spChg>
        <pc:spChg chg="mod">
          <ac:chgData name="Deep Singh" userId="218171febb998cc3" providerId="LiveId" clId="{A631849A-FE2E-4D2F-A2E6-41A2D3869678}" dt="2020-04-01T22:33:07.152" v="6268"/>
          <ac:spMkLst>
            <pc:docMk/>
            <pc:sldMk cId="0" sldId="289"/>
            <ac:spMk id="196" creationId="{00000000-0000-0000-0000-000000000000}"/>
          </ac:spMkLst>
        </pc:spChg>
        <pc:spChg chg="mod">
          <ac:chgData name="Deep Singh" userId="218171febb998cc3" providerId="LiveId" clId="{A631849A-FE2E-4D2F-A2E6-41A2D3869678}" dt="2020-04-01T22:31:24.626" v="6167" actId="20577"/>
          <ac:spMkLst>
            <pc:docMk/>
            <pc:sldMk cId="0" sldId="289"/>
            <ac:spMk id="198" creationId="{00000000-0000-0000-0000-000000000000}"/>
          </ac:spMkLst>
        </pc:spChg>
        <pc:spChg chg="mod">
          <ac:chgData name="Deep Singh" userId="218171febb998cc3" providerId="LiveId" clId="{A631849A-FE2E-4D2F-A2E6-41A2D3869678}" dt="2020-04-01T22:32:21.360" v="6210" actId="20577"/>
          <ac:spMkLst>
            <pc:docMk/>
            <pc:sldMk cId="0" sldId="289"/>
            <ac:spMk id="200" creationId="{00000000-0000-0000-0000-000000000000}"/>
          </ac:spMkLst>
        </pc:spChg>
        <pc:spChg chg="mod">
          <ac:chgData name="Deep Singh" userId="218171febb998cc3" providerId="LiveId" clId="{A631849A-FE2E-4D2F-A2E6-41A2D3869678}" dt="2020-04-01T22:32:28.871" v="6224" actId="20577"/>
          <ac:spMkLst>
            <pc:docMk/>
            <pc:sldMk cId="0" sldId="289"/>
            <ac:spMk id="202" creationId="{00000000-0000-0000-0000-000000000000}"/>
          </ac:spMkLst>
        </pc:spChg>
        <pc:spChg chg="mod">
          <ac:chgData name="Deep Singh" userId="218171febb998cc3" providerId="LiveId" clId="{A631849A-FE2E-4D2F-A2E6-41A2D3869678}" dt="2020-04-01T22:33:02.332" v="6266"/>
          <ac:spMkLst>
            <pc:docMk/>
            <pc:sldMk cId="0" sldId="289"/>
            <ac:spMk id="204" creationId="{00000000-0000-0000-0000-000000000000}"/>
          </ac:spMkLst>
        </pc:spChg>
        <pc:spChg chg="mod">
          <ac:chgData name="Deep Singh" userId="218171febb998cc3" providerId="LiveId" clId="{A631849A-FE2E-4D2F-A2E6-41A2D3869678}" dt="2020-04-01T22:32:42.191" v="6250" actId="20577"/>
          <ac:spMkLst>
            <pc:docMk/>
            <pc:sldMk cId="0" sldId="289"/>
            <ac:spMk id="206" creationId="{00000000-0000-0000-0000-000000000000}"/>
          </ac:spMkLst>
        </pc:spChg>
        <pc:spChg chg="mod">
          <ac:chgData name="Deep Singh" userId="218171febb998cc3" providerId="LiveId" clId="{A631849A-FE2E-4D2F-A2E6-41A2D3869678}" dt="2020-04-01T22:33:04.543" v="6267"/>
          <ac:spMkLst>
            <pc:docMk/>
            <pc:sldMk cId="0" sldId="289"/>
            <ac:spMk id="208" creationId="{00000000-0000-0000-0000-000000000000}"/>
          </ac:spMkLst>
        </pc:spChg>
        <pc:picChg chg="mod">
          <ac:chgData name="Deep Singh" userId="218171febb998cc3" providerId="LiveId" clId="{A631849A-FE2E-4D2F-A2E6-41A2D3869678}" dt="2020-04-01T22:31:00.788" v="6148" actId="1076"/>
          <ac:picMkLst>
            <pc:docMk/>
            <pc:sldMk cId="0" sldId="289"/>
            <ac:picMk id="197" creationId="{00000000-0000-0000-0000-000000000000}"/>
          </ac:picMkLst>
        </pc:picChg>
        <pc:picChg chg="mod">
          <ac:chgData name="Deep Singh" userId="218171febb998cc3" providerId="LiveId" clId="{A631849A-FE2E-4D2F-A2E6-41A2D3869678}" dt="2020-04-01T22:33:16.361" v="6270" actId="1076"/>
          <ac:picMkLst>
            <pc:docMk/>
            <pc:sldMk cId="0" sldId="289"/>
            <ac:picMk id="201" creationId="{00000000-0000-0000-0000-000000000000}"/>
          </ac:picMkLst>
        </pc:picChg>
      </pc:sldChg>
      <pc:sldChg chg="addSp delSp modSp add">
        <pc:chgData name="Deep Singh" userId="218171febb998cc3" providerId="LiveId" clId="{A631849A-FE2E-4D2F-A2E6-41A2D3869678}" dt="2020-04-02T15:43:30.687" v="9567" actId="27636"/>
        <pc:sldMkLst>
          <pc:docMk/>
          <pc:sldMk cId="3446036230" sldId="291"/>
        </pc:sldMkLst>
        <pc:spChg chg="mod">
          <ac:chgData name="Deep Singh" userId="218171febb998cc3" providerId="LiveId" clId="{A631849A-FE2E-4D2F-A2E6-41A2D3869678}" dt="2020-04-02T15:43:30.687" v="9567" actId="27636"/>
          <ac:spMkLst>
            <pc:docMk/>
            <pc:sldMk cId="3446036230" sldId="291"/>
            <ac:spMk id="2" creationId="{1F0DE467-6745-433F-BFAF-64A785506820}"/>
          </ac:spMkLst>
        </pc:spChg>
        <pc:spChg chg="mod">
          <ac:chgData name="Deep Singh" userId="218171febb998cc3" providerId="LiveId" clId="{A631849A-FE2E-4D2F-A2E6-41A2D3869678}" dt="2020-04-02T04:28:21.340" v="7066" actId="20577"/>
          <ac:spMkLst>
            <pc:docMk/>
            <pc:sldMk cId="3446036230" sldId="291"/>
            <ac:spMk id="20" creationId="{80D993F9-6136-467F-9736-C46E90A2E191}"/>
          </ac:spMkLst>
        </pc:spChg>
        <pc:spChg chg="del">
          <ac:chgData name="Deep Singh" userId="218171febb998cc3" providerId="LiveId" clId="{A631849A-FE2E-4D2F-A2E6-41A2D3869678}" dt="2020-04-01T22:36:09.736" v="6283" actId="478"/>
          <ac:spMkLst>
            <pc:docMk/>
            <pc:sldMk cId="3446036230" sldId="291"/>
            <ac:spMk id="21" creationId="{C3CD0FBF-F292-4EEF-86F5-76486342E380}"/>
          </ac:spMkLst>
        </pc:spChg>
        <pc:spChg chg="del">
          <ac:chgData name="Deep Singh" userId="218171febb998cc3" providerId="LiveId" clId="{A631849A-FE2E-4D2F-A2E6-41A2D3869678}" dt="2020-04-01T22:36:02.119" v="6280" actId="478"/>
          <ac:spMkLst>
            <pc:docMk/>
            <pc:sldMk cId="3446036230" sldId="291"/>
            <ac:spMk id="22" creationId="{E9DAEF54-2714-4509-A0AA-828250ADF659}"/>
          </ac:spMkLst>
        </pc:spChg>
        <pc:spChg chg="del">
          <ac:chgData name="Deep Singh" userId="218171febb998cc3" providerId="LiveId" clId="{A631849A-FE2E-4D2F-A2E6-41A2D3869678}" dt="2020-04-01T22:36:02.119" v="6280" actId="478"/>
          <ac:spMkLst>
            <pc:docMk/>
            <pc:sldMk cId="3446036230" sldId="291"/>
            <ac:spMk id="37" creationId="{358AEACC-457B-4D31-90FE-068A1D6B5B3F}"/>
          </ac:spMkLst>
        </pc:spChg>
        <pc:spChg chg="del">
          <ac:chgData name="Deep Singh" userId="218171febb998cc3" providerId="LiveId" clId="{A631849A-FE2E-4D2F-A2E6-41A2D3869678}" dt="2020-04-01T22:36:02.119" v="6280" actId="478"/>
          <ac:spMkLst>
            <pc:docMk/>
            <pc:sldMk cId="3446036230" sldId="291"/>
            <ac:spMk id="38" creationId="{8A56B29E-E6AB-4277-8D33-5B6D8D32C263}"/>
          </ac:spMkLst>
        </pc:spChg>
        <pc:spChg chg="del">
          <ac:chgData name="Deep Singh" userId="218171febb998cc3" providerId="LiveId" clId="{A631849A-FE2E-4D2F-A2E6-41A2D3869678}" dt="2020-04-01T22:36:04.199" v="6281" actId="478"/>
          <ac:spMkLst>
            <pc:docMk/>
            <pc:sldMk cId="3446036230" sldId="291"/>
            <ac:spMk id="39" creationId="{FC600905-D24E-4782-AD4F-938A835C882D}"/>
          </ac:spMkLst>
        </pc:spChg>
        <pc:spChg chg="mod">
          <ac:chgData name="Deep Singh" userId="218171febb998cc3" providerId="LiveId" clId="{A631849A-FE2E-4D2F-A2E6-41A2D3869678}" dt="2020-04-02T04:18:58.475" v="7034" actId="1038"/>
          <ac:spMkLst>
            <pc:docMk/>
            <pc:sldMk cId="3446036230" sldId="291"/>
            <ac:spMk id="40" creationId="{40779E1D-6B63-4DB9-96FA-FE73314FEC42}"/>
          </ac:spMkLst>
        </pc:spChg>
        <pc:spChg chg="mod">
          <ac:chgData name="Deep Singh" userId="218171febb998cc3" providerId="LiveId" clId="{A631849A-FE2E-4D2F-A2E6-41A2D3869678}" dt="2020-04-02T04:18:58.475" v="7034" actId="1038"/>
          <ac:spMkLst>
            <pc:docMk/>
            <pc:sldMk cId="3446036230" sldId="291"/>
            <ac:spMk id="41" creationId="{11B18783-14B5-4DA5-ADE4-39B1ABCD9DDC}"/>
          </ac:spMkLst>
        </pc:spChg>
        <pc:spChg chg="mod">
          <ac:chgData name="Deep Singh" userId="218171febb998cc3" providerId="LiveId" clId="{A631849A-FE2E-4D2F-A2E6-41A2D3869678}" dt="2020-04-02T04:18:58.475" v="7034" actId="1038"/>
          <ac:spMkLst>
            <pc:docMk/>
            <pc:sldMk cId="3446036230" sldId="291"/>
            <ac:spMk id="42" creationId="{E11EC0FA-EFA9-4A6E-BD97-0C93FF484FE4}"/>
          </ac:spMkLst>
        </pc:spChg>
        <pc:spChg chg="del">
          <ac:chgData name="Deep Singh" userId="218171febb998cc3" providerId="LiveId" clId="{A631849A-FE2E-4D2F-A2E6-41A2D3869678}" dt="2020-04-01T22:36:02.119" v="6280" actId="478"/>
          <ac:spMkLst>
            <pc:docMk/>
            <pc:sldMk cId="3446036230" sldId="291"/>
            <ac:spMk id="43" creationId="{04B3DD6E-AD75-4E01-9401-9780AAA4BDAD}"/>
          </ac:spMkLst>
        </pc:spChg>
        <pc:spChg chg="del">
          <ac:chgData name="Deep Singh" userId="218171febb998cc3" providerId="LiveId" clId="{A631849A-FE2E-4D2F-A2E6-41A2D3869678}" dt="2020-04-01T22:36:02.119" v="6280" actId="478"/>
          <ac:spMkLst>
            <pc:docMk/>
            <pc:sldMk cId="3446036230" sldId="291"/>
            <ac:spMk id="44" creationId="{865EDF38-1842-45DD-931E-F37C9832FEC9}"/>
          </ac:spMkLst>
        </pc:spChg>
        <pc:spChg chg="del">
          <ac:chgData name="Deep Singh" userId="218171febb998cc3" providerId="LiveId" clId="{A631849A-FE2E-4D2F-A2E6-41A2D3869678}" dt="2020-04-01T22:36:07.436" v="6282" actId="478"/>
          <ac:spMkLst>
            <pc:docMk/>
            <pc:sldMk cId="3446036230" sldId="291"/>
            <ac:spMk id="45" creationId="{2DDD7A5B-22AF-45E2-94D6-140155308E0E}"/>
          </ac:spMkLst>
        </pc:spChg>
        <pc:grpChg chg="del">
          <ac:chgData name="Deep Singh" userId="218171febb998cc3" providerId="LiveId" clId="{A631849A-FE2E-4D2F-A2E6-41A2D3869678}" dt="2020-04-01T22:36:02.119" v="6280" actId="478"/>
          <ac:grpSpMkLst>
            <pc:docMk/>
            <pc:sldMk cId="3446036230" sldId="291"/>
            <ac:grpSpMk id="46" creationId="{E1F18B7B-027D-4470-9626-1DCBA32262B2}"/>
          </ac:grpSpMkLst>
        </pc:grpChg>
        <pc:grpChg chg="del">
          <ac:chgData name="Deep Singh" userId="218171febb998cc3" providerId="LiveId" clId="{A631849A-FE2E-4D2F-A2E6-41A2D3869678}" dt="2020-04-01T22:36:02.119" v="6280" actId="478"/>
          <ac:grpSpMkLst>
            <pc:docMk/>
            <pc:sldMk cId="3446036230" sldId="291"/>
            <ac:grpSpMk id="49" creationId="{A6DA75F5-4717-4EEC-9C77-5B418B281EDA}"/>
          </ac:grpSpMkLst>
        </pc:grpChg>
        <pc:grpChg chg="mod">
          <ac:chgData name="Deep Singh" userId="218171febb998cc3" providerId="LiveId" clId="{A631849A-FE2E-4D2F-A2E6-41A2D3869678}" dt="2020-04-02T04:18:58.475" v="7034" actId="1038"/>
          <ac:grpSpMkLst>
            <pc:docMk/>
            <pc:sldMk cId="3446036230" sldId="291"/>
            <ac:grpSpMk id="52" creationId="{2AC22BD6-20AC-47D5-9E7D-DAF995097A5C}"/>
          </ac:grpSpMkLst>
        </pc:grpChg>
        <pc:grpChg chg="del">
          <ac:chgData name="Deep Singh" userId="218171febb998cc3" providerId="LiveId" clId="{A631849A-FE2E-4D2F-A2E6-41A2D3869678}" dt="2020-04-01T22:35:54.732" v="6279" actId="478"/>
          <ac:grpSpMkLst>
            <pc:docMk/>
            <pc:sldMk cId="3446036230" sldId="291"/>
            <ac:grpSpMk id="55" creationId="{C973E429-A742-405C-A954-D74E998D9920}"/>
          </ac:grpSpMkLst>
        </pc:grpChg>
        <pc:picChg chg="add del mod">
          <ac:chgData name="Deep Singh" userId="218171febb998cc3" providerId="LiveId" clId="{A631849A-FE2E-4D2F-A2E6-41A2D3869678}" dt="2020-04-01T22:37:32.693" v="6321"/>
          <ac:picMkLst>
            <pc:docMk/>
            <pc:sldMk cId="3446036230" sldId="291"/>
            <ac:picMk id="4" creationId="{0E829B66-51B0-46EC-8589-C1EAADDAD808}"/>
          </ac:picMkLst>
        </pc:picChg>
        <pc:picChg chg="add del mod">
          <ac:chgData name="Deep Singh" userId="218171febb998cc3" providerId="LiveId" clId="{A631849A-FE2E-4D2F-A2E6-41A2D3869678}" dt="2020-04-02T00:20:51.054" v="6706" actId="478"/>
          <ac:picMkLst>
            <pc:docMk/>
            <pc:sldMk cId="3446036230" sldId="291"/>
            <ac:picMk id="5" creationId="{F1D148FA-E3D8-459E-9193-C3B83F2241C9}"/>
          </ac:picMkLst>
        </pc:picChg>
        <pc:picChg chg="add del mod">
          <ac:chgData name="Deep Singh" userId="218171febb998cc3" providerId="LiveId" clId="{A631849A-FE2E-4D2F-A2E6-41A2D3869678}" dt="2020-04-02T04:14:42.291" v="6851" actId="478"/>
          <ac:picMkLst>
            <pc:docMk/>
            <pc:sldMk cId="3446036230" sldId="291"/>
            <ac:picMk id="6" creationId="{AA1FC5F0-79EF-4167-BBE2-B8729E62792B}"/>
          </ac:picMkLst>
        </pc:picChg>
        <pc:picChg chg="add del">
          <ac:chgData name="Deep Singh" userId="218171febb998cc3" providerId="LiveId" clId="{A631849A-FE2E-4D2F-A2E6-41A2D3869678}" dt="2020-04-02T03:37:33.707" v="6831"/>
          <ac:picMkLst>
            <pc:docMk/>
            <pc:sldMk cId="3446036230" sldId="291"/>
            <ac:picMk id="7" creationId="{1BFDC95B-31C5-486C-8EBA-9026BFC2B149}"/>
          </ac:picMkLst>
        </pc:picChg>
        <pc:picChg chg="add del mod">
          <ac:chgData name="Deep Singh" userId="218171febb998cc3" providerId="LiveId" clId="{A631849A-FE2E-4D2F-A2E6-41A2D3869678}" dt="2020-04-02T04:26:48.432" v="7040" actId="478"/>
          <ac:picMkLst>
            <pc:docMk/>
            <pc:sldMk cId="3446036230" sldId="291"/>
            <ac:picMk id="8" creationId="{821A30A3-C655-491D-BC9E-D5378B2BAF2F}"/>
          </ac:picMkLst>
        </pc:picChg>
        <pc:picChg chg="add mod">
          <ac:chgData name="Deep Singh" userId="218171febb998cc3" providerId="LiveId" clId="{A631849A-FE2E-4D2F-A2E6-41A2D3869678}" dt="2020-04-02T04:27:16.494" v="7045" actId="1076"/>
          <ac:picMkLst>
            <pc:docMk/>
            <pc:sldMk cId="3446036230" sldId="291"/>
            <ac:picMk id="9" creationId="{280197B6-8000-4D71-B1DE-892FEE79D5FB}"/>
          </ac:picMkLst>
        </pc:picChg>
        <pc:picChg chg="del">
          <ac:chgData name="Deep Singh" userId="218171febb998cc3" providerId="LiveId" clId="{A631849A-FE2E-4D2F-A2E6-41A2D3869678}" dt="2020-04-01T22:36:02.119" v="6280" actId="478"/>
          <ac:picMkLst>
            <pc:docMk/>
            <pc:sldMk cId="3446036230" sldId="291"/>
            <ac:picMk id="58" creationId="{DE7793AB-20C9-490D-8DB4-0F1840E470AB}"/>
          </ac:picMkLst>
        </pc:picChg>
        <pc:picChg chg="mod">
          <ac:chgData name="Deep Singh" userId="218171febb998cc3" providerId="LiveId" clId="{A631849A-FE2E-4D2F-A2E6-41A2D3869678}" dt="2020-04-02T04:18:58.475" v="7034" actId="1038"/>
          <ac:picMkLst>
            <pc:docMk/>
            <pc:sldMk cId="3446036230" sldId="291"/>
            <ac:picMk id="59" creationId="{783B87F1-8D02-4A15-843A-E52E38EC883C}"/>
          </ac:picMkLst>
        </pc:picChg>
        <pc:picChg chg="del">
          <ac:chgData name="Deep Singh" userId="218171febb998cc3" providerId="LiveId" clId="{A631849A-FE2E-4D2F-A2E6-41A2D3869678}" dt="2020-04-01T22:36:02.119" v="6280" actId="478"/>
          <ac:picMkLst>
            <pc:docMk/>
            <pc:sldMk cId="3446036230" sldId="291"/>
            <ac:picMk id="60" creationId="{28F93E0E-5167-450A-92D8-036786257553}"/>
          </ac:picMkLst>
        </pc:picChg>
        <pc:picChg chg="del">
          <ac:chgData name="Deep Singh" userId="218171febb998cc3" providerId="LiveId" clId="{A631849A-FE2E-4D2F-A2E6-41A2D3869678}" dt="2020-04-01T22:36:02.119" v="6280" actId="478"/>
          <ac:picMkLst>
            <pc:docMk/>
            <pc:sldMk cId="3446036230" sldId="291"/>
            <ac:picMk id="61" creationId="{50C2A500-EC48-42AB-A5BD-65C777C51FAE}"/>
          </ac:picMkLst>
        </pc:picChg>
      </pc:sldChg>
      <pc:sldChg chg="addSp delSp modSp add ord">
        <pc:chgData name="Deep Singh" userId="218171febb998cc3" providerId="LiveId" clId="{A631849A-FE2E-4D2F-A2E6-41A2D3869678}" dt="2020-04-02T16:28:48.537" v="11210" actId="478"/>
        <pc:sldMkLst>
          <pc:docMk/>
          <pc:sldMk cId="3374568400" sldId="292"/>
        </pc:sldMkLst>
        <pc:spChg chg="mod">
          <ac:chgData name="Deep Singh" userId="218171febb998cc3" providerId="LiveId" clId="{A631849A-FE2E-4D2F-A2E6-41A2D3869678}" dt="2020-04-02T15:43:30.708" v="9570" actId="27636"/>
          <ac:spMkLst>
            <pc:docMk/>
            <pc:sldMk cId="3374568400" sldId="292"/>
            <ac:spMk id="2" creationId="{1F0DE467-6745-433F-BFAF-64A785506820}"/>
          </ac:spMkLst>
        </pc:spChg>
        <pc:spChg chg="del mod">
          <ac:chgData name="Deep Singh" userId="218171febb998cc3" providerId="LiveId" clId="{A631849A-FE2E-4D2F-A2E6-41A2D3869678}" dt="2020-04-02T04:29:09.373" v="7076" actId="478"/>
          <ac:spMkLst>
            <pc:docMk/>
            <pc:sldMk cId="3374568400" sldId="292"/>
            <ac:spMk id="20" creationId="{80D993F9-6136-467F-9736-C46E90A2E191}"/>
          </ac:spMkLst>
        </pc:spChg>
        <pc:spChg chg="del">
          <ac:chgData name="Deep Singh" userId="218171febb998cc3" providerId="LiveId" clId="{A631849A-FE2E-4D2F-A2E6-41A2D3869678}" dt="2020-04-02T04:30:25.178" v="7088" actId="478"/>
          <ac:spMkLst>
            <pc:docMk/>
            <pc:sldMk cId="3374568400" sldId="292"/>
            <ac:spMk id="21" creationId="{C3CD0FBF-F292-4EEF-86F5-76486342E380}"/>
          </ac:spMkLst>
        </pc:spChg>
        <pc:spChg chg="del">
          <ac:chgData name="Deep Singh" userId="218171febb998cc3" providerId="LiveId" clId="{A631849A-FE2E-4D2F-A2E6-41A2D3869678}" dt="2020-04-02T04:29:14.834" v="7078" actId="478"/>
          <ac:spMkLst>
            <pc:docMk/>
            <pc:sldMk cId="3374568400" sldId="292"/>
            <ac:spMk id="22" creationId="{E9DAEF54-2714-4509-A0AA-828250ADF659}"/>
          </ac:spMkLst>
        </pc:spChg>
        <pc:spChg chg="add">
          <ac:chgData name="Deep Singh" userId="218171febb998cc3" providerId="LiveId" clId="{A631849A-FE2E-4D2F-A2E6-41A2D3869678}" dt="2020-04-02T04:29:10.303" v="7077"/>
          <ac:spMkLst>
            <pc:docMk/>
            <pc:sldMk cId="3374568400" sldId="292"/>
            <ac:spMk id="35" creationId="{E39CA32A-F1E7-46E6-B41D-9D12DDF4E77E}"/>
          </ac:spMkLst>
        </pc:spChg>
        <pc:spChg chg="add">
          <ac:chgData name="Deep Singh" userId="218171febb998cc3" providerId="LiveId" clId="{A631849A-FE2E-4D2F-A2E6-41A2D3869678}" dt="2020-04-02T04:29:21.356" v="7079"/>
          <ac:spMkLst>
            <pc:docMk/>
            <pc:sldMk cId="3374568400" sldId="292"/>
            <ac:spMk id="36" creationId="{0FADA108-09AA-4674-A9D2-34B3F736A3DD}"/>
          </ac:spMkLst>
        </pc:spChg>
        <pc:spChg chg="del">
          <ac:chgData name="Deep Singh" userId="218171febb998cc3" providerId="LiveId" clId="{A631849A-FE2E-4D2F-A2E6-41A2D3869678}" dt="2020-04-02T04:29:14.834" v="7078" actId="478"/>
          <ac:spMkLst>
            <pc:docMk/>
            <pc:sldMk cId="3374568400" sldId="292"/>
            <ac:spMk id="37" creationId="{358AEACC-457B-4D31-90FE-068A1D6B5B3F}"/>
          </ac:spMkLst>
        </pc:spChg>
        <pc:spChg chg="del">
          <ac:chgData name="Deep Singh" userId="218171febb998cc3" providerId="LiveId" clId="{A631849A-FE2E-4D2F-A2E6-41A2D3869678}" dt="2020-04-02T04:29:14.834" v="7078" actId="478"/>
          <ac:spMkLst>
            <pc:docMk/>
            <pc:sldMk cId="3374568400" sldId="292"/>
            <ac:spMk id="38" creationId="{8A56B29E-E6AB-4277-8D33-5B6D8D32C263}"/>
          </ac:spMkLst>
        </pc:spChg>
        <pc:spChg chg="del">
          <ac:chgData name="Deep Singh" userId="218171febb998cc3" providerId="LiveId" clId="{A631849A-FE2E-4D2F-A2E6-41A2D3869678}" dt="2020-04-02T00:17:54.312" v="6513" actId="478"/>
          <ac:spMkLst>
            <pc:docMk/>
            <pc:sldMk cId="3374568400" sldId="292"/>
            <ac:spMk id="39" creationId="{FC600905-D24E-4782-AD4F-938A835C882D}"/>
          </ac:spMkLst>
        </pc:spChg>
        <pc:spChg chg="del mod">
          <ac:chgData name="Deep Singh" userId="218171febb998cc3" providerId="LiveId" clId="{A631849A-FE2E-4D2F-A2E6-41A2D3869678}" dt="2020-04-02T04:16:38.868" v="6912" actId="478"/>
          <ac:spMkLst>
            <pc:docMk/>
            <pc:sldMk cId="3374568400" sldId="292"/>
            <ac:spMk id="40" creationId="{40779E1D-6B63-4DB9-96FA-FE73314FEC42}"/>
          </ac:spMkLst>
        </pc:spChg>
        <pc:spChg chg="add del mod">
          <ac:chgData name="Deep Singh" userId="218171febb998cc3" providerId="LiveId" clId="{A631849A-FE2E-4D2F-A2E6-41A2D3869678}" dt="2020-04-02T04:16:38.868" v="6912" actId="478"/>
          <ac:spMkLst>
            <pc:docMk/>
            <pc:sldMk cId="3374568400" sldId="292"/>
            <ac:spMk id="41" creationId="{11B18783-14B5-4DA5-ADE4-39B1ABCD9DDC}"/>
          </ac:spMkLst>
        </pc:spChg>
        <pc:spChg chg="add del mod">
          <ac:chgData name="Deep Singh" userId="218171febb998cc3" providerId="LiveId" clId="{A631849A-FE2E-4D2F-A2E6-41A2D3869678}" dt="2020-04-02T04:16:38.868" v="6912" actId="478"/>
          <ac:spMkLst>
            <pc:docMk/>
            <pc:sldMk cId="3374568400" sldId="292"/>
            <ac:spMk id="42" creationId="{E11EC0FA-EFA9-4A6E-BD97-0C93FF484FE4}"/>
          </ac:spMkLst>
        </pc:spChg>
        <pc:spChg chg="del">
          <ac:chgData name="Deep Singh" userId="218171febb998cc3" providerId="LiveId" clId="{A631849A-FE2E-4D2F-A2E6-41A2D3869678}" dt="2020-04-02T04:29:14.834" v="7078" actId="478"/>
          <ac:spMkLst>
            <pc:docMk/>
            <pc:sldMk cId="3374568400" sldId="292"/>
            <ac:spMk id="43" creationId="{04B3DD6E-AD75-4E01-9401-9780AAA4BDAD}"/>
          </ac:spMkLst>
        </pc:spChg>
        <pc:spChg chg="del">
          <ac:chgData name="Deep Singh" userId="218171febb998cc3" providerId="LiveId" clId="{A631849A-FE2E-4D2F-A2E6-41A2D3869678}" dt="2020-04-02T04:30:25.178" v="7088" actId="478"/>
          <ac:spMkLst>
            <pc:docMk/>
            <pc:sldMk cId="3374568400" sldId="292"/>
            <ac:spMk id="44" creationId="{865EDF38-1842-45DD-931E-F37C9832FEC9}"/>
          </ac:spMkLst>
        </pc:spChg>
        <pc:spChg chg="del">
          <ac:chgData name="Deep Singh" userId="218171febb998cc3" providerId="LiveId" clId="{A631849A-FE2E-4D2F-A2E6-41A2D3869678}" dt="2020-04-02T00:17:58.286" v="6514" actId="478"/>
          <ac:spMkLst>
            <pc:docMk/>
            <pc:sldMk cId="3374568400" sldId="292"/>
            <ac:spMk id="45" creationId="{2DDD7A5B-22AF-45E2-94D6-140155308E0E}"/>
          </ac:spMkLst>
        </pc:spChg>
        <pc:spChg chg="add mod">
          <ac:chgData name="Deep Singh" userId="218171febb998cc3" providerId="LiveId" clId="{A631849A-FE2E-4D2F-A2E6-41A2D3869678}" dt="2020-04-02T04:30:21.125" v="7087" actId="20577"/>
          <ac:spMkLst>
            <pc:docMk/>
            <pc:sldMk cId="3374568400" sldId="292"/>
            <ac:spMk id="63" creationId="{8B2174FA-71C4-4228-8CAE-8AE9C98CFE94}"/>
          </ac:spMkLst>
        </pc:spChg>
        <pc:spChg chg="add del">
          <ac:chgData name="Deep Singh" userId="218171febb998cc3" providerId="LiveId" clId="{A631849A-FE2E-4D2F-A2E6-41A2D3869678}" dt="2020-04-02T16:28:48.537" v="11210" actId="478"/>
          <ac:spMkLst>
            <pc:docMk/>
            <pc:sldMk cId="3374568400" sldId="292"/>
            <ac:spMk id="64" creationId="{666F9D6B-33D0-4B2F-81D3-B8E67E4D6437}"/>
          </ac:spMkLst>
        </pc:spChg>
        <pc:spChg chg="add del">
          <ac:chgData name="Deep Singh" userId="218171febb998cc3" providerId="LiveId" clId="{A631849A-FE2E-4D2F-A2E6-41A2D3869678}" dt="2020-04-02T04:29:58.101" v="7081" actId="478"/>
          <ac:spMkLst>
            <pc:docMk/>
            <pc:sldMk cId="3374568400" sldId="292"/>
            <ac:spMk id="65" creationId="{A8B1BC70-53B5-446E-9267-092819DB3B37}"/>
          </ac:spMkLst>
        </pc:spChg>
        <pc:spChg chg="add mod">
          <ac:chgData name="Deep Singh" userId="218171febb998cc3" providerId="LiveId" clId="{A631849A-FE2E-4D2F-A2E6-41A2D3869678}" dt="2020-04-02T04:30:07.766" v="7083" actId="1076"/>
          <ac:spMkLst>
            <pc:docMk/>
            <pc:sldMk cId="3374568400" sldId="292"/>
            <ac:spMk id="70" creationId="{98765653-DBD5-49E1-ABEC-41515B07E51F}"/>
          </ac:spMkLst>
        </pc:spChg>
        <pc:grpChg chg="del">
          <ac:chgData name="Deep Singh" userId="218171febb998cc3" providerId="LiveId" clId="{A631849A-FE2E-4D2F-A2E6-41A2D3869678}" dt="2020-04-02T04:30:25.178" v="7088" actId="478"/>
          <ac:grpSpMkLst>
            <pc:docMk/>
            <pc:sldMk cId="3374568400" sldId="292"/>
            <ac:grpSpMk id="46" creationId="{E1F18B7B-027D-4470-9626-1DCBA32262B2}"/>
          </ac:grpSpMkLst>
        </pc:grpChg>
        <pc:grpChg chg="del">
          <ac:chgData name="Deep Singh" userId="218171febb998cc3" providerId="LiveId" clId="{A631849A-FE2E-4D2F-A2E6-41A2D3869678}" dt="2020-04-02T04:29:14.834" v="7078" actId="478"/>
          <ac:grpSpMkLst>
            <pc:docMk/>
            <pc:sldMk cId="3374568400" sldId="292"/>
            <ac:grpSpMk id="49" creationId="{A6DA75F5-4717-4EEC-9C77-5B418B281EDA}"/>
          </ac:grpSpMkLst>
        </pc:grpChg>
        <pc:grpChg chg="add del">
          <ac:chgData name="Deep Singh" userId="218171febb998cc3" providerId="LiveId" clId="{A631849A-FE2E-4D2F-A2E6-41A2D3869678}" dt="2020-04-02T00:16:59.046" v="6480" actId="478"/>
          <ac:grpSpMkLst>
            <pc:docMk/>
            <pc:sldMk cId="3374568400" sldId="292"/>
            <ac:grpSpMk id="52" creationId="{2AC22BD6-20AC-47D5-9E7D-DAF995097A5C}"/>
          </ac:grpSpMkLst>
        </pc:grpChg>
        <pc:grpChg chg="del mod">
          <ac:chgData name="Deep Singh" userId="218171febb998cc3" providerId="LiveId" clId="{A631849A-FE2E-4D2F-A2E6-41A2D3869678}" dt="2020-04-02T04:16:38.868" v="6912" actId="478"/>
          <ac:grpSpMkLst>
            <pc:docMk/>
            <pc:sldMk cId="3374568400" sldId="292"/>
            <ac:grpSpMk id="55" creationId="{C973E429-A742-405C-A954-D74E998D9920}"/>
          </ac:grpSpMkLst>
        </pc:grpChg>
        <pc:grpChg chg="add">
          <ac:chgData name="Deep Singh" userId="218171febb998cc3" providerId="LiveId" clId="{A631849A-FE2E-4D2F-A2E6-41A2D3869678}" dt="2020-04-02T04:29:21.356" v="7079"/>
          <ac:grpSpMkLst>
            <pc:docMk/>
            <pc:sldMk cId="3374568400" sldId="292"/>
            <ac:grpSpMk id="66" creationId="{5C9B2CD9-1E3E-46E2-81BB-A032CBAE674E}"/>
          </ac:grpSpMkLst>
        </pc:grpChg>
        <pc:picChg chg="add del">
          <ac:chgData name="Deep Singh" userId="218171febb998cc3" providerId="LiveId" clId="{A631849A-FE2E-4D2F-A2E6-41A2D3869678}" dt="2020-04-02T04:30:37.096" v="7090"/>
          <ac:picMkLst>
            <pc:docMk/>
            <pc:sldMk cId="3374568400" sldId="292"/>
            <ac:picMk id="4" creationId="{A3D41DDF-2888-4E80-87DC-EFD8698D74E2}"/>
          </ac:picMkLst>
        </pc:picChg>
        <pc:picChg chg="add mod">
          <ac:chgData name="Deep Singh" userId="218171febb998cc3" providerId="LiveId" clId="{A631849A-FE2E-4D2F-A2E6-41A2D3869678}" dt="2020-04-02T04:30:59.814" v="7093" actId="1076"/>
          <ac:picMkLst>
            <pc:docMk/>
            <pc:sldMk cId="3374568400" sldId="292"/>
            <ac:picMk id="5" creationId="{2CF6ECC7-0F06-4462-AAC2-690B7C0D503C}"/>
          </ac:picMkLst>
        </pc:picChg>
        <pc:picChg chg="del">
          <ac:chgData name="Deep Singh" userId="218171febb998cc3" providerId="LiveId" clId="{A631849A-FE2E-4D2F-A2E6-41A2D3869678}" dt="2020-04-02T00:17:02.093" v="6481" actId="21"/>
          <ac:picMkLst>
            <pc:docMk/>
            <pc:sldMk cId="3374568400" sldId="292"/>
            <ac:picMk id="58" creationId="{DE7793AB-20C9-490D-8DB4-0F1840E470AB}"/>
          </ac:picMkLst>
        </pc:picChg>
        <pc:picChg chg="add del mod">
          <ac:chgData name="Deep Singh" userId="218171febb998cc3" providerId="LiveId" clId="{A631849A-FE2E-4D2F-A2E6-41A2D3869678}" dt="2020-04-02T04:16:38.868" v="6912" actId="478"/>
          <ac:picMkLst>
            <pc:docMk/>
            <pc:sldMk cId="3374568400" sldId="292"/>
            <ac:picMk id="59" creationId="{783B87F1-8D02-4A15-843A-E52E38EC883C}"/>
          </ac:picMkLst>
        </pc:picChg>
        <pc:picChg chg="del">
          <ac:chgData name="Deep Singh" userId="218171febb998cc3" providerId="LiveId" clId="{A631849A-FE2E-4D2F-A2E6-41A2D3869678}" dt="2020-04-02T04:29:14.834" v="7078" actId="478"/>
          <ac:picMkLst>
            <pc:docMk/>
            <pc:sldMk cId="3374568400" sldId="292"/>
            <ac:picMk id="60" creationId="{28F93E0E-5167-450A-92D8-036786257553}"/>
          </ac:picMkLst>
        </pc:picChg>
        <pc:picChg chg="del">
          <ac:chgData name="Deep Singh" userId="218171febb998cc3" providerId="LiveId" clId="{A631849A-FE2E-4D2F-A2E6-41A2D3869678}" dt="2020-04-02T04:30:25.178" v="7088" actId="478"/>
          <ac:picMkLst>
            <pc:docMk/>
            <pc:sldMk cId="3374568400" sldId="292"/>
            <ac:picMk id="61" creationId="{50C2A500-EC48-42AB-A5BD-65C777C51FAE}"/>
          </ac:picMkLst>
        </pc:picChg>
        <pc:picChg chg="add del">
          <ac:chgData name="Deep Singh" userId="218171febb998cc3" providerId="LiveId" clId="{A631849A-FE2E-4D2F-A2E6-41A2D3869678}" dt="2020-04-02T04:30:12.204" v="7084" actId="478"/>
          <ac:picMkLst>
            <pc:docMk/>
            <pc:sldMk cId="3374568400" sldId="292"/>
            <ac:picMk id="69" creationId="{A99F1350-14F8-40B6-9C31-887EA2B23E74}"/>
          </ac:picMkLst>
        </pc:picChg>
        <pc:picChg chg="add mod">
          <ac:chgData name="Deep Singh" userId="218171febb998cc3" providerId="LiveId" clId="{A631849A-FE2E-4D2F-A2E6-41A2D3869678}" dt="2020-04-02T04:30:18.822" v="7086" actId="1076"/>
          <ac:picMkLst>
            <pc:docMk/>
            <pc:sldMk cId="3374568400" sldId="292"/>
            <ac:picMk id="71" creationId="{1A9903A0-F2F7-4A9F-8014-E3FA1BD52342}"/>
          </ac:picMkLst>
        </pc:picChg>
      </pc:sldChg>
      <pc:sldChg chg="delSp add del ord">
        <pc:chgData name="Deep Singh" userId="218171febb998cc3" providerId="LiveId" clId="{A631849A-FE2E-4D2F-A2E6-41A2D3869678}" dt="2020-04-02T03:25:36.368" v="6828" actId="47"/>
        <pc:sldMkLst>
          <pc:docMk/>
          <pc:sldMk cId="2577946248" sldId="293"/>
        </pc:sldMkLst>
        <pc:spChg chg="del">
          <ac:chgData name="Deep Singh" userId="218171febb998cc3" providerId="LiveId" clId="{A631849A-FE2E-4D2F-A2E6-41A2D3869678}" dt="2020-04-02T00:19:13.115" v="6703" actId="478"/>
          <ac:spMkLst>
            <pc:docMk/>
            <pc:sldMk cId="2577946248" sldId="293"/>
            <ac:spMk id="21" creationId="{C3CD0FBF-F292-4EEF-86F5-76486342E380}"/>
          </ac:spMkLst>
        </pc:spChg>
        <pc:spChg chg="del">
          <ac:chgData name="Deep Singh" userId="218171febb998cc3" providerId="LiveId" clId="{A631849A-FE2E-4D2F-A2E6-41A2D3869678}" dt="2020-04-02T00:19:13.115" v="6703" actId="478"/>
          <ac:spMkLst>
            <pc:docMk/>
            <pc:sldMk cId="2577946248" sldId="293"/>
            <ac:spMk id="22" creationId="{E9DAEF54-2714-4509-A0AA-828250ADF659}"/>
          </ac:spMkLst>
        </pc:spChg>
        <pc:spChg chg="del">
          <ac:chgData name="Deep Singh" userId="218171febb998cc3" providerId="LiveId" clId="{A631849A-FE2E-4D2F-A2E6-41A2D3869678}" dt="2020-04-02T00:19:13.115" v="6703" actId="478"/>
          <ac:spMkLst>
            <pc:docMk/>
            <pc:sldMk cId="2577946248" sldId="293"/>
            <ac:spMk id="37" creationId="{358AEACC-457B-4D31-90FE-068A1D6B5B3F}"/>
          </ac:spMkLst>
        </pc:spChg>
        <pc:spChg chg="del">
          <ac:chgData name="Deep Singh" userId="218171febb998cc3" providerId="LiveId" clId="{A631849A-FE2E-4D2F-A2E6-41A2D3869678}" dt="2020-04-02T00:19:13.115" v="6703" actId="478"/>
          <ac:spMkLst>
            <pc:docMk/>
            <pc:sldMk cId="2577946248" sldId="293"/>
            <ac:spMk id="38" creationId="{8A56B29E-E6AB-4277-8D33-5B6D8D32C263}"/>
          </ac:spMkLst>
        </pc:spChg>
        <pc:spChg chg="del">
          <ac:chgData name="Deep Singh" userId="218171febb998cc3" providerId="LiveId" clId="{A631849A-FE2E-4D2F-A2E6-41A2D3869678}" dt="2020-04-02T00:19:13.115" v="6703" actId="478"/>
          <ac:spMkLst>
            <pc:docMk/>
            <pc:sldMk cId="2577946248" sldId="293"/>
            <ac:spMk id="43" creationId="{04B3DD6E-AD75-4E01-9401-9780AAA4BDAD}"/>
          </ac:spMkLst>
        </pc:spChg>
        <pc:spChg chg="del">
          <ac:chgData name="Deep Singh" userId="218171febb998cc3" providerId="LiveId" clId="{A631849A-FE2E-4D2F-A2E6-41A2D3869678}" dt="2020-04-02T00:19:13.115" v="6703" actId="478"/>
          <ac:spMkLst>
            <pc:docMk/>
            <pc:sldMk cId="2577946248" sldId="293"/>
            <ac:spMk id="44" creationId="{865EDF38-1842-45DD-931E-F37C9832FEC9}"/>
          </ac:spMkLst>
        </pc:spChg>
        <pc:grpChg chg="del">
          <ac:chgData name="Deep Singh" userId="218171febb998cc3" providerId="LiveId" clId="{A631849A-FE2E-4D2F-A2E6-41A2D3869678}" dt="2020-04-02T00:19:13.115" v="6703" actId="478"/>
          <ac:grpSpMkLst>
            <pc:docMk/>
            <pc:sldMk cId="2577946248" sldId="293"/>
            <ac:grpSpMk id="46" creationId="{E1F18B7B-027D-4470-9626-1DCBA32262B2}"/>
          </ac:grpSpMkLst>
        </pc:grpChg>
        <pc:grpChg chg="del">
          <ac:chgData name="Deep Singh" userId="218171febb998cc3" providerId="LiveId" clId="{A631849A-FE2E-4D2F-A2E6-41A2D3869678}" dt="2020-04-02T00:19:13.115" v="6703" actId="478"/>
          <ac:grpSpMkLst>
            <pc:docMk/>
            <pc:sldMk cId="2577946248" sldId="293"/>
            <ac:grpSpMk id="49" creationId="{A6DA75F5-4717-4EEC-9C77-5B418B281EDA}"/>
          </ac:grpSpMkLst>
        </pc:grpChg>
        <pc:picChg chg="del">
          <ac:chgData name="Deep Singh" userId="218171febb998cc3" providerId="LiveId" clId="{A631849A-FE2E-4D2F-A2E6-41A2D3869678}" dt="2020-04-02T00:19:13.115" v="6703" actId="478"/>
          <ac:picMkLst>
            <pc:docMk/>
            <pc:sldMk cId="2577946248" sldId="293"/>
            <ac:picMk id="60" creationId="{28F93E0E-5167-450A-92D8-036786257553}"/>
          </ac:picMkLst>
        </pc:picChg>
        <pc:picChg chg="del">
          <ac:chgData name="Deep Singh" userId="218171febb998cc3" providerId="LiveId" clId="{A631849A-FE2E-4D2F-A2E6-41A2D3869678}" dt="2020-04-02T00:19:13.115" v="6703" actId="478"/>
          <ac:picMkLst>
            <pc:docMk/>
            <pc:sldMk cId="2577946248" sldId="293"/>
            <ac:picMk id="61" creationId="{50C2A500-EC48-42AB-A5BD-65C777C51FAE}"/>
          </ac:picMkLst>
        </pc:picChg>
      </pc:sldChg>
      <pc:sldChg chg="addSp delSp modSp add del ord setBg delDesignElem">
        <pc:chgData name="Deep Singh" userId="218171febb998cc3" providerId="LiveId" clId="{A631849A-FE2E-4D2F-A2E6-41A2D3869678}" dt="2020-04-02T21:08:24.917" v="15295" actId="1076"/>
        <pc:sldMkLst>
          <pc:docMk/>
          <pc:sldMk cId="2673105863" sldId="293"/>
        </pc:sldMkLst>
        <pc:spChg chg="add del">
          <ac:chgData name="Deep Singh" userId="218171febb998cc3" providerId="LiveId" clId="{A631849A-FE2E-4D2F-A2E6-41A2D3869678}" dt="2020-04-02T21:06:07.344" v="15276"/>
          <ac:spMkLst>
            <pc:docMk/>
            <pc:sldMk cId="2673105863" sldId="293"/>
            <ac:spMk id="23" creationId="{867D4867-5BA7-4462-B2F6-A23F4A622AA7}"/>
          </ac:spMkLst>
        </pc:spChg>
        <pc:graphicFrameChg chg="add del mod">
          <ac:chgData name="Deep Singh" userId="218171febb998cc3" providerId="LiveId" clId="{A631849A-FE2E-4D2F-A2E6-41A2D3869678}" dt="2020-04-02T21:07:56.480" v="15290"/>
          <ac:graphicFrameMkLst>
            <pc:docMk/>
            <pc:sldMk cId="2673105863" sldId="293"/>
            <ac:graphicFrameMk id="9" creationId="{E191AD9D-873D-4C84-A92C-E69419838B85}"/>
          </ac:graphicFrameMkLst>
        </pc:graphicFrameChg>
        <pc:graphicFrameChg chg="add mod">
          <ac:chgData name="Deep Singh" userId="218171febb998cc3" providerId="LiveId" clId="{A631849A-FE2E-4D2F-A2E6-41A2D3869678}" dt="2020-04-02T21:08:24.917" v="15295" actId="1076"/>
          <ac:graphicFrameMkLst>
            <pc:docMk/>
            <pc:sldMk cId="2673105863" sldId="293"/>
            <ac:graphicFrameMk id="10" creationId="{CE1E7DC9-98EF-45CE-8A2B-78B3676001ED}"/>
          </ac:graphicFrameMkLst>
        </pc:graphicFrameChg>
        <pc:picChg chg="del">
          <ac:chgData name="Deep Singh" userId="218171febb998cc3" providerId="LiveId" clId="{A631849A-FE2E-4D2F-A2E6-41A2D3869678}" dt="2020-04-02T21:06:32.310" v="15279" actId="478"/>
          <ac:picMkLst>
            <pc:docMk/>
            <pc:sldMk cId="2673105863" sldId="293"/>
            <ac:picMk id="8" creationId="{7BBECDD0-B7D2-48A4-9032-928B9D3C19F7}"/>
          </ac:picMkLst>
        </pc:picChg>
      </pc:sldChg>
      <pc:sldChg chg="addSp delSp modSp add">
        <pc:chgData name="Deep Singh" userId="218171febb998cc3" providerId="LiveId" clId="{A631849A-FE2E-4D2F-A2E6-41A2D3869678}" dt="2020-04-02T15:43:30.692" v="9568" actId="27636"/>
        <pc:sldMkLst>
          <pc:docMk/>
          <pc:sldMk cId="2981203581" sldId="294"/>
        </pc:sldMkLst>
        <pc:spChg chg="mod">
          <ac:chgData name="Deep Singh" userId="218171febb998cc3" providerId="LiveId" clId="{A631849A-FE2E-4D2F-A2E6-41A2D3869678}" dt="2020-04-02T15:43:30.692" v="9568" actId="27636"/>
          <ac:spMkLst>
            <pc:docMk/>
            <pc:sldMk cId="2981203581" sldId="294"/>
            <ac:spMk id="2" creationId="{1F0DE467-6745-433F-BFAF-64A785506820}"/>
          </ac:spMkLst>
        </pc:spChg>
        <pc:spChg chg="add del mod">
          <ac:chgData name="Deep Singh" userId="218171febb998cc3" providerId="LiveId" clId="{A631849A-FE2E-4D2F-A2E6-41A2D3869678}" dt="2020-04-02T03:25:02.250" v="6822" actId="478"/>
          <ac:spMkLst>
            <pc:docMk/>
            <pc:sldMk cId="2981203581" sldId="294"/>
            <ac:spMk id="16" creationId="{9A351EEC-8DD4-43BD-ACBA-DCA770EEBDC5}"/>
          </ac:spMkLst>
        </pc:spChg>
        <pc:spChg chg="add del">
          <ac:chgData name="Deep Singh" userId="218171febb998cc3" providerId="LiveId" clId="{A631849A-FE2E-4D2F-A2E6-41A2D3869678}" dt="2020-04-02T04:28:30.315" v="7068"/>
          <ac:spMkLst>
            <pc:docMk/>
            <pc:sldMk cId="2981203581" sldId="294"/>
            <ac:spMk id="19" creationId="{2BC25EBF-3164-47E9-9143-1E37FAB2F20B}"/>
          </ac:spMkLst>
        </pc:spChg>
        <pc:spChg chg="del">
          <ac:chgData name="Deep Singh" userId="218171febb998cc3" providerId="LiveId" clId="{A631849A-FE2E-4D2F-A2E6-41A2D3869678}" dt="2020-04-02T04:28:31.763" v="7069" actId="478"/>
          <ac:spMkLst>
            <pc:docMk/>
            <pc:sldMk cId="2981203581" sldId="294"/>
            <ac:spMk id="20" creationId="{80D993F9-6136-467F-9736-C46E90A2E191}"/>
          </ac:spMkLst>
        </pc:spChg>
        <pc:spChg chg="add">
          <ac:chgData name="Deep Singh" userId="218171febb998cc3" providerId="LiveId" clId="{A631849A-FE2E-4D2F-A2E6-41A2D3869678}" dt="2020-04-02T04:28:32.695" v="7070"/>
          <ac:spMkLst>
            <pc:docMk/>
            <pc:sldMk cId="2981203581" sldId="294"/>
            <ac:spMk id="21" creationId="{959D47DE-ED4E-42F7-9196-61580FF4A129}"/>
          </ac:spMkLst>
        </pc:spChg>
        <pc:spChg chg="mod">
          <ac:chgData name="Deep Singh" userId="218171febb998cc3" providerId="LiveId" clId="{A631849A-FE2E-4D2F-A2E6-41A2D3869678}" dt="2020-04-02T04:18:49.905" v="7009" actId="1038"/>
          <ac:spMkLst>
            <pc:docMk/>
            <pc:sldMk cId="2981203581" sldId="294"/>
            <ac:spMk id="40" creationId="{40779E1D-6B63-4DB9-96FA-FE73314FEC42}"/>
          </ac:spMkLst>
        </pc:spChg>
        <pc:spChg chg="mod">
          <ac:chgData name="Deep Singh" userId="218171febb998cc3" providerId="LiveId" clId="{A631849A-FE2E-4D2F-A2E6-41A2D3869678}" dt="2020-04-02T04:18:49.905" v="7009" actId="1038"/>
          <ac:spMkLst>
            <pc:docMk/>
            <pc:sldMk cId="2981203581" sldId="294"/>
            <ac:spMk id="41" creationId="{11B18783-14B5-4DA5-ADE4-39B1ABCD9DDC}"/>
          </ac:spMkLst>
        </pc:spChg>
        <pc:spChg chg="mod">
          <ac:chgData name="Deep Singh" userId="218171febb998cc3" providerId="LiveId" clId="{A631849A-FE2E-4D2F-A2E6-41A2D3869678}" dt="2020-04-02T04:18:49.905" v="7009" actId="1038"/>
          <ac:spMkLst>
            <pc:docMk/>
            <pc:sldMk cId="2981203581" sldId="294"/>
            <ac:spMk id="42" creationId="{E11EC0FA-EFA9-4A6E-BD97-0C93FF484FE4}"/>
          </ac:spMkLst>
        </pc:spChg>
        <pc:spChg chg="mod">
          <ac:chgData name="Deep Singh" userId="218171febb998cc3" providerId="LiveId" clId="{A631849A-FE2E-4D2F-A2E6-41A2D3869678}" dt="2020-04-02T04:15:45.856" v="6856" actId="20577"/>
          <ac:spMkLst>
            <pc:docMk/>
            <pc:sldMk cId="2981203581" sldId="294"/>
            <ac:spMk id="53" creationId="{BF2FACD0-D85B-454E-A276-FD6143C80AEC}"/>
          </ac:spMkLst>
        </pc:spChg>
        <pc:grpChg chg="mod">
          <ac:chgData name="Deep Singh" userId="218171febb998cc3" providerId="LiveId" clId="{A631849A-FE2E-4D2F-A2E6-41A2D3869678}" dt="2020-04-02T04:18:49.905" v="7009" actId="1038"/>
          <ac:grpSpMkLst>
            <pc:docMk/>
            <pc:sldMk cId="2981203581" sldId="294"/>
            <ac:grpSpMk id="52" creationId="{2AC22BD6-20AC-47D5-9E7D-DAF995097A5C}"/>
          </ac:grpSpMkLst>
        </pc:grpChg>
        <pc:picChg chg="add del mod">
          <ac:chgData name="Deep Singh" userId="218171febb998cc3" providerId="LiveId" clId="{A631849A-FE2E-4D2F-A2E6-41A2D3869678}" dt="2020-04-02T04:27:34.316" v="7046" actId="478"/>
          <ac:picMkLst>
            <pc:docMk/>
            <pc:sldMk cId="2981203581" sldId="294"/>
            <ac:picMk id="4" creationId="{935D67D1-44E4-4384-9BF5-0231CE8D949B}"/>
          </ac:picMkLst>
        </pc:picChg>
        <pc:picChg chg="add mod">
          <ac:chgData name="Deep Singh" userId="218171febb998cc3" providerId="LiveId" clId="{A631849A-FE2E-4D2F-A2E6-41A2D3869678}" dt="2020-04-02T04:27:46.253" v="7049" actId="14100"/>
          <ac:picMkLst>
            <pc:docMk/>
            <pc:sldMk cId="2981203581" sldId="294"/>
            <ac:picMk id="5" creationId="{7DD2004E-5FB9-4E2C-A8E3-DE31660D273F}"/>
          </ac:picMkLst>
        </pc:picChg>
        <pc:picChg chg="del">
          <ac:chgData name="Deep Singh" userId="218171febb998cc3" providerId="LiveId" clId="{A631849A-FE2E-4D2F-A2E6-41A2D3869678}" dt="2020-04-02T04:16:00.829" v="6858" actId="478"/>
          <ac:picMkLst>
            <pc:docMk/>
            <pc:sldMk cId="2981203581" sldId="294"/>
            <ac:picMk id="6" creationId="{AA1FC5F0-79EF-4167-BBE2-B8729E62792B}"/>
          </ac:picMkLst>
        </pc:picChg>
        <pc:picChg chg="mod">
          <ac:chgData name="Deep Singh" userId="218171febb998cc3" providerId="LiveId" clId="{A631849A-FE2E-4D2F-A2E6-41A2D3869678}" dt="2020-04-02T04:18:49.905" v="7009" actId="1038"/>
          <ac:picMkLst>
            <pc:docMk/>
            <pc:sldMk cId="2981203581" sldId="294"/>
            <ac:picMk id="59" creationId="{783B87F1-8D02-4A15-843A-E52E38EC883C}"/>
          </ac:picMkLst>
        </pc:picChg>
      </pc:sldChg>
      <pc:sldChg chg="addSp delSp modSp add">
        <pc:chgData name="Deep Singh" userId="218171febb998cc3" providerId="LiveId" clId="{A631849A-FE2E-4D2F-A2E6-41A2D3869678}" dt="2020-04-02T16:28:53.873" v="11211" actId="478"/>
        <pc:sldMkLst>
          <pc:docMk/>
          <pc:sldMk cId="1726724270" sldId="295"/>
        </pc:sldMkLst>
        <pc:spChg chg="mod">
          <ac:chgData name="Deep Singh" userId="218171febb998cc3" providerId="LiveId" clId="{A631849A-FE2E-4D2F-A2E6-41A2D3869678}" dt="2020-04-02T15:43:30.699" v="9569" actId="27636"/>
          <ac:spMkLst>
            <pc:docMk/>
            <pc:sldMk cId="1726724270" sldId="295"/>
            <ac:spMk id="2" creationId="{1F0DE467-6745-433F-BFAF-64A785506820}"/>
          </ac:spMkLst>
        </pc:spChg>
        <pc:spChg chg="add del mod ord">
          <ac:chgData name="Deep Singh" userId="218171febb998cc3" providerId="LiveId" clId="{A631849A-FE2E-4D2F-A2E6-41A2D3869678}" dt="2020-04-02T04:17:44.005" v="6935"/>
          <ac:spMkLst>
            <pc:docMk/>
            <pc:sldMk cId="1726724270" sldId="295"/>
            <ac:spMk id="16" creationId="{6422F6AD-519E-49B9-A9BE-321DD3AF2404}"/>
          </ac:spMkLst>
        </pc:spChg>
        <pc:spChg chg="add del mod">
          <ac:chgData name="Deep Singh" userId="218171febb998cc3" providerId="LiveId" clId="{A631849A-FE2E-4D2F-A2E6-41A2D3869678}" dt="2020-04-02T04:18:09.506" v="6939"/>
          <ac:spMkLst>
            <pc:docMk/>
            <pc:sldMk cId="1726724270" sldId="295"/>
            <ac:spMk id="17" creationId="{3C388637-CC30-426F-84FD-1870DBC66449}"/>
          </ac:spMkLst>
        </pc:spChg>
        <pc:spChg chg="add del mod">
          <ac:chgData name="Deep Singh" userId="218171febb998cc3" providerId="LiveId" clId="{A631849A-FE2E-4D2F-A2E6-41A2D3869678}" dt="2020-04-02T04:18:09.506" v="6939"/>
          <ac:spMkLst>
            <pc:docMk/>
            <pc:sldMk cId="1726724270" sldId="295"/>
            <ac:spMk id="18" creationId="{BEEEB583-119A-4514-A7AD-BDCEF4336338}"/>
          </ac:spMkLst>
        </pc:spChg>
        <pc:spChg chg="add del mod">
          <ac:chgData name="Deep Singh" userId="218171febb998cc3" providerId="LiveId" clId="{A631849A-FE2E-4D2F-A2E6-41A2D3869678}" dt="2020-04-02T04:18:09.506" v="6939"/>
          <ac:spMkLst>
            <pc:docMk/>
            <pc:sldMk cId="1726724270" sldId="295"/>
            <ac:spMk id="19" creationId="{EE1C5785-B64E-470D-B1A8-81D755D95F8B}"/>
          </ac:spMkLst>
        </pc:spChg>
        <pc:spChg chg="del">
          <ac:chgData name="Deep Singh" userId="218171febb998cc3" providerId="LiveId" clId="{A631849A-FE2E-4D2F-A2E6-41A2D3869678}" dt="2020-04-02T04:28:37.326" v="7071" actId="478"/>
          <ac:spMkLst>
            <pc:docMk/>
            <pc:sldMk cId="1726724270" sldId="295"/>
            <ac:spMk id="20" creationId="{80D993F9-6136-467F-9736-C46E90A2E191}"/>
          </ac:spMkLst>
        </pc:spChg>
        <pc:spChg chg="add del mod">
          <ac:chgData name="Deep Singh" userId="218171febb998cc3" providerId="LiveId" clId="{A631849A-FE2E-4D2F-A2E6-41A2D3869678}" dt="2020-04-02T04:18:09.506" v="6939"/>
          <ac:spMkLst>
            <pc:docMk/>
            <pc:sldMk cId="1726724270" sldId="295"/>
            <ac:spMk id="21" creationId="{E4C8AA3F-E17A-4A84-B148-E9450D7372EC}"/>
          </ac:spMkLst>
        </pc:spChg>
        <pc:spChg chg="add mod">
          <ac:chgData name="Deep Singh" userId="218171febb998cc3" providerId="LiveId" clId="{A631849A-FE2E-4D2F-A2E6-41A2D3869678}" dt="2020-04-02T04:18:42.010" v="6983" actId="1036"/>
          <ac:spMkLst>
            <pc:docMk/>
            <pc:sldMk cId="1726724270" sldId="295"/>
            <ac:spMk id="26" creationId="{5CC87B6C-79D3-4DDB-87EB-811F43741597}"/>
          </ac:spMkLst>
        </pc:spChg>
        <pc:spChg chg="add mod">
          <ac:chgData name="Deep Singh" userId="218171febb998cc3" providerId="LiveId" clId="{A631849A-FE2E-4D2F-A2E6-41A2D3869678}" dt="2020-04-02T04:18:42.010" v="6983" actId="1036"/>
          <ac:spMkLst>
            <pc:docMk/>
            <pc:sldMk cId="1726724270" sldId="295"/>
            <ac:spMk id="27" creationId="{12B5CA9D-6CB5-424A-B7AE-A3DCAD055257}"/>
          </ac:spMkLst>
        </pc:spChg>
        <pc:spChg chg="add del mod">
          <ac:chgData name="Deep Singh" userId="218171febb998cc3" providerId="LiveId" clId="{A631849A-FE2E-4D2F-A2E6-41A2D3869678}" dt="2020-04-02T16:28:53.873" v="11211" actId="478"/>
          <ac:spMkLst>
            <pc:docMk/>
            <pc:sldMk cId="1726724270" sldId="295"/>
            <ac:spMk id="28" creationId="{7DB07F4A-7192-4418-B53C-4C6D1DC6DF25}"/>
          </ac:spMkLst>
        </pc:spChg>
        <pc:spChg chg="add mod">
          <ac:chgData name="Deep Singh" userId="218171febb998cc3" providerId="LiveId" clId="{A631849A-FE2E-4D2F-A2E6-41A2D3869678}" dt="2020-04-02T04:18:42.010" v="6983" actId="1036"/>
          <ac:spMkLst>
            <pc:docMk/>
            <pc:sldMk cId="1726724270" sldId="295"/>
            <ac:spMk id="29" creationId="{78E3B885-FCC8-4065-ABE8-2D4996312E4A}"/>
          </ac:spMkLst>
        </pc:spChg>
        <pc:spChg chg="add">
          <ac:chgData name="Deep Singh" userId="218171febb998cc3" providerId="LiveId" clId="{A631849A-FE2E-4D2F-A2E6-41A2D3869678}" dt="2020-04-02T04:28:38.419" v="7072"/>
          <ac:spMkLst>
            <pc:docMk/>
            <pc:sldMk cId="1726724270" sldId="295"/>
            <ac:spMk id="34" creationId="{7D98DD04-F1A6-4935-94FE-DAFF693AB1A8}"/>
          </ac:spMkLst>
        </pc:spChg>
        <pc:spChg chg="del">
          <ac:chgData name="Deep Singh" userId="218171febb998cc3" providerId="LiveId" clId="{A631849A-FE2E-4D2F-A2E6-41A2D3869678}" dt="2020-04-02T04:18:12.640" v="6940" actId="478"/>
          <ac:spMkLst>
            <pc:docMk/>
            <pc:sldMk cId="1726724270" sldId="295"/>
            <ac:spMk id="40" creationId="{40779E1D-6B63-4DB9-96FA-FE73314FEC42}"/>
          </ac:spMkLst>
        </pc:spChg>
        <pc:spChg chg="add del mod">
          <ac:chgData name="Deep Singh" userId="218171febb998cc3" providerId="LiveId" clId="{A631849A-FE2E-4D2F-A2E6-41A2D3869678}" dt="2020-04-02T04:18:12.640" v="6940" actId="478"/>
          <ac:spMkLst>
            <pc:docMk/>
            <pc:sldMk cId="1726724270" sldId="295"/>
            <ac:spMk id="41" creationId="{11B18783-14B5-4DA5-ADE4-39B1ABCD9DDC}"/>
          </ac:spMkLst>
        </pc:spChg>
        <pc:spChg chg="del">
          <ac:chgData name="Deep Singh" userId="218171febb998cc3" providerId="LiveId" clId="{A631849A-FE2E-4D2F-A2E6-41A2D3869678}" dt="2020-04-02T04:18:12.640" v="6940" actId="478"/>
          <ac:spMkLst>
            <pc:docMk/>
            <pc:sldMk cId="1726724270" sldId="295"/>
            <ac:spMk id="42" creationId="{E11EC0FA-EFA9-4A6E-BD97-0C93FF484FE4}"/>
          </ac:spMkLst>
        </pc:spChg>
        <pc:grpChg chg="add del mod">
          <ac:chgData name="Deep Singh" userId="218171febb998cc3" providerId="LiveId" clId="{A631849A-FE2E-4D2F-A2E6-41A2D3869678}" dt="2020-04-02T04:18:09.506" v="6939"/>
          <ac:grpSpMkLst>
            <pc:docMk/>
            <pc:sldMk cId="1726724270" sldId="295"/>
            <ac:grpSpMk id="22" creationId="{09A5FBC3-B722-4937-BEB3-A6F8F836A0E7}"/>
          </ac:grpSpMkLst>
        </pc:grpChg>
        <pc:grpChg chg="add mod">
          <ac:chgData name="Deep Singh" userId="218171febb998cc3" providerId="LiveId" clId="{A631849A-FE2E-4D2F-A2E6-41A2D3869678}" dt="2020-04-02T04:18:42.010" v="6983" actId="1036"/>
          <ac:grpSpMkLst>
            <pc:docMk/>
            <pc:sldMk cId="1726724270" sldId="295"/>
            <ac:grpSpMk id="30" creationId="{FA1505F2-BC8D-424F-BF56-C013288800BA}"/>
          </ac:grpSpMkLst>
        </pc:grpChg>
        <pc:grpChg chg="del">
          <ac:chgData name="Deep Singh" userId="218171febb998cc3" providerId="LiveId" clId="{A631849A-FE2E-4D2F-A2E6-41A2D3869678}" dt="2020-04-02T04:18:12.640" v="6940" actId="478"/>
          <ac:grpSpMkLst>
            <pc:docMk/>
            <pc:sldMk cId="1726724270" sldId="295"/>
            <ac:grpSpMk id="52" creationId="{2AC22BD6-20AC-47D5-9E7D-DAF995097A5C}"/>
          </ac:grpSpMkLst>
        </pc:grpChg>
        <pc:picChg chg="add del">
          <ac:chgData name="Deep Singh" userId="218171febb998cc3" providerId="LiveId" clId="{A631849A-FE2E-4D2F-A2E6-41A2D3869678}" dt="2020-04-02T06:03:04.780" v="8535" actId="478"/>
          <ac:picMkLst>
            <pc:docMk/>
            <pc:sldMk cId="1726724270" sldId="295"/>
            <ac:picMk id="4" creationId="{935D67D1-44E4-4384-9BF5-0231CE8D949B}"/>
          </ac:picMkLst>
        </pc:picChg>
        <pc:picChg chg="add del mod">
          <ac:chgData name="Deep Singh" userId="218171febb998cc3" providerId="LiveId" clId="{A631849A-FE2E-4D2F-A2E6-41A2D3869678}" dt="2020-04-02T06:03:04.828" v="8537" actId="1076"/>
          <ac:picMkLst>
            <pc:docMk/>
            <pc:sldMk cId="1726724270" sldId="295"/>
            <ac:picMk id="5" creationId="{4B081C29-4315-41E4-AAA7-805E888F65AE}"/>
          </ac:picMkLst>
        </pc:picChg>
        <pc:picChg chg="add del mod">
          <ac:chgData name="Deep Singh" userId="218171febb998cc3" providerId="LiveId" clId="{A631849A-FE2E-4D2F-A2E6-41A2D3869678}" dt="2020-04-02T04:18:09.506" v="6939"/>
          <ac:picMkLst>
            <pc:docMk/>
            <pc:sldMk cId="1726724270" sldId="295"/>
            <ac:picMk id="25" creationId="{31686127-6D60-466F-B4AF-9D9B64F92ECF}"/>
          </ac:picMkLst>
        </pc:picChg>
        <pc:picChg chg="add mod">
          <ac:chgData name="Deep Singh" userId="218171febb998cc3" providerId="LiveId" clId="{A631849A-FE2E-4D2F-A2E6-41A2D3869678}" dt="2020-04-02T04:18:42.010" v="6983" actId="1036"/>
          <ac:picMkLst>
            <pc:docMk/>
            <pc:sldMk cId="1726724270" sldId="295"/>
            <ac:picMk id="33" creationId="{7C32B955-17DA-4C40-8E53-5659CC898553}"/>
          </ac:picMkLst>
        </pc:picChg>
        <pc:picChg chg="del">
          <ac:chgData name="Deep Singh" userId="218171febb998cc3" providerId="LiveId" clId="{A631849A-FE2E-4D2F-A2E6-41A2D3869678}" dt="2020-04-02T04:18:12.640" v="6940" actId="478"/>
          <ac:picMkLst>
            <pc:docMk/>
            <pc:sldMk cId="1726724270" sldId="295"/>
            <ac:picMk id="59" creationId="{783B87F1-8D02-4A15-843A-E52E38EC883C}"/>
          </ac:picMkLst>
        </pc:picChg>
      </pc:sldChg>
      <pc:sldChg chg="addSp delSp modSp add del ord">
        <pc:chgData name="Deep Singh" userId="218171febb998cc3" providerId="LiveId" clId="{A631849A-FE2E-4D2F-A2E6-41A2D3869678}" dt="2020-04-02T05:20:45.743" v="7696" actId="47"/>
        <pc:sldMkLst>
          <pc:docMk/>
          <pc:sldMk cId="323202836" sldId="296"/>
        </pc:sldMkLst>
        <pc:spChg chg="add del mod">
          <ac:chgData name="Deep Singh" userId="218171febb998cc3" providerId="LiveId" clId="{A631849A-FE2E-4D2F-A2E6-41A2D3869678}" dt="2020-04-02T04:39:58.802" v="7152" actId="478"/>
          <ac:spMkLst>
            <pc:docMk/>
            <pc:sldMk cId="323202836" sldId="296"/>
            <ac:spMk id="3" creationId="{F2AD2DED-8851-4DC2-A365-93CA007D0A93}"/>
          </ac:spMkLst>
        </pc:spChg>
        <pc:spChg chg="mod">
          <ac:chgData name="Deep Singh" userId="218171febb998cc3" providerId="LiveId" clId="{A631849A-FE2E-4D2F-A2E6-41A2D3869678}" dt="2020-04-02T05:17:02.677" v="7664" actId="26606"/>
          <ac:spMkLst>
            <pc:docMk/>
            <pc:sldMk cId="323202836" sldId="296"/>
            <ac:spMk id="4" creationId="{49830AE6-3D29-4888-9A98-CA7098D82180}"/>
          </ac:spMkLst>
        </pc:spChg>
        <pc:spChg chg="mod">
          <ac:chgData name="Deep Singh" userId="218171febb998cc3" providerId="LiveId" clId="{A631849A-FE2E-4D2F-A2E6-41A2D3869678}" dt="2020-04-02T05:17:02.677" v="7664" actId="26606"/>
          <ac:spMkLst>
            <pc:docMk/>
            <pc:sldMk cId="323202836" sldId="296"/>
            <ac:spMk id="5" creationId="{88E4AEF1-BCC1-469A-84F6-93FCBF447C7B}"/>
          </ac:spMkLst>
        </pc:spChg>
        <pc:spChg chg="mod">
          <ac:chgData name="Deep Singh" userId="218171febb998cc3" providerId="LiveId" clId="{A631849A-FE2E-4D2F-A2E6-41A2D3869678}" dt="2020-04-02T05:17:02.677" v="7664" actId="26606"/>
          <ac:spMkLst>
            <pc:docMk/>
            <pc:sldMk cId="323202836" sldId="296"/>
            <ac:spMk id="6" creationId="{152ADB85-0025-4E0A-B62D-0D6377972C2F}"/>
          </ac:spMkLst>
        </pc:spChg>
        <pc:spChg chg="del">
          <ac:chgData name="Deep Singh" userId="218171febb998cc3" providerId="LiveId" clId="{A631849A-FE2E-4D2F-A2E6-41A2D3869678}" dt="2020-04-02T04:39:56.296" v="7151" actId="478"/>
          <ac:spMkLst>
            <pc:docMk/>
            <pc:sldMk cId="323202836" sldId="296"/>
            <ac:spMk id="7" creationId="{1F63EFC2-D47B-4E55-A9CC-68C1A577474B}"/>
          </ac:spMkLst>
        </pc:spChg>
        <pc:spChg chg="del mod ord">
          <ac:chgData name="Deep Singh" userId="218171febb998cc3" providerId="LiveId" clId="{A631849A-FE2E-4D2F-A2E6-41A2D3869678}" dt="2020-04-02T04:41:49.594" v="7166" actId="26606"/>
          <ac:spMkLst>
            <pc:docMk/>
            <pc:sldMk cId="323202836" sldId="296"/>
            <ac:spMk id="8" creationId="{2C342ABC-2262-4667-A403-DF5DD225C732}"/>
          </ac:spMkLst>
        </pc:spChg>
        <pc:spChg chg="add del">
          <ac:chgData name="Deep Singh" userId="218171febb998cc3" providerId="LiveId" clId="{A631849A-FE2E-4D2F-A2E6-41A2D3869678}" dt="2020-04-02T04:41:49.594" v="7166" actId="26606"/>
          <ac:spMkLst>
            <pc:docMk/>
            <pc:sldMk cId="323202836" sldId="296"/>
            <ac:spMk id="13" creationId="{4C608BEB-860E-4094-8511-78603564A75E}"/>
          </ac:spMkLst>
        </pc:spChg>
        <pc:spChg chg="add del">
          <ac:chgData name="Deep Singh" userId="218171febb998cc3" providerId="LiveId" clId="{A631849A-FE2E-4D2F-A2E6-41A2D3869678}" dt="2020-04-02T04:41:49.568" v="7165" actId="26606"/>
          <ac:spMkLst>
            <pc:docMk/>
            <pc:sldMk cId="323202836" sldId="296"/>
            <ac:spMk id="41" creationId="{91F32EBA-ED97-466E-8CFA-8382584155D0}"/>
          </ac:spMkLst>
        </pc:spChg>
        <pc:spChg chg="add del">
          <ac:chgData name="Deep Singh" userId="218171febb998cc3" providerId="LiveId" clId="{A631849A-FE2E-4D2F-A2E6-41A2D3869678}" dt="2020-04-02T04:41:49.568" v="7165" actId="26606"/>
          <ac:spMkLst>
            <pc:docMk/>
            <pc:sldMk cId="323202836" sldId="296"/>
            <ac:spMk id="42" creationId="{62A38935-BB53-4DF7-A56E-48DD25B685D7}"/>
          </ac:spMkLst>
        </pc:spChg>
        <pc:spChg chg="add del">
          <ac:chgData name="Deep Singh" userId="218171febb998cc3" providerId="LiveId" clId="{A631849A-FE2E-4D2F-A2E6-41A2D3869678}" dt="2020-04-02T05:17:02.677" v="7664" actId="26606"/>
          <ac:spMkLst>
            <pc:docMk/>
            <pc:sldMk cId="323202836" sldId="296"/>
            <ac:spMk id="44" creationId="{46C2E80F-49A6-4372-B103-219D417A55ED}"/>
          </ac:spMkLst>
        </pc:spChg>
        <pc:grpChg chg="add del mod">
          <ac:chgData name="Deep Singh" userId="218171febb998cc3" providerId="LiveId" clId="{A631849A-FE2E-4D2F-A2E6-41A2D3869678}" dt="2020-04-02T04:41:21.169" v="7163" actId="478"/>
          <ac:grpSpMkLst>
            <pc:docMk/>
            <pc:sldMk cId="323202836" sldId="296"/>
            <ac:grpSpMk id="11" creationId="{ACB2F48C-9319-4887-928A-ABC3261F3D9A}"/>
          </ac:grpSpMkLst>
        </pc:grpChg>
        <pc:graphicFrameChg chg="add mod modGraphic">
          <ac:chgData name="Deep Singh" userId="218171febb998cc3" providerId="LiveId" clId="{A631849A-FE2E-4D2F-A2E6-41A2D3869678}" dt="2020-04-02T05:17:02.677" v="7664" actId="26606"/>
          <ac:graphicFrameMkLst>
            <pc:docMk/>
            <pc:sldMk cId="323202836" sldId="296"/>
            <ac:graphicFrameMk id="45" creationId="{700B154E-BC0A-400D-BC69-E6CB1C494052}"/>
          </ac:graphicFrameMkLst>
        </pc:graphicFrameChg>
        <pc:cxnChg chg="add del">
          <ac:chgData name="Deep Singh" userId="218171febb998cc3" providerId="LiveId" clId="{A631849A-FE2E-4D2F-A2E6-41A2D3869678}" dt="2020-04-02T04:41:49.594" v="7166" actId="26606"/>
          <ac:cxnSpMkLst>
            <pc:docMk/>
            <pc:sldMk cId="323202836" sldId="296"/>
            <ac:cxnSpMk id="15" creationId="{1F16A8D4-FE87-4604-88B2-394B5D1EB437}"/>
          </ac:cxnSpMkLst>
        </pc:cxnChg>
        <pc:cxnChg chg="mod">
          <ac:chgData name="Deep Singh" userId="218171febb998cc3" providerId="LiveId" clId="{A631849A-FE2E-4D2F-A2E6-41A2D3869678}" dt="2020-04-02T04:41:21.169" v="7163" actId="478"/>
          <ac:cxnSpMkLst>
            <pc:docMk/>
            <pc:sldMk cId="323202836" sldId="296"/>
            <ac:cxnSpMk id="25" creationId="{92A1E97E-625F-45E1-9E70-41637D270E9B}"/>
          </ac:cxnSpMkLst>
        </pc:cxnChg>
        <pc:cxnChg chg="mod">
          <ac:chgData name="Deep Singh" userId="218171febb998cc3" providerId="LiveId" clId="{A631849A-FE2E-4D2F-A2E6-41A2D3869678}" dt="2020-04-02T04:41:21.169" v="7163" actId="478"/>
          <ac:cxnSpMkLst>
            <pc:docMk/>
            <pc:sldMk cId="323202836" sldId="296"/>
            <ac:cxnSpMk id="26" creationId="{05AAB4D0-6794-4665-AC57-E53527934D53}"/>
          </ac:cxnSpMkLst>
        </pc:cxnChg>
        <pc:cxnChg chg="mod">
          <ac:chgData name="Deep Singh" userId="218171febb998cc3" providerId="LiveId" clId="{A631849A-FE2E-4D2F-A2E6-41A2D3869678}" dt="2020-04-02T04:41:21.169" v="7163" actId="478"/>
          <ac:cxnSpMkLst>
            <pc:docMk/>
            <pc:sldMk cId="323202836" sldId="296"/>
            <ac:cxnSpMk id="27" creationId="{F659994C-A21B-497B-BA3B-34CE6FD70ED6}"/>
          </ac:cxnSpMkLst>
        </pc:cxnChg>
        <pc:cxnChg chg="mod">
          <ac:chgData name="Deep Singh" userId="218171febb998cc3" providerId="LiveId" clId="{A631849A-FE2E-4D2F-A2E6-41A2D3869678}" dt="2020-04-02T04:41:21.169" v="7163" actId="478"/>
          <ac:cxnSpMkLst>
            <pc:docMk/>
            <pc:sldMk cId="323202836" sldId="296"/>
            <ac:cxnSpMk id="28" creationId="{CB6B5D2E-9752-46FC-B1AE-875127C4D534}"/>
          </ac:cxnSpMkLst>
        </pc:cxnChg>
        <pc:cxnChg chg="mod">
          <ac:chgData name="Deep Singh" userId="218171febb998cc3" providerId="LiveId" clId="{A631849A-FE2E-4D2F-A2E6-41A2D3869678}" dt="2020-04-02T04:41:21.169" v="7163" actId="478"/>
          <ac:cxnSpMkLst>
            <pc:docMk/>
            <pc:sldMk cId="323202836" sldId="296"/>
            <ac:cxnSpMk id="29" creationId="{A9742781-F4B9-4727-BECE-F3646B2132F9}"/>
          </ac:cxnSpMkLst>
        </pc:cxnChg>
        <pc:cxnChg chg="mod">
          <ac:chgData name="Deep Singh" userId="218171febb998cc3" providerId="LiveId" clId="{A631849A-FE2E-4D2F-A2E6-41A2D3869678}" dt="2020-04-02T04:41:21.169" v="7163" actId="478"/>
          <ac:cxnSpMkLst>
            <pc:docMk/>
            <pc:sldMk cId="323202836" sldId="296"/>
            <ac:cxnSpMk id="30" creationId="{B50F3D69-285C-4938-B758-D8686E5484E5}"/>
          </ac:cxnSpMkLst>
        </pc:cxnChg>
        <pc:cxnChg chg="mod">
          <ac:chgData name="Deep Singh" userId="218171febb998cc3" providerId="LiveId" clId="{A631849A-FE2E-4D2F-A2E6-41A2D3869678}" dt="2020-04-02T04:41:21.169" v="7163" actId="478"/>
          <ac:cxnSpMkLst>
            <pc:docMk/>
            <pc:sldMk cId="323202836" sldId="296"/>
            <ac:cxnSpMk id="32" creationId="{73234AF8-6E19-4866-8DCF-6F7CCF072857}"/>
          </ac:cxnSpMkLst>
        </pc:cxnChg>
        <pc:cxnChg chg="mod">
          <ac:chgData name="Deep Singh" userId="218171febb998cc3" providerId="LiveId" clId="{A631849A-FE2E-4D2F-A2E6-41A2D3869678}" dt="2020-04-02T04:41:21.169" v="7163" actId="478"/>
          <ac:cxnSpMkLst>
            <pc:docMk/>
            <pc:sldMk cId="323202836" sldId="296"/>
            <ac:cxnSpMk id="33" creationId="{BA30DAEF-9C84-48B7-87B1-1C1A2BC8B800}"/>
          </ac:cxnSpMkLst>
        </pc:cxnChg>
        <pc:cxnChg chg="mod">
          <ac:chgData name="Deep Singh" userId="218171febb998cc3" providerId="LiveId" clId="{A631849A-FE2E-4D2F-A2E6-41A2D3869678}" dt="2020-04-02T04:41:21.169" v="7163" actId="478"/>
          <ac:cxnSpMkLst>
            <pc:docMk/>
            <pc:sldMk cId="323202836" sldId="296"/>
            <ac:cxnSpMk id="34" creationId="{18FFFCC0-A9D4-4C4E-AC84-E7AE46B6A153}"/>
          </ac:cxnSpMkLst>
        </pc:cxnChg>
        <pc:cxnChg chg="mod">
          <ac:chgData name="Deep Singh" userId="218171febb998cc3" providerId="LiveId" clId="{A631849A-FE2E-4D2F-A2E6-41A2D3869678}" dt="2020-04-02T04:41:21.169" v="7163" actId="478"/>
          <ac:cxnSpMkLst>
            <pc:docMk/>
            <pc:sldMk cId="323202836" sldId="296"/>
            <ac:cxnSpMk id="35" creationId="{3F9BFF31-39C9-4A46-ACA1-BC2D52048123}"/>
          </ac:cxnSpMkLst>
        </pc:cxnChg>
        <pc:cxnChg chg="mod">
          <ac:chgData name="Deep Singh" userId="218171febb998cc3" providerId="LiveId" clId="{A631849A-FE2E-4D2F-A2E6-41A2D3869678}" dt="2020-04-02T04:41:21.169" v="7163" actId="478"/>
          <ac:cxnSpMkLst>
            <pc:docMk/>
            <pc:sldMk cId="323202836" sldId="296"/>
            <ac:cxnSpMk id="38" creationId="{035C3787-2AB1-47E8-B14A-C11333F9EF8B}"/>
          </ac:cxnSpMkLst>
        </pc:cxnChg>
        <pc:cxnChg chg="mod">
          <ac:chgData name="Deep Singh" userId="218171febb998cc3" providerId="LiveId" clId="{A631849A-FE2E-4D2F-A2E6-41A2D3869678}" dt="2020-04-02T04:41:21.169" v="7163" actId="478"/>
          <ac:cxnSpMkLst>
            <pc:docMk/>
            <pc:sldMk cId="323202836" sldId="296"/>
            <ac:cxnSpMk id="39" creationId="{1AC03770-FB9D-42A6-8D62-3487CE8D072A}"/>
          </ac:cxnSpMkLst>
        </pc:cxnChg>
        <pc:cxnChg chg="mod">
          <ac:chgData name="Deep Singh" userId="218171febb998cc3" providerId="LiveId" clId="{A631849A-FE2E-4D2F-A2E6-41A2D3869678}" dt="2020-04-02T04:41:21.169" v="7163" actId="478"/>
          <ac:cxnSpMkLst>
            <pc:docMk/>
            <pc:sldMk cId="323202836" sldId="296"/>
            <ac:cxnSpMk id="40" creationId="{535E4C56-A591-4F28-83D2-1B49EC5DDD32}"/>
          </ac:cxnSpMkLst>
        </pc:cxnChg>
      </pc:sldChg>
      <pc:sldChg chg="addSp delSp modSp add ord">
        <pc:chgData name="Deep Singh" userId="218171febb998cc3" providerId="LiveId" clId="{A631849A-FE2E-4D2F-A2E6-41A2D3869678}" dt="2020-04-02T18:21:45.135" v="14215" actId="113"/>
        <pc:sldMkLst>
          <pc:docMk/>
          <pc:sldMk cId="461704152" sldId="297"/>
        </pc:sldMkLst>
        <pc:spChg chg="add del mod">
          <ac:chgData name="Deep Singh" userId="218171febb998cc3" providerId="LiveId" clId="{A631849A-FE2E-4D2F-A2E6-41A2D3869678}" dt="2020-04-02T04:49:51.032" v="7315" actId="478"/>
          <ac:spMkLst>
            <pc:docMk/>
            <pc:sldMk cId="461704152" sldId="297"/>
            <ac:spMk id="3" creationId="{1919D6B6-6E42-462A-9E58-FE06FE28FE8B}"/>
          </ac:spMkLst>
        </pc:spChg>
        <pc:spChg chg="mod">
          <ac:chgData name="Deep Singh" userId="218171febb998cc3" providerId="LiveId" clId="{A631849A-FE2E-4D2F-A2E6-41A2D3869678}" dt="2020-04-02T06:03:04.938" v="8540" actId="20577"/>
          <ac:spMkLst>
            <pc:docMk/>
            <pc:sldMk cId="461704152" sldId="297"/>
            <ac:spMk id="6" creationId="{152ADB85-0025-4E0A-B62D-0D6377972C2F}"/>
          </ac:spMkLst>
        </pc:spChg>
        <pc:spChg chg="del">
          <ac:chgData name="Deep Singh" userId="218171febb998cc3" providerId="LiveId" clId="{A631849A-FE2E-4D2F-A2E6-41A2D3869678}" dt="2020-04-02T04:49:48.833" v="7314" actId="478"/>
          <ac:spMkLst>
            <pc:docMk/>
            <pc:sldMk cId="461704152" sldId="297"/>
            <ac:spMk id="7" creationId="{1F63EFC2-D47B-4E55-A9CC-68C1A577474B}"/>
          </ac:spMkLst>
        </pc:spChg>
        <pc:spChg chg="del">
          <ac:chgData name="Deep Singh" userId="218171febb998cc3" providerId="LiveId" clId="{A631849A-FE2E-4D2F-A2E6-41A2D3869678}" dt="2020-04-02T04:50:04.860" v="7318" actId="478"/>
          <ac:spMkLst>
            <pc:docMk/>
            <pc:sldMk cId="461704152" sldId="297"/>
            <ac:spMk id="8" creationId="{2C342ABC-2262-4667-A403-DF5DD225C732}"/>
          </ac:spMkLst>
        </pc:spChg>
        <pc:spChg chg="add del mod">
          <ac:chgData name="Deep Singh" userId="218171febb998cc3" providerId="LiveId" clId="{A631849A-FE2E-4D2F-A2E6-41A2D3869678}" dt="2020-04-02T04:50:07.326" v="7319" actId="478"/>
          <ac:spMkLst>
            <pc:docMk/>
            <pc:sldMk cId="461704152" sldId="297"/>
            <ac:spMk id="10" creationId="{17B006AC-5DE3-4099-84D3-E8B3E5382A19}"/>
          </ac:spMkLst>
        </pc:spChg>
        <pc:spChg chg="add mod">
          <ac:chgData name="Deep Singh" userId="218171febb998cc3" providerId="LiveId" clId="{A631849A-FE2E-4D2F-A2E6-41A2D3869678}" dt="2020-04-02T18:21:45.135" v="14215" actId="113"/>
          <ac:spMkLst>
            <pc:docMk/>
            <pc:sldMk cId="461704152" sldId="297"/>
            <ac:spMk id="16" creationId="{44E3D911-F14F-4DAA-ADB8-A0C50C7D97FF}"/>
          </ac:spMkLst>
        </pc:spChg>
        <pc:spChg chg="add">
          <ac:chgData name="Deep Singh" userId="218171febb998cc3" providerId="LiveId" clId="{A631849A-FE2E-4D2F-A2E6-41A2D3869678}" dt="2020-04-02T18:13:47.935" v="13778"/>
          <ac:spMkLst>
            <pc:docMk/>
            <pc:sldMk cId="461704152" sldId="297"/>
            <ac:spMk id="19" creationId="{3AFF7D96-51AE-4341-B102-E8FD2ACFACA4}"/>
          </ac:spMkLst>
        </pc:spChg>
        <pc:grpChg chg="add del mod">
          <ac:chgData name="Deep Singh" userId="218171febb998cc3" providerId="LiveId" clId="{A631849A-FE2E-4D2F-A2E6-41A2D3869678}" dt="2020-04-02T18:13:51.648" v="13779" actId="478"/>
          <ac:grpSpMkLst>
            <pc:docMk/>
            <pc:sldMk cId="461704152" sldId="297"/>
            <ac:grpSpMk id="11" creationId="{80B0D981-DE00-45EE-90B9-603AB3948A13}"/>
          </ac:grpSpMkLst>
        </pc:grpChg>
        <pc:grpChg chg="add mod">
          <ac:chgData name="Deep Singh" userId="218171febb998cc3" providerId="LiveId" clId="{A631849A-FE2E-4D2F-A2E6-41A2D3869678}" dt="2020-04-02T18:14:32.165" v="13871" actId="1036"/>
          <ac:grpSpMkLst>
            <pc:docMk/>
            <pc:sldMk cId="461704152" sldId="297"/>
            <ac:grpSpMk id="17" creationId="{0F671717-469B-4B98-A4B3-2BB4ADAD5377}"/>
          </ac:grpSpMkLst>
        </pc:grpChg>
        <pc:picChg chg="add mod">
          <ac:chgData name="Deep Singh" userId="218171febb998cc3" providerId="LiveId" clId="{A631849A-FE2E-4D2F-A2E6-41A2D3869678}" dt="2020-04-02T18:14:21.888" v="13804" actId="1035"/>
          <ac:picMkLst>
            <pc:docMk/>
            <pc:sldMk cId="461704152" sldId="297"/>
            <ac:picMk id="18" creationId="{8C829A1A-43E9-4A46-9A45-FACBE9F3C522}"/>
          </ac:picMkLst>
        </pc:picChg>
      </pc:sldChg>
      <pc:sldChg chg="addSp delSp modSp add delDesignElem">
        <pc:chgData name="Deep Singh" userId="218171febb998cc3" providerId="LiveId" clId="{A631849A-FE2E-4D2F-A2E6-41A2D3869678}" dt="2020-04-02T18:04:17.397" v="13452" actId="113"/>
        <pc:sldMkLst>
          <pc:docMk/>
          <pc:sldMk cId="115831481" sldId="298"/>
        </pc:sldMkLst>
        <pc:spChg chg="add del mod">
          <ac:chgData name="Deep Singh" userId="218171febb998cc3" providerId="LiveId" clId="{A631849A-FE2E-4D2F-A2E6-41A2D3869678}" dt="2020-04-02T04:32:34.010" v="7104" actId="478"/>
          <ac:spMkLst>
            <pc:docMk/>
            <pc:sldMk cId="115831481" sldId="298"/>
            <ac:spMk id="3" creationId="{C69E3B70-1E99-4D16-B875-B80021C4C9A5}"/>
          </ac:spMkLst>
        </pc:spChg>
        <pc:spChg chg="mod">
          <ac:chgData name="Deep Singh" userId="218171febb998cc3" providerId="LiveId" clId="{A631849A-FE2E-4D2F-A2E6-41A2D3869678}" dt="2020-04-02T04:43:02.504" v="7197" actId="404"/>
          <ac:spMkLst>
            <pc:docMk/>
            <pc:sldMk cId="115831481" sldId="298"/>
            <ac:spMk id="6" creationId="{152ADB85-0025-4E0A-B62D-0D6377972C2F}"/>
          </ac:spMkLst>
        </pc:spChg>
        <pc:spChg chg="del">
          <ac:chgData name="Deep Singh" userId="218171febb998cc3" providerId="LiveId" clId="{A631849A-FE2E-4D2F-A2E6-41A2D3869678}" dt="2020-04-02T04:32:25.416" v="7101" actId="478"/>
          <ac:spMkLst>
            <pc:docMk/>
            <pc:sldMk cId="115831481" sldId="298"/>
            <ac:spMk id="7" creationId="{1F63EFC2-D47B-4E55-A9CC-68C1A577474B}"/>
          </ac:spMkLst>
        </pc:spChg>
        <pc:spChg chg="del">
          <ac:chgData name="Deep Singh" userId="218171febb998cc3" providerId="LiveId" clId="{A631849A-FE2E-4D2F-A2E6-41A2D3869678}" dt="2020-04-02T04:32:25.416" v="7101" actId="478"/>
          <ac:spMkLst>
            <pc:docMk/>
            <pc:sldMk cId="115831481" sldId="298"/>
            <ac:spMk id="8" creationId="{2C342ABC-2262-4667-A403-DF5DD225C732}"/>
          </ac:spMkLst>
        </pc:spChg>
        <pc:spChg chg="add del mod">
          <ac:chgData name="Deep Singh" userId="218171febb998cc3" providerId="LiveId" clId="{A631849A-FE2E-4D2F-A2E6-41A2D3869678}" dt="2020-04-02T04:32:31.064" v="7103" actId="478"/>
          <ac:spMkLst>
            <pc:docMk/>
            <pc:sldMk cId="115831481" sldId="298"/>
            <ac:spMk id="10" creationId="{4434704F-8601-4CCC-ABB2-94A2A2CFF7D7}"/>
          </ac:spMkLst>
        </pc:spChg>
        <pc:spChg chg="add del mod">
          <ac:chgData name="Deep Singh" userId="218171febb998cc3" providerId="LiveId" clId="{A631849A-FE2E-4D2F-A2E6-41A2D3869678}" dt="2020-04-02T04:43:18.956" v="7200"/>
          <ac:spMkLst>
            <pc:docMk/>
            <pc:sldMk cId="115831481" sldId="298"/>
            <ac:spMk id="11" creationId="{6588C631-F275-42BB-9C34-F50D4D6F6F2E}"/>
          </ac:spMkLst>
        </pc:spChg>
        <pc:spChg chg="add del mod">
          <ac:chgData name="Deep Singh" userId="218171febb998cc3" providerId="LiveId" clId="{A631849A-FE2E-4D2F-A2E6-41A2D3869678}" dt="2020-04-02T04:43:18.956" v="7200"/>
          <ac:spMkLst>
            <pc:docMk/>
            <pc:sldMk cId="115831481" sldId="298"/>
            <ac:spMk id="12" creationId="{38E51201-3F52-4D47-85BF-11E05B5D0CF3}"/>
          </ac:spMkLst>
        </pc:spChg>
        <pc:spChg chg="add del">
          <ac:chgData name="Deep Singh" userId="218171febb998cc3" providerId="LiveId" clId="{A631849A-FE2E-4D2F-A2E6-41A2D3869678}" dt="2020-04-02T04:43:18.956" v="7200"/>
          <ac:spMkLst>
            <pc:docMk/>
            <pc:sldMk cId="115831481" sldId="298"/>
            <ac:spMk id="13" creationId="{4C608BEB-860E-4094-8511-78603564A75E}"/>
          </ac:spMkLst>
        </pc:spChg>
        <pc:spChg chg="add mod">
          <ac:chgData name="Deep Singh" userId="218171febb998cc3" providerId="LiveId" clId="{A631849A-FE2E-4D2F-A2E6-41A2D3869678}" dt="2020-04-02T18:04:17.397" v="13452" actId="113"/>
          <ac:spMkLst>
            <pc:docMk/>
            <pc:sldMk cId="115831481" sldId="298"/>
            <ac:spMk id="28" creationId="{55D6E3B9-6044-4DCB-A86E-4A4E47F5A5F5}"/>
          </ac:spMkLst>
        </pc:spChg>
        <pc:grpChg chg="add mod">
          <ac:chgData name="Deep Singh" userId="218171febb998cc3" providerId="LiveId" clId="{A631849A-FE2E-4D2F-A2E6-41A2D3869678}" dt="2020-04-02T05:12:06.051" v="7638" actId="207"/>
          <ac:grpSpMkLst>
            <pc:docMk/>
            <pc:sldMk cId="115831481" sldId="298"/>
            <ac:grpSpMk id="14" creationId="{79A0451C-37A7-4356-8EC2-F1625AA2DCCC}"/>
          </ac:grpSpMkLst>
        </pc:grpChg>
        <pc:cxnChg chg="add del">
          <ac:chgData name="Deep Singh" userId="218171febb998cc3" providerId="LiveId" clId="{A631849A-FE2E-4D2F-A2E6-41A2D3869678}" dt="2020-04-02T04:43:18.956" v="7200"/>
          <ac:cxnSpMkLst>
            <pc:docMk/>
            <pc:sldMk cId="115831481" sldId="298"/>
            <ac:cxnSpMk id="15" creationId="{1F16A8D4-FE87-4604-88B2-394B5D1EB437}"/>
          </ac:cxnSpMkLst>
        </pc:cxnChg>
      </pc:sldChg>
      <pc:sldChg chg="addSp delSp add">
        <pc:chgData name="Deep Singh" userId="218171febb998cc3" providerId="LiveId" clId="{A631849A-FE2E-4D2F-A2E6-41A2D3869678}" dt="2020-04-02T04:35:13.441" v="7121"/>
        <pc:sldMkLst>
          <pc:docMk/>
          <pc:sldMk cId="181570054" sldId="299"/>
        </pc:sldMkLst>
        <pc:spChg chg="add del">
          <ac:chgData name="Deep Singh" userId="218171febb998cc3" providerId="LiveId" clId="{A631849A-FE2E-4D2F-A2E6-41A2D3869678}" dt="2020-04-02T04:35:13.430" v="7120"/>
          <ac:spMkLst>
            <pc:docMk/>
            <pc:sldMk cId="181570054" sldId="299"/>
            <ac:spMk id="2" creationId="{86D3C8DB-9BCC-4446-BA41-1518971ABB24}"/>
          </ac:spMkLst>
        </pc:spChg>
        <pc:spChg chg="add del">
          <ac:chgData name="Deep Singh" userId="218171febb998cc3" providerId="LiveId" clId="{A631849A-FE2E-4D2F-A2E6-41A2D3869678}" dt="2020-04-02T04:35:13.430" v="7120"/>
          <ac:spMkLst>
            <pc:docMk/>
            <pc:sldMk cId="181570054" sldId="299"/>
            <ac:spMk id="3" creationId="{8BF5677C-F975-42E8-817F-02EA85414FD9}"/>
          </ac:spMkLst>
        </pc:spChg>
        <pc:spChg chg="add del">
          <ac:chgData name="Deep Singh" userId="218171febb998cc3" providerId="LiveId" clId="{A631849A-FE2E-4D2F-A2E6-41A2D3869678}" dt="2020-04-02T04:35:13.430" v="7120"/>
          <ac:spMkLst>
            <pc:docMk/>
            <pc:sldMk cId="181570054" sldId="299"/>
            <ac:spMk id="5" creationId="{26D5A992-4208-4DE4-A602-087ED8EA29D7}"/>
          </ac:spMkLst>
        </pc:spChg>
        <pc:spChg chg="add del">
          <ac:chgData name="Deep Singh" userId="218171febb998cc3" providerId="LiveId" clId="{A631849A-FE2E-4D2F-A2E6-41A2D3869678}" dt="2020-04-02T04:35:13.430" v="7120"/>
          <ac:spMkLst>
            <pc:docMk/>
            <pc:sldMk cId="181570054" sldId="299"/>
            <ac:spMk id="7" creationId="{8676C8B0-4741-45FA-9D01-BDF23A3FC7FF}"/>
          </ac:spMkLst>
        </pc:spChg>
        <pc:spChg chg="add del">
          <ac:chgData name="Deep Singh" userId="218171febb998cc3" providerId="LiveId" clId="{A631849A-FE2E-4D2F-A2E6-41A2D3869678}" dt="2020-04-02T04:35:13.430" v="7120"/>
          <ac:spMkLst>
            <pc:docMk/>
            <pc:sldMk cId="181570054" sldId="299"/>
            <ac:spMk id="9" creationId="{410F9CF1-4B75-4E0F-97A1-C095F60F2601}"/>
          </ac:spMkLst>
        </pc:spChg>
        <pc:spChg chg="add del">
          <ac:chgData name="Deep Singh" userId="218171febb998cc3" providerId="LiveId" clId="{A631849A-FE2E-4D2F-A2E6-41A2D3869678}" dt="2020-04-02T04:35:13.430" v="7120"/>
          <ac:spMkLst>
            <pc:docMk/>
            <pc:sldMk cId="181570054" sldId="299"/>
            <ac:spMk id="11" creationId="{EA5BAEF5-B8A6-440D-940D-7B46A628C000}"/>
          </ac:spMkLst>
        </pc:spChg>
        <pc:spChg chg="add del">
          <ac:chgData name="Deep Singh" userId="218171febb998cc3" providerId="LiveId" clId="{A631849A-FE2E-4D2F-A2E6-41A2D3869678}" dt="2020-04-02T04:35:13.430" v="7120"/>
          <ac:spMkLst>
            <pc:docMk/>
            <pc:sldMk cId="181570054" sldId="299"/>
            <ac:spMk id="13" creationId="{E4152DD7-196B-4D6B-B6C0-70B2A718268D}"/>
          </ac:spMkLst>
        </pc:spChg>
        <pc:spChg chg="add del">
          <ac:chgData name="Deep Singh" userId="218171febb998cc3" providerId="LiveId" clId="{A631849A-FE2E-4D2F-A2E6-41A2D3869678}" dt="2020-04-02T04:35:13.430" v="7120"/>
          <ac:spMkLst>
            <pc:docMk/>
            <pc:sldMk cId="181570054" sldId="299"/>
            <ac:spMk id="15" creationId="{724B8865-E9EA-41F4-A6B7-E180AE8F7391}"/>
          </ac:spMkLst>
        </pc:spChg>
        <pc:spChg chg="add del">
          <ac:chgData name="Deep Singh" userId="218171febb998cc3" providerId="LiveId" clId="{A631849A-FE2E-4D2F-A2E6-41A2D3869678}" dt="2020-04-02T04:35:13.430" v="7120"/>
          <ac:spMkLst>
            <pc:docMk/>
            <pc:sldMk cId="181570054" sldId="299"/>
            <ac:spMk id="17" creationId="{37775794-E451-4C1B-A3F5-1DBCBA34D1C8}"/>
          </ac:spMkLst>
        </pc:spChg>
        <pc:spChg chg="add del">
          <ac:chgData name="Deep Singh" userId="218171febb998cc3" providerId="LiveId" clId="{A631849A-FE2E-4D2F-A2E6-41A2D3869678}" dt="2020-04-02T04:35:13.430" v="7120"/>
          <ac:spMkLst>
            <pc:docMk/>
            <pc:sldMk cId="181570054" sldId="299"/>
            <ac:spMk id="19" creationId="{2FE2818D-DA0E-4198-AEF3-A1ECB4FB2B96}"/>
          </ac:spMkLst>
        </pc:spChg>
        <pc:spChg chg="add">
          <ac:chgData name="Deep Singh" userId="218171febb998cc3" providerId="LiveId" clId="{A631849A-FE2E-4D2F-A2E6-41A2D3869678}" dt="2020-04-02T04:35:13.441" v="7121"/>
          <ac:spMkLst>
            <pc:docMk/>
            <pc:sldMk cId="181570054" sldId="299"/>
            <ac:spMk id="20" creationId="{5EEEA7BE-B80F-41D4-AAD0-CAA9E8E0F9BC}"/>
          </ac:spMkLst>
        </pc:spChg>
        <pc:spChg chg="add">
          <ac:chgData name="Deep Singh" userId="218171febb998cc3" providerId="LiveId" clId="{A631849A-FE2E-4D2F-A2E6-41A2D3869678}" dt="2020-04-02T04:35:13.441" v="7121"/>
          <ac:spMkLst>
            <pc:docMk/>
            <pc:sldMk cId="181570054" sldId="299"/>
            <ac:spMk id="21" creationId="{081C7399-0EE9-463C-9640-7BE156B3A8E9}"/>
          </ac:spMkLst>
        </pc:spChg>
        <pc:spChg chg="add">
          <ac:chgData name="Deep Singh" userId="218171febb998cc3" providerId="LiveId" clId="{A631849A-FE2E-4D2F-A2E6-41A2D3869678}" dt="2020-04-02T04:35:13.441" v="7121"/>
          <ac:spMkLst>
            <pc:docMk/>
            <pc:sldMk cId="181570054" sldId="299"/>
            <ac:spMk id="23" creationId="{1472B8B8-D458-404C-B80D-48ECC8872931}"/>
          </ac:spMkLst>
        </pc:spChg>
        <pc:spChg chg="add">
          <ac:chgData name="Deep Singh" userId="218171febb998cc3" providerId="LiveId" clId="{A631849A-FE2E-4D2F-A2E6-41A2D3869678}" dt="2020-04-02T04:35:13.441" v="7121"/>
          <ac:spMkLst>
            <pc:docMk/>
            <pc:sldMk cId="181570054" sldId="299"/>
            <ac:spMk id="25" creationId="{86AE0615-134F-4C1C-B734-85A990C825B8}"/>
          </ac:spMkLst>
        </pc:spChg>
        <pc:spChg chg="add">
          <ac:chgData name="Deep Singh" userId="218171febb998cc3" providerId="LiveId" clId="{A631849A-FE2E-4D2F-A2E6-41A2D3869678}" dt="2020-04-02T04:35:13.441" v="7121"/>
          <ac:spMkLst>
            <pc:docMk/>
            <pc:sldMk cId="181570054" sldId="299"/>
            <ac:spMk id="27" creationId="{E7C5A7D3-6E09-4564-B2CC-E949AE318965}"/>
          </ac:spMkLst>
        </pc:spChg>
        <pc:spChg chg="add">
          <ac:chgData name="Deep Singh" userId="218171febb998cc3" providerId="LiveId" clId="{A631849A-FE2E-4D2F-A2E6-41A2D3869678}" dt="2020-04-02T04:35:13.441" v="7121"/>
          <ac:spMkLst>
            <pc:docMk/>
            <pc:sldMk cId="181570054" sldId="299"/>
            <ac:spMk id="29" creationId="{857E8E97-EC42-493C-A13C-66DD3ECB5271}"/>
          </ac:spMkLst>
        </pc:spChg>
        <pc:spChg chg="add">
          <ac:chgData name="Deep Singh" userId="218171febb998cc3" providerId="LiveId" clId="{A631849A-FE2E-4D2F-A2E6-41A2D3869678}" dt="2020-04-02T04:35:13.441" v="7121"/>
          <ac:spMkLst>
            <pc:docMk/>
            <pc:sldMk cId="181570054" sldId="299"/>
            <ac:spMk id="31" creationId="{ED7DBDA1-CF52-4309-8E00-08DC6EDD5A25}"/>
          </ac:spMkLst>
        </pc:spChg>
        <pc:spChg chg="add">
          <ac:chgData name="Deep Singh" userId="218171febb998cc3" providerId="LiveId" clId="{A631849A-FE2E-4D2F-A2E6-41A2D3869678}" dt="2020-04-02T04:35:13.441" v="7121"/>
          <ac:spMkLst>
            <pc:docMk/>
            <pc:sldMk cId="181570054" sldId="299"/>
            <ac:spMk id="33" creationId="{485C26F1-F280-453A-906E-A956C2A11895}"/>
          </ac:spMkLst>
        </pc:spChg>
        <pc:spChg chg="add">
          <ac:chgData name="Deep Singh" userId="218171febb998cc3" providerId="LiveId" clId="{A631849A-FE2E-4D2F-A2E6-41A2D3869678}" dt="2020-04-02T04:35:13.441" v="7121"/>
          <ac:spMkLst>
            <pc:docMk/>
            <pc:sldMk cId="181570054" sldId="299"/>
            <ac:spMk id="35" creationId="{D216CEBD-FF88-4616-937E-C019761F926B}"/>
          </ac:spMkLst>
        </pc:spChg>
        <pc:spChg chg="add">
          <ac:chgData name="Deep Singh" userId="218171febb998cc3" providerId="LiveId" clId="{A631849A-FE2E-4D2F-A2E6-41A2D3869678}" dt="2020-04-02T04:35:13.441" v="7121"/>
          <ac:spMkLst>
            <pc:docMk/>
            <pc:sldMk cId="181570054" sldId="299"/>
            <ac:spMk id="37" creationId="{1941259C-D571-49CB-9CF8-C8AAE28D9F2A}"/>
          </ac:spMkLst>
        </pc:spChg>
        <pc:picChg chg="add del">
          <ac:chgData name="Deep Singh" userId="218171febb998cc3" providerId="LiveId" clId="{A631849A-FE2E-4D2F-A2E6-41A2D3869678}" dt="2020-04-02T04:35:13.430" v="7120"/>
          <ac:picMkLst>
            <pc:docMk/>
            <pc:sldMk cId="181570054" sldId="299"/>
            <ac:picMk id="4" creationId="{F0C0189E-1E29-4A6C-8B1D-1136E788249E}"/>
          </ac:picMkLst>
        </pc:picChg>
        <pc:picChg chg="add del">
          <ac:chgData name="Deep Singh" userId="218171febb998cc3" providerId="LiveId" clId="{A631849A-FE2E-4D2F-A2E6-41A2D3869678}" dt="2020-04-02T04:35:13.430" v="7120"/>
          <ac:picMkLst>
            <pc:docMk/>
            <pc:sldMk cId="181570054" sldId="299"/>
            <ac:picMk id="8" creationId="{31AA89AA-E879-4EC8-87DE-44499069A26C}"/>
          </ac:picMkLst>
        </pc:picChg>
        <pc:picChg chg="add del">
          <ac:chgData name="Deep Singh" userId="218171febb998cc3" providerId="LiveId" clId="{A631849A-FE2E-4D2F-A2E6-41A2D3869678}" dt="2020-04-02T04:35:13.430" v="7120"/>
          <ac:picMkLst>
            <pc:docMk/>
            <pc:sldMk cId="181570054" sldId="299"/>
            <ac:picMk id="12" creationId="{C6DA2922-1C8A-43E8-81C7-B4A7D674D049}"/>
          </ac:picMkLst>
        </pc:picChg>
        <pc:picChg chg="add del">
          <ac:chgData name="Deep Singh" userId="218171febb998cc3" providerId="LiveId" clId="{A631849A-FE2E-4D2F-A2E6-41A2D3869678}" dt="2020-04-02T04:35:13.430" v="7120"/>
          <ac:picMkLst>
            <pc:docMk/>
            <pc:sldMk cId="181570054" sldId="299"/>
            <ac:picMk id="16" creationId="{2EB68806-0325-404D-9E3F-41AD2B642CAE}"/>
          </ac:picMkLst>
        </pc:picChg>
        <pc:picChg chg="add">
          <ac:chgData name="Deep Singh" userId="218171febb998cc3" providerId="LiveId" clId="{A631849A-FE2E-4D2F-A2E6-41A2D3869678}" dt="2020-04-02T04:35:13.441" v="7121"/>
          <ac:picMkLst>
            <pc:docMk/>
            <pc:sldMk cId="181570054" sldId="299"/>
            <ac:picMk id="22" creationId="{7C239984-838D-4EBC-B80A-612EF54CE61A}"/>
          </ac:picMkLst>
        </pc:picChg>
        <pc:picChg chg="add">
          <ac:chgData name="Deep Singh" userId="218171febb998cc3" providerId="LiveId" clId="{A631849A-FE2E-4D2F-A2E6-41A2D3869678}" dt="2020-04-02T04:35:13.441" v="7121"/>
          <ac:picMkLst>
            <pc:docMk/>
            <pc:sldMk cId="181570054" sldId="299"/>
            <ac:picMk id="26" creationId="{37B8A6C7-1176-4FA6-A95B-EB1C4089D026}"/>
          </ac:picMkLst>
        </pc:picChg>
        <pc:picChg chg="add">
          <ac:chgData name="Deep Singh" userId="218171febb998cc3" providerId="LiveId" clId="{A631849A-FE2E-4D2F-A2E6-41A2D3869678}" dt="2020-04-02T04:35:13.441" v="7121"/>
          <ac:picMkLst>
            <pc:docMk/>
            <pc:sldMk cId="181570054" sldId="299"/>
            <ac:picMk id="30" creationId="{4D689E1D-C360-4A49-A33B-6C2F5E19A6B1}"/>
          </ac:picMkLst>
        </pc:picChg>
        <pc:picChg chg="add">
          <ac:chgData name="Deep Singh" userId="218171febb998cc3" providerId="LiveId" clId="{A631849A-FE2E-4D2F-A2E6-41A2D3869678}" dt="2020-04-02T04:35:13.441" v="7121"/>
          <ac:picMkLst>
            <pc:docMk/>
            <pc:sldMk cId="181570054" sldId="299"/>
            <ac:picMk id="34" creationId="{5AF3BB8E-E1E3-42B3-B3BD-9A5D2ED75F98}"/>
          </ac:picMkLst>
        </pc:picChg>
        <pc:cxnChg chg="add del">
          <ac:chgData name="Deep Singh" userId="218171febb998cc3" providerId="LiveId" clId="{A631849A-FE2E-4D2F-A2E6-41A2D3869678}" dt="2020-04-02T04:35:13.430" v="7120"/>
          <ac:cxnSpMkLst>
            <pc:docMk/>
            <pc:sldMk cId="181570054" sldId="299"/>
            <ac:cxnSpMk id="6" creationId="{288F518D-B424-4033-9EB2-0D5EDD5B7AE5}"/>
          </ac:cxnSpMkLst>
        </pc:cxnChg>
        <pc:cxnChg chg="add del">
          <ac:chgData name="Deep Singh" userId="218171febb998cc3" providerId="LiveId" clId="{A631849A-FE2E-4D2F-A2E6-41A2D3869678}" dt="2020-04-02T04:35:13.430" v="7120"/>
          <ac:cxnSpMkLst>
            <pc:docMk/>
            <pc:sldMk cId="181570054" sldId="299"/>
            <ac:cxnSpMk id="10" creationId="{0D4676D5-FF4C-4D3A-8576-05AECA672526}"/>
          </ac:cxnSpMkLst>
        </pc:cxnChg>
        <pc:cxnChg chg="add del">
          <ac:chgData name="Deep Singh" userId="218171febb998cc3" providerId="LiveId" clId="{A631849A-FE2E-4D2F-A2E6-41A2D3869678}" dt="2020-04-02T04:35:13.430" v="7120"/>
          <ac:cxnSpMkLst>
            <pc:docMk/>
            <pc:sldMk cId="181570054" sldId="299"/>
            <ac:cxnSpMk id="14" creationId="{9DFD0B69-EDEC-477F-B04A-D036CAFD504B}"/>
          </ac:cxnSpMkLst>
        </pc:cxnChg>
        <pc:cxnChg chg="add del">
          <ac:chgData name="Deep Singh" userId="218171febb998cc3" providerId="LiveId" clId="{A631849A-FE2E-4D2F-A2E6-41A2D3869678}" dt="2020-04-02T04:35:13.430" v="7120"/>
          <ac:cxnSpMkLst>
            <pc:docMk/>
            <pc:sldMk cId="181570054" sldId="299"/>
            <ac:cxnSpMk id="18" creationId="{0892388A-F1D8-421C-BC9A-394E20BABF23}"/>
          </ac:cxnSpMkLst>
        </pc:cxnChg>
        <pc:cxnChg chg="add">
          <ac:chgData name="Deep Singh" userId="218171febb998cc3" providerId="LiveId" clId="{A631849A-FE2E-4D2F-A2E6-41A2D3869678}" dt="2020-04-02T04:35:13.441" v="7121"/>
          <ac:cxnSpMkLst>
            <pc:docMk/>
            <pc:sldMk cId="181570054" sldId="299"/>
            <ac:cxnSpMk id="24" creationId="{3940B562-4FB7-45B6-9DEC-F8EF2A753BA2}"/>
          </ac:cxnSpMkLst>
        </pc:cxnChg>
        <pc:cxnChg chg="add">
          <ac:chgData name="Deep Singh" userId="218171febb998cc3" providerId="LiveId" clId="{A631849A-FE2E-4D2F-A2E6-41A2D3869678}" dt="2020-04-02T04:35:13.441" v="7121"/>
          <ac:cxnSpMkLst>
            <pc:docMk/>
            <pc:sldMk cId="181570054" sldId="299"/>
            <ac:cxnSpMk id="28" creationId="{7D69C696-EDA1-4664-BB48-000D973EA1B8}"/>
          </ac:cxnSpMkLst>
        </pc:cxnChg>
        <pc:cxnChg chg="add">
          <ac:chgData name="Deep Singh" userId="218171febb998cc3" providerId="LiveId" clId="{A631849A-FE2E-4D2F-A2E6-41A2D3869678}" dt="2020-04-02T04:35:13.441" v="7121"/>
          <ac:cxnSpMkLst>
            <pc:docMk/>
            <pc:sldMk cId="181570054" sldId="299"/>
            <ac:cxnSpMk id="32" creationId="{A040E93C-28D3-464C-92C7-BD79DA72C7EC}"/>
          </ac:cxnSpMkLst>
        </pc:cxnChg>
        <pc:cxnChg chg="add">
          <ac:chgData name="Deep Singh" userId="218171febb998cc3" providerId="LiveId" clId="{A631849A-FE2E-4D2F-A2E6-41A2D3869678}" dt="2020-04-02T04:35:13.441" v="7121"/>
          <ac:cxnSpMkLst>
            <pc:docMk/>
            <pc:sldMk cId="181570054" sldId="299"/>
            <ac:cxnSpMk id="36" creationId="{972AE74C-62A1-4103-8539-3FFB6E5854D9}"/>
          </ac:cxnSpMkLst>
        </pc:cxnChg>
      </pc:sldChg>
      <pc:sldChg chg="addSp delSp modSp add del">
        <pc:chgData name="Deep Singh" userId="218171febb998cc3" providerId="LiveId" clId="{A631849A-FE2E-4D2F-A2E6-41A2D3869678}" dt="2020-04-02T05:48:45.949" v="7972" actId="47"/>
        <pc:sldMkLst>
          <pc:docMk/>
          <pc:sldMk cId="512991592" sldId="300"/>
        </pc:sldMkLst>
        <pc:spChg chg="add del mod">
          <ac:chgData name="Deep Singh" userId="218171febb998cc3" providerId="LiveId" clId="{A631849A-FE2E-4D2F-A2E6-41A2D3869678}" dt="2020-04-02T04:53:26.020" v="7375" actId="478"/>
          <ac:spMkLst>
            <pc:docMk/>
            <pc:sldMk cId="512991592" sldId="300"/>
            <ac:spMk id="3" creationId="{2E4E0E5E-0DC1-4547-BE0F-C46BE2737837}"/>
          </ac:spMkLst>
        </pc:spChg>
        <pc:spChg chg="mod">
          <ac:chgData name="Deep Singh" userId="218171febb998cc3" providerId="LiveId" clId="{A631849A-FE2E-4D2F-A2E6-41A2D3869678}" dt="2020-04-02T04:54:07.519" v="7396" actId="20577"/>
          <ac:spMkLst>
            <pc:docMk/>
            <pc:sldMk cId="512991592" sldId="300"/>
            <ac:spMk id="6" creationId="{152ADB85-0025-4E0A-B62D-0D6377972C2F}"/>
          </ac:spMkLst>
        </pc:spChg>
        <pc:spChg chg="add mod">
          <ac:chgData name="Deep Singh" userId="218171febb998cc3" providerId="LiveId" clId="{A631849A-FE2E-4D2F-A2E6-41A2D3869678}" dt="2020-04-02T05:11:15.145" v="7627" actId="1076"/>
          <ac:spMkLst>
            <pc:docMk/>
            <pc:sldMk cId="512991592" sldId="300"/>
            <ac:spMk id="7" creationId="{5F82D121-B4A4-4893-AB68-13E96DF17E4C}"/>
          </ac:spMkLst>
        </pc:spChg>
        <pc:spChg chg="mod">
          <ac:chgData name="Deep Singh" userId="218171febb998cc3" providerId="LiveId" clId="{A631849A-FE2E-4D2F-A2E6-41A2D3869678}" dt="2020-04-02T05:06:03.989" v="7550" actId="14861"/>
          <ac:spMkLst>
            <pc:docMk/>
            <pc:sldMk cId="512991592" sldId="300"/>
            <ac:spMk id="10" creationId="{9A2141BA-AD0C-4F53-8157-0A8386895A5E}"/>
          </ac:spMkLst>
        </pc:spChg>
        <pc:spChg chg="mod">
          <ac:chgData name="Deep Singh" userId="218171febb998cc3" providerId="LiveId" clId="{A631849A-FE2E-4D2F-A2E6-41A2D3869678}" dt="2020-04-02T05:11:26.029" v="7632" actId="13822"/>
          <ac:spMkLst>
            <pc:docMk/>
            <pc:sldMk cId="512991592" sldId="300"/>
            <ac:spMk id="12" creationId="{76CB1C29-F0A9-44BD-BA80-011B98C9C60E}"/>
          </ac:spMkLst>
        </pc:spChg>
        <pc:spChg chg="mod">
          <ac:chgData name="Deep Singh" userId="218171febb998cc3" providerId="LiveId" clId="{A631849A-FE2E-4D2F-A2E6-41A2D3869678}" dt="2020-04-02T05:11:36.182" v="7634" actId="207"/>
          <ac:spMkLst>
            <pc:docMk/>
            <pc:sldMk cId="512991592" sldId="300"/>
            <ac:spMk id="13" creationId="{AA028321-239D-4921-9644-5B6E1E49C25D}"/>
          </ac:spMkLst>
        </pc:spChg>
        <pc:spChg chg="mod">
          <ac:chgData name="Deep Singh" userId="218171febb998cc3" providerId="LiveId" clId="{A631849A-FE2E-4D2F-A2E6-41A2D3869678}" dt="2020-04-02T05:11:48.649" v="7636" actId="207"/>
          <ac:spMkLst>
            <pc:docMk/>
            <pc:sldMk cId="512991592" sldId="300"/>
            <ac:spMk id="14" creationId="{E85DD1F7-19C6-4135-B69F-35F4C9B6EE4D}"/>
          </ac:spMkLst>
        </pc:spChg>
        <pc:spChg chg="mod">
          <ac:chgData name="Deep Singh" userId="218171febb998cc3" providerId="LiveId" clId="{A631849A-FE2E-4D2F-A2E6-41A2D3869678}" dt="2020-04-02T05:05:17.721" v="7540" actId="2085"/>
          <ac:spMkLst>
            <pc:docMk/>
            <pc:sldMk cId="512991592" sldId="300"/>
            <ac:spMk id="15" creationId="{CFB0E2E1-6A14-4C4A-A1B0-611C3D200BC8}"/>
          </ac:spMkLst>
        </pc:spChg>
        <pc:spChg chg="mod">
          <ac:chgData name="Deep Singh" userId="218171febb998cc3" providerId="LiveId" clId="{A631849A-FE2E-4D2F-A2E6-41A2D3869678}" dt="2020-04-02T05:05:17.721" v="7540" actId="2085"/>
          <ac:spMkLst>
            <pc:docMk/>
            <pc:sldMk cId="512991592" sldId="300"/>
            <ac:spMk id="16" creationId="{55CFE956-2031-4BCF-B27B-CFECED8FABDF}"/>
          </ac:spMkLst>
        </pc:spChg>
        <pc:spChg chg="mod">
          <ac:chgData name="Deep Singh" userId="218171febb998cc3" providerId="LiveId" clId="{A631849A-FE2E-4D2F-A2E6-41A2D3869678}" dt="2020-04-02T05:05:17.721" v="7540" actId="2085"/>
          <ac:spMkLst>
            <pc:docMk/>
            <pc:sldMk cId="512991592" sldId="300"/>
            <ac:spMk id="17" creationId="{45C98746-BC87-45D2-8983-364083F886C7}"/>
          </ac:spMkLst>
        </pc:spChg>
        <pc:spChg chg="mod">
          <ac:chgData name="Deep Singh" userId="218171febb998cc3" providerId="LiveId" clId="{A631849A-FE2E-4D2F-A2E6-41A2D3869678}" dt="2020-04-02T05:05:17.721" v="7540" actId="2085"/>
          <ac:spMkLst>
            <pc:docMk/>
            <pc:sldMk cId="512991592" sldId="300"/>
            <ac:spMk id="18" creationId="{23F9BB58-CFC1-49F8-88C7-88932A890280}"/>
          </ac:spMkLst>
        </pc:spChg>
        <pc:spChg chg="mod">
          <ac:chgData name="Deep Singh" userId="218171febb998cc3" providerId="LiveId" clId="{A631849A-FE2E-4D2F-A2E6-41A2D3869678}" dt="2020-04-02T05:05:17.721" v="7540" actId="2085"/>
          <ac:spMkLst>
            <pc:docMk/>
            <pc:sldMk cId="512991592" sldId="300"/>
            <ac:spMk id="19" creationId="{4C83F954-4D94-4A4A-9DA0-DCF62B61E9E0}"/>
          </ac:spMkLst>
        </pc:spChg>
        <pc:spChg chg="mod">
          <ac:chgData name="Deep Singh" userId="218171febb998cc3" providerId="LiveId" clId="{A631849A-FE2E-4D2F-A2E6-41A2D3869678}" dt="2020-04-02T05:05:17.721" v="7540" actId="2085"/>
          <ac:spMkLst>
            <pc:docMk/>
            <pc:sldMk cId="512991592" sldId="300"/>
            <ac:spMk id="20" creationId="{1AB2EABC-E610-47BE-A41E-97D6A43B7A42}"/>
          </ac:spMkLst>
        </pc:spChg>
        <pc:spChg chg="mod">
          <ac:chgData name="Deep Singh" userId="218171febb998cc3" providerId="LiveId" clId="{A631849A-FE2E-4D2F-A2E6-41A2D3869678}" dt="2020-04-02T05:05:17.721" v="7540" actId="2085"/>
          <ac:spMkLst>
            <pc:docMk/>
            <pc:sldMk cId="512991592" sldId="300"/>
            <ac:spMk id="27" creationId="{D9B60CC9-D942-4EAC-932C-04F749DA1CD1}"/>
          </ac:spMkLst>
        </pc:spChg>
        <pc:spChg chg="mod">
          <ac:chgData name="Deep Singh" userId="218171febb998cc3" providerId="LiveId" clId="{A631849A-FE2E-4D2F-A2E6-41A2D3869678}" dt="2020-04-02T05:05:17.721" v="7540" actId="2085"/>
          <ac:spMkLst>
            <pc:docMk/>
            <pc:sldMk cId="512991592" sldId="300"/>
            <ac:spMk id="32" creationId="{AFB91E4E-BE5E-479B-BABB-ACE103A5EC15}"/>
          </ac:spMkLst>
        </pc:spChg>
        <pc:spChg chg="mod">
          <ac:chgData name="Deep Singh" userId="218171febb998cc3" providerId="LiveId" clId="{A631849A-FE2E-4D2F-A2E6-41A2D3869678}" dt="2020-04-02T05:05:17.721" v="7540" actId="2085"/>
          <ac:spMkLst>
            <pc:docMk/>
            <pc:sldMk cId="512991592" sldId="300"/>
            <ac:spMk id="33" creationId="{55339F00-C93C-49F6-A0D1-D5C250A7633C}"/>
          </ac:spMkLst>
        </pc:spChg>
        <pc:grpChg chg="add mod">
          <ac:chgData name="Deep Singh" userId="218171febb998cc3" providerId="LiveId" clId="{A631849A-FE2E-4D2F-A2E6-41A2D3869678}" dt="2020-04-02T05:08:41.955" v="7609" actId="14861"/>
          <ac:grpSpMkLst>
            <pc:docMk/>
            <pc:sldMk cId="512991592" sldId="300"/>
            <ac:grpSpMk id="9" creationId="{36C3B17A-7C7B-4DC2-AFB3-750A2521500A}"/>
          </ac:grpSpMkLst>
        </pc:grpChg>
        <pc:graphicFrameChg chg="del">
          <ac:chgData name="Deep Singh" userId="218171febb998cc3" providerId="LiveId" clId="{A631849A-FE2E-4D2F-A2E6-41A2D3869678}" dt="2020-04-02T04:53:23.219" v="7374" actId="478"/>
          <ac:graphicFrameMkLst>
            <pc:docMk/>
            <pc:sldMk cId="512991592" sldId="300"/>
            <ac:graphicFrameMk id="45" creationId="{700B154E-BC0A-400D-BC69-E6CB1C494052}"/>
          </ac:graphicFrameMkLst>
        </pc:graphicFrameChg>
        <pc:cxnChg chg="mod">
          <ac:chgData name="Deep Singh" userId="218171febb998cc3" providerId="LiveId" clId="{A631849A-FE2E-4D2F-A2E6-41A2D3869678}" dt="2020-04-02T05:05:17.721" v="7540" actId="2085"/>
          <ac:cxnSpMkLst>
            <pc:docMk/>
            <pc:sldMk cId="512991592" sldId="300"/>
            <ac:cxnSpMk id="11" creationId="{E1682D2E-24E3-4D6C-A4F3-76A8E617E8AA}"/>
          </ac:cxnSpMkLst>
        </pc:cxnChg>
        <pc:cxnChg chg="mod">
          <ac:chgData name="Deep Singh" userId="218171febb998cc3" providerId="LiveId" clId="{A631849A-FE2E-4D2F-A2E6-41A2D3869678}" dt="2020-04-02T05:05:17.721" v="7540" actId="2085"/>
          <ac:cxnSpMkLst>
            <pc:docMk/>
            <pc:sldMk cId="512991592" sldId="300"/>
            <ac:cxnSpMk id="21" creationId="{192829DC-C059-43E2-92EE-FAAA13936A6E}"/>
          </ac:cxnSpMkLst>
        </pc:cxnChg>
        <pc:cxnChg chg="mod">
          <ac:chgData name="Deep Singh" userId="218171febb998cc3" providerId="LiveId" clId="{A631849A-FE2E-4D2F-A2E6-41A2D3869678}" dt="2020-04-02T05:05:17.721" v="7540" actId="2085"/>
          <ac:cxnSpMkLst>
            <pc:docMk/>
            <pc:sldMk cId="512991592" sldId="300"/>
            <ac:cxnSpMk id="22" creationId="{0ED5F447-5D09-43F0-9147-9CD394DB9519}"/>
          </ac:cxnSpMkLst>
        </pc:cxnChg>
        <pc:cxnChg chg="mod">
          <ac:chgData name="Deep Singh" userId="218171febb998cc3" providerId="LiveId" clId="{A631849A-FE2E-4D2F-A2E6-41A2D3869678}" dt="2020-04-02T05:05:17.721" v="7540" actId="2085"/>
          <ac:cxnSpMkLst>
            <pc:docMk/>
            <pc:sldMk cId="512991592" sldId="300"/>
            <ac:cxnSpMk id="23" creationId="{9E8981AA-B6DB-4E8E-B0E7-2785C3E07751}"/>
          </ac:cxnSpMkLst>
        </pc:cxnChg>
        <pc:cxnChg chg="mod">
          <ac:chgData name="Deep Singh" userId="218171febb998cc3" providerId="LiveId" clId="{A631849A-FE2E-4D2F-A2E6-41A2D3869678}" dt="2020-04-02T05:05:17.721" v="7540" actId="2085"/>
          <ac:cxnSpMkLst>
            <pc:docMk/>
            <pc:sldMk cId="512991592" sldId="300"/>
            <ac:cxnSpMk id="24" creationId="{72C7C712-6159-4004-AC7A-A1D0D686B35F}"/>
          </ac:cxnSpMkLst>
        </pc:cxnChg>
        <pc:cxnChg chg="mod">
          <ac:chgData name="Deep Singh" userId="218171febb998cc3" providerId="LiveId" clId="{A631849A-FE2E-4D2F-A2E6-41A2D3869678}" dt="2020-04-02T05:05:17.721" v="7540" actId="2085"/>
          <ac:cxnSpMkLst>
            <pc:docMk/>
            <pc:sldMk cId="512991592" sldId="300"/>
            <ac:cxnSpMk id="25" creationId="{27D86903-A48F-42D4-BD79-0B1B2015A6B7}"/>
          </ac:cxnSpMkLst>
        </pc:cxnChg>
        <pc:cxnChg chg="mod">
          <ac:chgData name="Deep Singh" userId="218171febb998cc3" providerId="LiveId" clId="{A631849A-FE2E-4D2F-A2E6-41A2D3869678}" dt="2020-04-02T05:05:17.721" v="7540" actId="2085"/>
          <ac:cxnSpMkLst>
            <pc:docMk/>
            <pc:sldMk cId="512991592" sldId="300"/>
            <ac:cxnSpMk id="26" creationId="{58D13E58-1F85-4C85-B3B8-8596096A8150}"/>
          </ac:cxnSpMkLst>
        </pc:cxnChg>
        <pc:cxnChg chg="mod">
          <ac:chgData name="Deep Singh" userId="218171febb998cc3" providerId="LiveId" clId="{A631849A-FE2E-4D2F-A2E6-41A2D3869678}" dt="2020-04-02T05:05:17.721" v="7540" actId="2085"/>
          <ac:cxnSpMkLst>
            <pc:docMk/>
            <pc:sldMk cId="512991592" sldId="300"/>
            <ac:cxnSpMk id="28" creationId="{DD3D9C79-3789-4AB7-8961-D74C58718BF6}"/>
          </ac:cxnSpMkLst>
        </pc:cxnChg>
        <pc:cxnChg chg="mod">
          <ac:chgData name="Deep Singh" userId="218171febb998cc3" providerId="LiveId" clId="{A631849A-FE2E-4D2F-A2E6-41A2D3869678}" dt="2020-04-02T05:05:17.721" v="7540" actId="2085"/>
          <ac:cxnSpMkLst>
            <pc:docMk/>
            <pc:sldMk cId="512991592" sldId="300"/>
            <ac:cxnSpMk id="29" creationId="{2AC22F8D-5367-4054-BDC2-61F92B034EDB}"/>
          </ac:cxnSpMkLst>
        </pc:cxnChg>
        <pc:cxnChg chg="mod">
          <ac:chgData name="Deep Singh" userId="218171febb998cc3" providerId="LiveId" clId="{A631849A-FE2E-4D2F-A2E6-41A2D3869678}" dt="2020-04-02T05:05:17.721" v="7540" actId="2085"/>
          <ac:cxnSpMkLst>
            <pc:docMk/>
            <pc:sldMk cId="512991592" sldId="300"/>
            <ac:cxnSpMk id="30" creationId="{FF1C816D-5C47-477F-B4A7-53D1796E0EE6}"/>
          </ac:cxnSpMkLst>
        </pc:cxnChg>
        <pc:cxnChg chg="mod">
          <ac:chgData name="Deep Singh" userId="218171febb998cc3" providerId="LiveId" clId="{A631849A-FE2E-4D2F-A2E6-41A2D3869678}" dt="2020-04-02T05:05:17.721" v="7540" actId="2085"/>
          <ac:cxnSpMkLst>
            <pc:docMk/>
            <pc:sldMk cId="512991592" sldId="300"/>
            <ac:cxnSpMk id="31" creationId="{578D2DB0-2F3F-4365-8E38-5B47EC67C2FC}"/>
          </ac:cxnSpMkLst>
        </pc:cxnChg>
        <pc:cxnChg chg="mod">
          <ac:chgData name="Deep Singh" userId="218171febb998cc3" providerId="LiveId" clId="{A631849A-FE2E-4D2F-A2E6-41A2D3869678}" dt="2020-04-02T05:05:17.721" v="7540" actId="2085"/>
          <ac:cxnSpMkLst>
            <pc:docMk/>
            <pc:sldMk cId="512991592" sldId="300"/>
            <ac:cxnSpMk id="34" creationId="{ABB48303-02AB-4386-82A7-2185D9865A35}"/>
          </ac:cxnSpMkLst>
        </pc:cxnChg>
        <pc:cxnChg chg="mod">
          <ac:chgData name="Deep Singh" userId="218171febb998cc3" providerId="LiveId" clId="{A631849A-FE2E-4D2F-A2E6-41A2D3869678}" dt="2020-04-02T05:05:17.721" v="7540" actId="2085"/>
          <ac:cxnSpMkLst>
            <pc:docMk/>
            <pc:sldMk cId="512991592" sldId="300"/>
            <ac:cxnSpMk id="35" creationId="{F12AA887-07EB-499F-8A13-5FBF8E774412}"/>
          </ac:cxnSpMkLst>
        </pc:cxnChg>
        <pc:cxnChg chg="mod">
          <ac:chgData name="Deep Singh" userId="218171febb998cc3" providerId="LiveId" clId="{A631849A-FE2E-4D2F-A2E6-41A2D3869678}" dt="2020-04-02T05:05:17.721" v="7540" actId="2085"/>
          <ac:cxnSpMkLst>
            <pc:docMk/>
            <pc:sldMk cId="512991592" sldId="300"/>
            <ac:cxnSpMk id="36" creationId="{7CE14F1E-4F4A-4908-95FA-E4A7975A369A}"/>
          </ac:cxnSpMkLst>
        </pc:cxnChg>
      </pc:sldChg>
      <pc:sldChg chg="addSp delSp modSp add del ord">
        <pc:chgData name="Deep Singh" userId="218171febb998cc3" providerId="LiveId" clId="{A631849A-FE2E-4D2F-A2E6-41A2D3869678}" dt="2020-04-02T05:48:45.965" v="7973" actId="47"/>
        <pc:sldMkLst>
          <pc:docMk/>
          <pc:sldMk cId="1709504418" sldId="301"/>
        </pc:sldMkLst>
        <pc:spChg chg="add mod">
          <ac:chgData name="Deep Singh" userId="218171febb998cc3" providerId="LiveId" clId="{A631849A-FE2E-4D2F-A2E6-41A2D3869678}" dt="2020-04-02T04:59:51.939" v="7487" actId="1076"/>
          <ac:spMkLst>
            <pc:docMk/>
            <pc:sldMk cId="1709504418" sldId="301"/>
            <ac:spMk id="2" creationId="{36EEB98C-4F6D-44E0-BE4F-C626FEEE58D7}"/>
          </ac:spMkLst>
        </pc:spChg>
        <pc:spChg chg="mod">
          <ac:chgData name="Deep Singh" userId="218171febb998cc3" providerId="LiveId" clId="{A631849A-FE2E-4D2F-A2E6-41A2D3869678}" dt="2020-04-02T04:59:56.239" v="7489" actId="1076"/>
          <ac:spMkLst>
            <pc:docMk/>
            <pc:sldMk cId="1709504418" sldId="301"/>
            <ac:spMk id="4" creationId="{49830AE6-3D29-4888-9A98-CA7098D82180}"/>
          </ac:spMkLst>
        </pc:spChg>
        <pc:spChg chg="mod">
          <ac:chgData name="Deep Singh" userId="218171febb998cc3" providerId="LiveId" clId="{A631849A-FE2E-4D2F-A2E6-41A2D3869678}" dt="2020-04-02T04:58:55.463" v="7483" actId="404"/>
          <ac:spMkLst>
            <pc:docMk/>
            <pc:sldMk cId="1709504418" sldId="301"/>
            <ac:spMk id="6" creationId="{152ADB85-0025-4E0A-B62D-0D6377972C2F}"/>
          </ac:spMkLst>
        </pc:spChg>
        <pc:spChg chg="del">
          <ac:chgData name="Deep Singh" userId="218171febb998cc3" providerId="LiveId" clId="{A631849A-FE2E-4D2F-A2E6-41A2D3869678}" dt="2020-04-02T04:57:41.875" v="7448" actId="478"/>
          <ac:spMkLst>
            <pc:docMk/>
            <pc:sldMk cId="1709504418" sldId="301"/>
            <ac:spMk id="28" creationId="{55D6E3B9-6044-4DCB-A86E-4A4E47F5A5F5}"/>
          </ac:spMkLst>
        </pc:spChg>
        <pc:spChg chg="add mod ord">
          <ac:chgData name="Deep Singh" userId="218171febb998cc3" providerId="LiveId" clId="{A631849A-FE2E-4D2F-A2E6-41A2D3869678}" dt="2020-04-02T05:13:36.418" v="7649" actId="164"/>
          <ac:spMkLst>
            <pc:docMk/>
            <pc:sldMk cId="1709504418" sldId="301"/>
            <ac:spMk id="29" creationId="{F016176B-D40E-4D9E-A08F-B4A73C868155}"/>
          </ac:spMkLst>
        </pc:spChg>
        <pc:spChg chg="add mod ord">
          <ac:chgData name="Deep Singh" userId="218171febb998cc3" providerId="LiveId" clId="{A631849A-FE2E-4D2F-A2E6-41A2D3869678}" dt="2020-04-02T05:13:36.418" v="7649" actId="164"/>
          <ac:spMkLst>
            <pc:docMk/>
            <pc:sldMk cId="1709504418" sldId="301"/>
            <ac:spMk id="30" creationId="{9CBB9C69-EAC4-40D4-AEDB-C1479FCB301D}"/>
          </ac:spMkLst>
        </pc:spChg>
        <pc:spChg chg="add mod ord">
          <ac:chgData name="Deep Singh" userId="218171febb998cc3" providerId="LiveId" clId="{A631849A-FE2E-4D2F-A2E6-41A2D3869678}" dt="2020-04-02T05:13:36.418" v="7649" actId="164"/>
          <ac:spMkLst>
            <pc:docMk/>
            <pc:sldMk cId="1709504418" sldId="301"/>
            <ac:spMk id="32" creationId="{35B308ED-5FE3-4B83-8A64-4DF7EC0255ED}"/>
          </ac:spMkLst>
        </pc:spChg>
        <pc:spChg chg="add mod ord">
          <ac:chgData name="Deep Singh" userId="218171febb998cc3" providerId="LiveId" clId="{A631849A-FE2E-4D2F-A2E6-41A2D3869678}" dt="2020-04-02T05:13:36.418" v="7649" actId="164"/>
          <ac:spMkLst>
            <pc:docMk/>
            <pc:sldMk cId="1709504418" sldId="301"/>
            <ac:spMk id="34" creationId="{809EBFB8-FF44-4527-BF6F-FD7FB837A5BE}"/>
          </ac:spMkLst>
        </pc:spChg>
        <pc:spChg chg="add mod ord">
          <ac:chgData name="Deep Singh" userId="218171febb998cc3" providerId="LiveId" clId="{A631849A-FE2E-4D2F-A2E6-41A2D3869678}" dt="2020-04-02T05:13:36.418" v="7649" actId="164"/>
          <ac:spMkLst>
            <pc:docMk/>
            <pc:sldMk cId="1709504418" sldId="301"/>
            <ac:spMk id="35" creationId="{A3987AFD-9C46-4717-89CD-7EBB25E335BC}"/>
          </ac:spMkLst>
        </pc:spChg>
        <pc:spChg chg="add mod ord">
          <ac:chgData name="Deep Singh" userId="218171febb998cc3" providerId="LiveId" clId="{A631849A-FE2E-4D2F-A2E6-41A2D3869678}" dt="2020-04-02T05:13:36.418" v="7649" actId="164"/>
          <ac:spMkLst>
            <pc:docMk/>
            <pc:sldMk cId="1709504418" sldId="301"/>
            <ac:spMk id="36" creationId="{AB94C4B3-EBD7-4351-8F77-A93102C9182B}"/>
          </ac:spMkLst>
        </pc:spChg>
        <pc:spChg chg="add mod">
          <ac:chgData name="Deep Singh" userId="218171febb998cc3" providerId="LiveId" clId="{A631849A-FE2E-4D2F-A2E6-41A2D3869678}" dt="2020-04-02T05:13:36.418" v="7649" actId="164"/>
          <ac:spMkLst>
            <pc:docMk/>
            <pc:sldMk cId="1709504418" sldId="301"/>
            <ac:spMk id="46" creationId="{1C4843D6-5939-43AD-9D24-36E9865B7D26}"/>
          </ac:spMkLst>
        </pc:spChg>
        <pc:spChg chg="add mod">
          <ac:chgData name="Deep Singh" userId="218171febb998cc3" providerId="LiveId" clId="{A631849A-FE2E-4D2F-A2E6-41A2D3869678}" dt="2020-04-02T05:13:36.418" v="7649" actId="164"/>
          <ac:spMkLst>
            <pc:docMk/>
            <pc:sldMk cId="1709504418" sldId="301"/>
            <ac:spMk id="47" creationId="{10AEABBC-FADC-4FAC-AD4B-F49F192B50B7}"/>
          </ac:spMkLst>
        </pc:spChg>
        <pc:spChg chg="add mod">
          <ac:chgData name="Deep Singh" userId="218171febb998cc3" providerId="LiveId" clId="{A631849A-FE2E-4D2F-A2E6-41A2D3869678}" dt="2020-04-02T05:13:36.418" v="7649" actId="164"/>
          <ac:spMkLst>
            <pc:docMk/>
            <pc:sldMk cId="1709504418" sldId="301"/>
            <ac:spMk id="49" creationId="{215AD2C3-CE79-4340-9054-A624A1A32177}"/>
          </ac:spMkLst>
        </pc:spChg>
        <pc:spChg chg="add mod">
          <ac:chgData name="Deep Singh" userId="218171febb998cc3" providerId="LiveId" clId="{A631849A-FE2E-4D2F-A2E6-41A2D3869678}" dt="2020-04-02T05:13:36.418" v="7649" actId="164"/>
          <ac:spMkLst>
            <pc:docMk/>
            <pc:sldMk cId="1709504418" sldId="301"/>
            <ac:spMk id="50" creationId="{745F63EF-50BD-4707-8DA6-45364EC83F20}"/>
          </ac:spMkLst>
        </pc:spChg>
        <pc:spChg chg="add mod">
          <ac:chgData name="Deep Singh" userId="218171febb998cc3" providerId="LiveId" clId="{A631849A-FE2E-4D2F-A2E6-41A2D3869678}" dt="2020-04-02T05:13:36.418" v="7649" actId="164"/>
          <ac:spMkLst>
            <pc:docMk/>
            <pc:sldMk cId="1709504418" sldId="301"/>
            <ac:spMk id="51" creationId="{6992D324-2DDE-4377-A7A7-EC5EB1E96762}"/>
          </ac:spMkLst>
        </pc:spChg>
        <pc:grpChg chg="add mod">
          <ac:chgData name="Deep Singh" userId="218171febb998cc3" providerId="LiveId" clId="{A631849A-FE2E-4D2F-A2E6-41A2D3869678}" dt="2020-04-02T05:13:36.418" v="7649" actId="164"/>
          <ac:grpSpMkLst>
            <pc:docMk/>
            <pc:sldMk cId="1709504418" sldId="301"/>
            <ac:grpSpMk id="3" creationId="{509D7E6B-3722-4D8D-B63C-2AFE18D03CD1}"/>
          </ac:grpSpMkLst>
        </pc:grpChg>
        <pc:grpChg chg="del">
          <ac:chgData name="Deep Singh" userId="218171febb998cc3" providerId="LiveId" clId="{A631849A-FE2E-4D2F-A2E6-41A2D3869678}" dt="2020-04-02T04:57:29.813" v="7445" actId="478"/>
          <ac:grpSpMkLst>
            <pc:docMk/>
            <pc:sldMk cId="1709504418" sldId="301"/>
            <ac:grpSpMk id="14" creationId="{79A0451C-37A7-4356-8EC2-F1625AA2DCCC}"/>
          </ac:grpSpMkLst>
        </pc:grpChg>
        <pc:grpChg chg="add mod">
          <ac:chgData name="Deep Singh" userId="218171febb998cc3" providerId="LiveId" clId="{A631849A-FE2E-4D2F-A2E6-41A2D3869678}" dt="2020-04-02T05:13:36.418" v="7649" actId="164"/>
          <ac:grpSpMkLst>
            <pc:docMk/>
            <pc:sldMk cId="1709504418" sldId="301"/>
            <ac:grpSpMk id="38" creationId="{177D0DB0-C68E-486F-B2EE-9E99CEC2DDBF}"/>
          </ac:grpSpMkLst>
        </pc:grpChg>
        <pc:cxnChg chg="mod">
          <ac:chgData name="Deep Singh" userId="218171febb998cc3" providerId="LiveId" clId="{A631849A-FE2E-4D2F-A2E6-41A2D3869678}" dt="2020-04-02T04:57:29.813" v="7445" actId="478"/>
          <ac:cxnSpMkLst>
            <pc:docMk/>
            <pc:sldMk cId="1709504418" sldId="301"/>
            <ac:cxnSpMk id="20" creationId="{B0B66A90-6285-4622-9F24-BC69C52967C6}"/>
          </ac:cxnSpMkLst>
        </pc:cxnChg>
        <pc:cxnChg chg="mod">
          <ac:chgData name="Deep Singh" userId="218171febb998cc3" providerId="LiveId" clId="{A631849A-FE2E-4D2F-A2E6-41A2D3869678}" dt="2020-04-02T04:57:29.813" v="7445" actId="478"/>
          <ac:cxnSpMkLst>
            <pc:docMk/>
            <pc:sldMk cId="1709504418" sldId="301"/>
            <ac:cxnSpMk id="21" creationId="{26DEC20A-C79A-4D64-B1EA-4F0393E9C3FC}"/>
          </ac:cxnSpMkLst>
        </pc:cxnChg>
        <pc:cxnChg chg="mod">
          <ac:chgData name="Deep Singh" userId="218171febb998cc3" providerId="LiveId" clId="{A631849A-FE2E-4D2F-A2E6-41A2D3869678}" dt="2020-04-02T04:57:29.813" v="7445" actId="478"/>
          <ac:cxnSpMkLst>
            <pc:docMk/>
            <pc:sldMk cId="1709504418" sldId="301"/>
            <ac:cxnSpMk id="22" creationId="{B5758C53-39DF-49D7-8BE0-B8E1339A5F5E}"/>
          </ac:cxnSpMkLst>
        </pc:cxnChg>
        <pc:cxnChg chg="mod">
          <ac:chgData name="Deep Singh" userId="218171febb998cc3" providerId="LiveId" clId="{A631849A-FE2E-4D2F-A2E6-41A2D3869678}" dt="2020-04-02T04:57:29.813" v="7445" actId="478"/>
          <ac:cxnSpMkLst>
            <pc:docMk/>
            <pc:sldMk cId="1709504418" sldId="301"/>
            <ac:cxnSpMk id="24" creationId="{B279A90F-7342-4C6C-8AA2-69A37CAC72DC}"/>
          </ac:cxnSpMkLst>
        </pc:cxnChg>
        <pc:cxnChg chg="mod">
          <ac:chgData name="Deep Singh" userId="218171febb998cc3" providerId="LiveId" clId="{A631849A-FE2E-4D2F-A2E6-41A2D3869678}" dt="2020-04-02T04:57:29.813" v="7445" actId="478"/>
          <ac:cxnSpMkLst>
            <pc:docMk/>
            <pc:sldMk cId="1709504418" sldId="301"/>
            <ac:cxnSpMk id="27" creationId="{98E6A45E-490A-4A0B-94CE-3ACD36C080B5}"/>
          </ac:cxnSpMkLst>
        </pc:cxnChg>
        <pc:cxnChg chg="add mod ord">
          <ac:chgData name="Deep Singh" userId="218171febb998cc3" providerId="LiveId" clId="{A631849A-FE2E-4D2F-A2E6-41A2D3869678}" dt="2020-04-02T05:13:36.418" v="7649" actId="164"/>
          <ac:cxnSpMkLst>
            <pc:docMk/>
            <pc:sldMk cId="1709504418" sldId="301"/>
            <ac:cxnSpMk id="31" creationId="{3F185BE5-228E-47F0-A1FC-2DBDD211AC52}"/>
          </ac:cxnSpMkLst>
        </pc:cxnChg>
        <pc:cxnChg chg="add mod ord">
          <ac:chgData name="Deep Singh" userId="218171febb998cc3" providerId="LiveId" clId="{A631849A-FE2E-4D2F-A2E6-41A2D3869678}" dt="2020-04-02T05:13:36.418" v="7649" actId="164"/>
          <ac:cxnSpMkLst>
            <pc:docMk/>
            <pc:sldMk cId="1709504418" sldId="301"/>
            <ac:cxnSpMk id="33" creationId="{4A0E19E3-562A-4CA5-919E-1B9D983D5D6B}"/>
          </ac:cxnSpMkLst>
        </pc:cxnChg>
        <pc:cxnChg chg="add mod ord">
          <ac:chgData name="Deep Singh" userId="218171febb998cc3" providerId="LiveId" clId="{A631849A-FE2E-4D2F-A2E6-41A2D3869678}" dt="2020-04-02T05:13:36.418" v="7649" actId="164"/>
          <ac:cxnSpMkLst>
            <pc:docMk/>
            <pc:sldMk cId="1709504418" sldId="301"/>
            <ac:cxnSpMk id="37" creationId="{00886C1A-5329-44BA-A350-9FCCC04A2E1E}"/>
          </ac:cxnSpMkLst>
        </pc:cxnChg>
        <pc:cxnChg chg="add mod">
          <ac:chgData name="Deep Singh" userId="218171febb998cc3" providerId="LiveId" clId="{A631849A-FE2E-4D2F-A2E6-41A2D3869678}" dt="2020-04-02T05:13:36.418" v="7649" actId="164"/>
          <ac:cxnSpMkLst>
            <pc:docMk/>
            <pc:sldMk cId="1709504418" sldId="301"/>
            <ac:cxnSpMk id="43" creationId="{D523301E-A4C6-4FD4-AF96-34793B0EC76C}"/>
          </ac:cxnSpMkLst>
        </pc:cxnChg>
        <pc:cxnChg chg="add mod">
          <ac:chgData name="Deep Singh" userId="218171febb998cc3" providerId="LiveId" clId="{A631849A-FE2E-4D2F-A2E6-41A2D3869678}" dt="2020-04-02T05:13:36.418" v="7649" actId="164"/>
          <ac:cxnSpMkLst>
            <pc:docMk/>
            <pc:sldMk cId="1709504418" sldId="301"/>
            <ac:cxnSpMk id="44" creationId="{51DCB716-1C96-4819-AB46-FB1F393925DC}"/>
          </ac:cxnSpMkLst>
        </pc:cxnChg>
        <pc:cxnChg chg="add mod">
          <ac:chgData name="Deep Singh" userId="218171febb998cc3" providerId="LiveId" clId="{A631849A-FE2E-4D2F-A2E6-41A2D3869678}" dt="2020-04-02T05:13:36.418" v="7649" actId="164"/>
          <ac:cxnSpMkLst>
            <pc:docMk/>
            <pc:sldMk cId="1709504418" sldId="301"/>
            <ac:cxnSpMk id="45" creationId="{98C89AA6-EFD8-4699-8747-D1D02E0FAE15}"/>
          </ac:cxnSpMkLst>
        </pc:cxnChg>
        <pc:cxnChg chg="add mod">
          <ac:chgData name="Deep Singh" userId="218171febb998cc3" providerId="LiveId" clId="{A631849A-FE2E-4D2F-A2E6-41A2D3869678}" dt="2020-04-02T05:13:36.418" v="7649" actId="164"/>
          <ac:cxnSpMkLst>
            <pc:docMk/>
            <pc:sldMk cId="1709504418" sldId="301"/>
            <ac:cxnSpMk id="48" creationId="{384A3E4F-B17D-4B0F-AAB3-A8F555D97438}"/>
          </ac:cxnSpMkLst>
        </pc:cxnChg>
        <pc:cxnChg chg="add mod">
          <ac:chgData name="Deep Singh" userId="218171febb998cc3" providerId="LiveId" clId="{A631849A-FE2E-4D2F-A2E6-41A2D3869678}" dt="2020-04-02T05:13:36.418" v="7649" actId="164"/>
          <ac:cxnSpMkLst>
            <pc:docMk/>
            <pc:sldMk cId="1709504418" sldId="301"/>
            <ac:cxnSpMk id="52" creationId="{272D9A49-6E6A-4F26-BE3A-2D3EBD568C35}"/>
          </ac:cxnSpMkLst>
        </pc:cxnChg>
      </pc:sldChg>
      <pc:sldChg chg="addSp delSp modSp add del ord">
        <pc:chgData name="Deep Singh" userId="218171febb998cc3" providerId="LiveId" clId="{A631849A-FE2E-4D2F-A2E6-41A2D3869678}" dt="2020-04-02T05:02:53.888" v="7511"/>
        <pc:sldMkLst>
          <pc:docMk/>
          <pc:sldMk cId="1083999606" sldId="302"/>
        </pc:sldMkLst>
        <pc:grpChg chg="add del">
          <ac:chgData name="Deep Singh" userId="218171febb998cc3" providerId="LiveId" clId="{A631849A-FE2E-4D2F-A2E6-41A2D3869678}" dt="2020-04-02T05:02:52.315" v="7509" actId="478"/>
          <ac:grpSpMkLst>
            <pc:docMk/>
            <pc:sldMk cId="1083999606" sldId="302"/>
            <ac:grpSpMk id="14" creationId="{79A0451C-37A7-4356-8EC2-F1625AA2DCCC}"/>
          </ac:grpSpMkLst>
        </pc:grpChg>
        <pc:grpChg chg="add del mod ord">
          <ac:chgData name="Deep Singh" userId="218171febb998cc3" providerId="LiveId" clId="{A631849A-FE2E-4D2F-A2E6-41A2D3869678}" dt="2020-04-02T05:02:04.164" v="7504"/>
          <ac:grpSpMkLst>
            <pc:docMk/>
            <pc:sldMk cId="1083999606" sldId="302"/>
            <ac:grpSpMk id="29" creationId="{F995FA2C-2594-49AD-87B8-A58D6E1473C0}"/>
          </ac:grpSpMkLst>
        </pc:grpChg>
        <pc:grpChg chg="add del mod">
          <ac:chgData name="Deep Singh" userId="218171febb998cc3" providerId="LiveId" clId="{A631849A-FE2E-4D2F-A2E6-41A2D3869678}" dt="2020-04-02T05:02:51.789" v="7508"/>
          <ac:grpSpMkLst>
            <pc:docMk/>
            <pc:sldMk cId="1083999606" sldId="302"/>
            <ac:grpSpMk id="57" creationId="{EA95A82E-AE5C-40B7-9C25-6CD7FBC413F6}"/>
          </ac:grpSpMkLst>
        </pc:grpChg>
        <pc:cxnChg chg="mod">
          <ac:chgData name="Deep Singh" userId="218171febb998cc3" providerId="LiveId" clId="{A631849A-FE2E-4D2F-A2E6-41A2D3869678}" dt="2020-04-02T05:02:52.315" v="7509" actId="478"/>
          <ac:cxnSpMkLst>
            <pc:docMk/>
            <pc:sldMk cId="1083999606" sldId="302"/>
            <ac:cxnSpMk id="20" creationId="{B0B66A90-6285-4622-9F24-BC69C52967C6}"/>
          </ac:cxnSpMkLst>
        </pc:cxnChg>
        <pc:cxnChg chg="mod">
          <ac:chgData name="Deep Singh" userId="218171febb998cc3" providerId="LiveId" clId="{A631849A-FE2E-4D2F-A2E6-41A2D3869678}" dt="2020-04-02T05:02:52.315" v="7509" actId="478"/>
          <ac:cxnSpMkLst>
            <pc:docMk/>
            <pc:sldMk cId="1083999606" sldId="302"/>
            <ac:cxnSpMk id="21" creationId="{26DEC20A-C79A-4D64-B1EA-4F0393E9C3FC}"/>
          </ac:cxnSpMkLst>
        </pc:cxnChg>
        <pc:cxnChg chg="mod">
          <ac:chgData name="Deep Singh" userId="218171febb998cc3" providerId="LiveId" clId="{A631849A-FE2E-4D2F-A2E6-41A2D3869678}" dt="2020-04-02T05:02:52.315" v="7509" actId="478"/>
          <ac:cxnSpMkLst>
            <pc:docMk/>
            <pc:sldMk cId="1083999606" sldId="302"/>
            <ac:cxnSpMk id="22" creationId="{B5758C53-39DF-49D7-8BE0-B8E1339A5F5E}"/>
          </ac:cxnSpMkLst>
        </pc:cxnChg>
        <pc:cxnChg chg="mod">
          <ac:chgData name="Deep Singh" userId="218171febb998cc3" providerId="LiveId" clId="{A631849A-FE2E-4D2F-A2E6-41A2D3869678}" dt="2020-04-02T05:02:52.315" v="7509" actId="478"/>
          <ac:cxnSpMkLst>
            <pc:docMk/>
            <pc:sldMk cId="1083999606" sldId="302"/>
            <ac:cxnSpMk id="24" creationId="{B279A90F-7342-4C6C-8AA2-69A37CAC72DC}"/>
          </ac:cxnSpMkLst>
        </pc:cxnChg>
        <pc:cxnChg chg="mod">
          <ac:chgData name="Deep Singh" userId="218171febb998cc3" providerId="LiveId" clId="{A631849A-FE2E-4D2F-A2E6-41A2D3869678}" dt="2020-04-02T05:02:52.315" v="7509" actId="478"/>
          <ac:cxnSpMkLst>
            <pc:docMk/>
            <pc:sldMk cId="1083999606" sldId="302"/>
            <ac:cxnSpMk id="27" creationId="{98E6A45E-490A-4A0B-94CE-3ACD36C080B5}"/>
          </ac:cxnSpMkLst>
        </pc:cxnChg>
      </pc:sldChg>
      <pc:sldChg chg="addSp delSp modSp add">
        <pc:chgData name="Deep Singh" userId="218171febb998cc3" providerId="LiveId" clId="{A631849A-FE2E-4D2F-A2E6-41A2D3869678}" dt="2020-04-02T21:04:48.425" v="15262" actId="20577"/>
        <pc:sldMkLst>
          <pc:docMk/>
          <pc:sldMk cId="1346420906" sldId="302"/>
        </pc:sldMkLst>
        <pc:spChg chg="del">
          <ac:chgData name="Deep Singh" userId="218171febb998cc3" providerId="LiveId" clId="{A631849A-FE2E-4D2F-A2E6-41A2D3869678}" dt="2020-04-02T05:14:03.718" v="7652" actId="478"/>
          <ac:spMkLst>
            <pc:docMk/>
            <pc:sldMk cId="1346420906" sldId="302"/>
            <ac:spMk id="2" creationId="{36EEB98C-4F6D-44E0-BE4F-C626FEEE58D7}"/>
          </ac:spMkLst>
        </pc:spChg>
        <pc:spChg chg="mod">
          <ac:chgData name="Deep Singh" userId="218171febb998cc3" providerId="LiveId" clId="{A631849A-FE2E-4D2F-A2E6-41A2D3869678}" dt="2020-04-02T21:04:48.425" v="15262" actId="20577"/>
          <ac:spMkLst>
            <pc:docMk/>
            <pc:sldMk cId="1346420906" sldId="302"/>
            <ac:spMk id="6" creationId="{152ADB85-0025-4E0A-B62D-0D6377972C2F}"/>
          </ac:spMkLst>
        </pc:spChg>
        <pc:spChg chg="del">
          <ac:chgData name="Deep Singh" userId="218171febb998cc3" providerId="LiveId" clId="{A631849A-FE2E-4D2F-A2E6-41A2D3869678}" dt="2020-04-02T05:14:03.718" v="7652" actId="478"/>
          <ac:spMkLst>
            <pc:docMk/>
            <pc:sldMk cId="1346420906" sldId="302"/>
            <ac:spMk id="29" creationId="{F016176B-D40E-4D9E-A08F-B4A73C868155}"/>
          </ac:spMkLst>
        </pc:spChg>
        <pc:spChg chg="del">
          <ac:chgData name="Deep Singh" userId="218171febb998cc3" providerId="LiveId" clId="{A631849A-FE2E-4D2F-A2E6-41A2D3869678}" dt="2020-04-02T05:14:03.718" v="7652" actId="478"/>
          <ac:spMkLst>
            <pc:docMk/>
            <pc:sldMk cId="1346420906" sldId="302"/>
            <ac:spMk id="30" creationId="{9CBB9C69-EAC4-40D4-AEDB-C1479FCB301D}"/>
          </ac:spMkLst>
        </pc:spChg>
        <pc:spChg chg="del">
          <ac:chgData name="Deep Singh" userId="218171febb998cc3" providerId="LiveId" clId="{A631849A-FE2E-4D2F-A2E6-41A2D3869678}" dt="2020-04-02T05:14:03.718" v="7652" actId="478"/>
          <ac:spMkLst>
            <pc:docMk/>
            <pc:sldMk cId="1346420906" sldId="302"/>
            <ac:spMk id="32" creationId="{35B308ED-5FE3-4B83-8A64-4DF7EC0255ED}"/>
          </ac:spMkLst>
        </pc:spChg>
        <pc:spChg chg="del">
          <ac:chgData name="Deep Singh" userId="218171febb998cc3" providerId="LiveId" clId="{A631849A-FE2E-4D2F-A2E6-41A2D3869678}" dt="2020-04-02T05:14:03.718" v="7652" actId="478"/>
          <ac:spMkLst>
            <pc:docMk/>
            <pc:sldMk cId="1346420906" sldId="302"/>
            <ac:spMk id="34" creationId="{809EBFB8-FF44-4527-BF6F-FD7FB837A5BE}"/>
          </ac:spMkLst>
        </pc:spChg>
        <pc:spChg chg="del">
          <ac:chgData name="Deep Singh" userId="218171febb998cc3" providerId="LiveId" clId="{A631849A-FE2E-4D2F-A2E6-41A2D3869678}" dt="2020-04-02T05:14:03.718" v="7652" actId="478"/>
          <ac:spMkLst>
            <pc:docMk/>
            <pc:sldMk cId="1346420906" sldId="302"/>
            <ac:spMk id="35" creationId="{A3987AFD-9C46-4717-89CD-7EBB25E335BC}"/>
          </ac:spMkLst>
        </pc:spChg>
        <pc:spChg chg="del">
          <ac:chgData name="Deep Singh" userId="218171febb998cc3" providerId="LiveId" clId="{A631849A-FE2E-4D2F-A2E6-41A2D3869678}" dt="2020-04-02T05:14:03.718" v="7652" actId="478"/>
          <ac:spMkLst>
            <pc:docMk/>
            <pc:sldMk cId="1346420906" sldId="302"/>
            <ac:spMk id="36" creationId="{AB94C4B3-EBD7-4351-8F77-A93102C9182B}"/>
          </ac:spMkLst>
        </pc:spChg>
        <pc:spChg chg="del">
          <ac:chgData name="Deep Singh" userId="218171febb998cc3" providerId="LiveId" clId="{A631849A-FE2E-4D2F-A2E6-41A2D3869678}" dt="2020-04-02T05:14:03.718" v="7652" actId="478"/>
          <ac:spMkLst>
            <pc:docMk/>
            <pc:sldMk cId="1346420906" sldId="302"/>
            <ac:spMk id="46" creationId="{1C4843D6-5939-43AD-9D24-36E9865B7D26}"/>
          </ac:spMkLst>
        </pc:spChg>
        <pc:spChg chg="del">
          <ac:chgData name="Deep Singh" userId="218171febb998cc3" providerId="LiveId" clId="{A631849A-FE2E-4D2F-A2E6-41A2D3869678}" dt="2020-04-02T05:14:03.718" v="7652" actId="478"/>
          <ac:spMkLst>
            <pc:docMk/>
            <pc:sldMk cId="1346420906" sldId="302"/>
            <ac:spMk id="47" creationId="{10AEABBC-FADC-4FAC-AD4B-F49F192B50B7}"/>
          </ac:spMkLst>
        </pc:spChg>
        <pc:spChg chg="del">
          <ac:chgData name="Deep Singh" userId="218171febb998cc3" providerId="LiveId" clId="{A631849A-FE2E-4D2F-A2E6-41A2D3869678}" dt="2020-04-02T05:14:03.718" v="7652" actId="478"/>
          <ac:spMkLst>
            <pc:docMk/>
            <pc:sldMk cId="1346420906" sldId="302"/>
            <ac:spMk id="49" creationId="{215AD2C3-CE79-4340-9054-A624A1A32177}"/>
          </ac:spMkLst>
        </pc:spChg>
        <pc:spChg chg="del">
          <ac:chgData name="Deep Singh" userId="218171febb998cc3" providerId="LiveId" clId="{A631849A-FE2E-4D2F-A2E6-41A2D3869678}" dt="2020-04-02T05:14:03.718" v="7652" actId="478"/>
          <ac:spMkLst>
            <pc:docMk/>
            <pc:sldMk cId="1346420906" sldId="302"/>
            <ac:spMk id="50" creationId="{745F63EF-50BD-4707-8DA6-45364EC83F20}"/>
          </ac:spMkLst>
        </pc:spChg>
        <pc:spChg chg="del">
          <ac:chgData name="Deep Singh" userId="218171febb998cc3" providerId="LiveId" clId="{A631849A-FE2E-4D2F-A2E6-41A2D3869678}" dt="2020-04-02T05:14:03.718" v="7652" actId="478"/>
          <ac:spMkLst>
            <pc:docMk/>
            <pc:sldMk cId="1346420906" sldId="302"/>
            <ac:spMk id="51" creationId="{6992D324-2DDE-4377-A7A7-EC5EB1E96762}"/>
          </ac:spMkLst>
        </pc:spChg>
        <pc:grpChg chg="del">
          <ac:chgData name="Deep Singh" userId="218171febb998cc3" providerId="LiveId" clId="{A631849A-FE2E-4D2F-A2E6-41A2D3869678}" dt="2020-04-02T05:14:03.718" v="7652" actId="478"/>
          <ac:grpSpMkLst>
            <pc:docMk/>
            <pc:sldMk cId="1346420906" sldId="302"/>
            <ac:grpSpMk id="38" creationId="{177D0DB0-C68E-486F-B2EE-9E99CEC2DDBF}"/>
          </ac:grpSpMkLst>
        </pc:grpChg>
        <pc:grpChg chg="add mod">
          <ac:chgData name="Deep Singh" userId="218171febb998cc3" providerId="LiveId" clId="{A631849A-FE2E-4D2F-A2E6-41A2D3869678}" dt="2020-04-02T05:50:08.710" v="8059" actId="1037"/>
          <ac:grpSpMkLst>
            <pc:docMk/>
            <pc:sldMk cId="1346420906" sldId="302"/>
            <ac:grpSpMk id="53" creationId="{4D6F0702-BFD3-427B-817E-B81205291C66}"/>
          </ac:grpSpMkLst>
        </pc:grpChg>
        <pc:cxnChg chg="del mod">
          <ac:chgData name="Deep Singh" userId="218171febb998cc3" providerId="LiveId" clId="{A631849A-FE2E-4D2F-A2E6-41A2D3869678}" dt="2020-04-02T05:14:03.718" v="7652" actId="478"/>
          <ac:cxnSpMkLst>
            <pc:docMk/>
            <pc:sldMk cId="1346420906" sldId="302"/>
            <ac:cxnSpMk id="31" creationId="{3F185BE5-228E-47F0-A1FC-2DBDD211AC52}"/>
          </ac:cxnSpMkLst>
        </pc:cxnChg>
        <pc:cxnChg chg="del mod">
          <ac:chgData name="Deep Singh" userId="218171febb998cc3" providerId="LiveId" clId="{A631849A-FE2E-4D2F-A2E6-41A2D3869678}" dt="2020-04-02T05:14:03.718" v="7652" actId="478"/>
          <ac:cxnSpMkLst>
            <pc:docMk/>
            <pc:sldMk cId="1346420906" sldId="302"/>
            <ac:cxnSpMk id="33" creationId="{4A0E19E3-562A-4CA5-919E-1B9D983D5D6B}"/>
          </ac:cxnSpMkLst>
        </pc:cxnChg>
        <pc:cxnChg chg="del mod">
          <ac:chgData name="Deep Singh" userId="218171febb998cc3" providerId="LiveId" clId="{A631849A-FE2E-4D2F-A2E6-41A2D3869678}" dt="2020-04-02T05:14:03.718" v="7652" actId="478"/>
          <ac:cxnSpMkLst>
            <pc:docMk/>
            <pc:sldMk cId="1346420906" sldId="302"/>
            <ac:cxnSpMk id="37" creationId="{00886C1A-5329-44BA-A350-9FCCC04A2E1E}"/>
          </ac:cxnSpMkLst>
        </pc:cxnChg>
        <pc:cxnChg chg="del mod">
          <ac:chgData name="Deep Singh" userId="218171febb998cc3" providerId="LiveId" clId="{A631849A-FE2E-4D2F-A2E6-41A2D3869678}" dt="2020-04-02T05:14:03.718" v="7652" actId="478"/>
          <ac:cxnSpMkLst>
            <pc:docMk/>
            <pc:sldMk cId="1346420906" sldId="302"/>
            <ac:cxnSpMk id="43" creationId="{D523301E-A4C6-4FD4-AF96-34793B0EC76C}"/>
          </ac:cxnSpMkLst>
        </pc:cxnChg>
        <pc:cxnChg chg="del mod">
          <ac:chgData name="Deep Singh" userId="218171febb998cc3" providerId="LiveId" clId="{A631849A-FE2E-4D2F-A2E6-41A2D3869678}" dt="2020-04-02T05:14:03.718" v="7652" actId="478"/>
          <ac:cxnSpMkLst>
            <pc:docMk/>
            <pc:sldMk cId="1346420906" sldId="302"/>
            <ac:cxnSpMk id="44" creationId="{51DCB716-1C96-4819-AB46-FB1F393925DC}"/>
          </ac:cxnSpMkLst>
        </pc:cxnChg>
        <pc:cxnChg chg="del mod">
          <ac:chgData name="Deep Singh" userId="218171febb998cc3" providerId="LiveId" clId="{A631849A-FE2E-4D2F-A2E6-41A2D3869678}" dt="2020-04-02T05:14:03.718" v="7652" actId="478"/>
          <ac:cxnSpMkLst>
            <pc:docMk/>
            <pc:sldMk cId="1346420906" sldId="302"/>
            <ac:cxnSpMk id="45" creationId="{98C89AA6-EFD8-4699-8747-D1D02E0FAE15}"/>
          </ac:cxnSpMkLst>
        </pc:cxnChg>
        <pc:cxnChg chg="del mod">
          <ac:chgData name="Deep Singh" userId="218171febb998cc3" providerId="LiveId" clId="{A631849A-FE2E-4D2F-A2E6-41A2D3869678}" dt="2020-04-02T05:14:03.718" v="7652" actId="478"/>
          <ac:cxnSpMkLst>
            <pc:docMk/>
            <pc:sldMk cId="1346420906" sldId="302"/>
            <ac:cxnSpMk id="48" creationId="{384A3E4F-B17D-4B0F-AAB3-A8F555D97438}"/>
          </ac:cxnSpMkLst>
        </pc:cxnChg>
        <pc:cxnChg chg="del mod">
          <ac:chgData name="Deep Singh" userId="218171febb998cc3" providerId="LiveId" clId="{A631849A-FE2E-4D2F-A2E6-41A2D3869678}" dt="2020-04-02T05:14:03.718" v="7652" actId="478"/>
          <ac:cxnSpMkLst>
            <pc:docMk/>
            <pc:sldMk cId="1346420906" sldId="302"/>
            <ac:cxnSpMk id="52" creationId="{272D9A49-6E6A-4F26-BE3A-2D3EBD568C35}"/>
          </ac:cxnSpMkLst>
        </pc:cxnChg>
      </pc:sldChg>
      <pc:sldChg chg="addSp delSp modSp add del mod setBg setClrOvrMap">
        <pc:chgData name="Deep Singh" userId="218171febb998cc3" providerId="LiveId" clId="{A631849A-FE2E-4D2F-A2E6-41A2D3869678}" dt="2020-04-02T05:49:54.027" v="7995" actId="47"/>
        <pc:sldMkLst>
          <pc:docMk/>
          <pc:sldMk cId="2225627175" sldId="303"/>
        </pc:sldMkLst>
        <pc:spChg chg="del">
          <ac:chgData name="Deep Singh" userId="218171febb998cc3" providerId="LiveId" clId="{A631849A-FE2E-4D2F-A2E6-41A2D3869678}" dt="2020-04-02T05:14:32.161" v="7656"/>
          <ac:spMkLst>
            <pc:docMk/>
            <pc:sldMk cId="2225627175" sldId="303"/>
            <ac:spMk id="2" creationId="{9FC2F5A3-AB62-4CB6-9ABE-5394F299FAE6}"/>
          </ac:spMkLst>
        </pc:spChg>
        <pc:spChg chg="del">
          <ac:chgData name="Deep Singh" userId="218171febb998cc3" providerId="LiveId" clId="{A631849A-FE2E-4D2F-A2E6-41A2D3869678}" dt="2020-04-02T05:14:32.161" v="7656"/>
          <ac:spMkLst>
            <pc:docMk/>
            <pc:sldMk cId="2225627175" sldId="303"/>
            <ac:spMk id="3" creationId="{229298B8-D6ED-47AD-8288-4C782FA9ED5D}"/>
          </ac:spMkLst>
        </pc:spChg>
        <pc:spChg chg="del">
          <ac:chgData name="Deep Singh" userId="218171febb998cc3" providerId="LiveId" clId="{A631849A-FE2E-4D2F-A2E6-41A2D3869678}" dt="2020-04-02T05:14:32.161" v="7656"/>
          <ac:spMkLst>
            <pc:docMk/>
            <pc:sldMk cId="2225627175" sldId="303"/>
            <ac:spMk id="4" creationId="{B69D0EB1-E0DC-44B5-ABF9-9D92F8E6320C}"/>
          </ac:spMkLst>
        </pc:spChg>
        <pc:spChg chg="mod ord">
          <ac:chgData name="Deep Singh" userId="218171febb998cc3" providerId="LiveId" clId="{A631849A-FE2E-4D2F-A2E6-41A2D3869678}" dt="2020-04-02T05:16:39.603" v="7662" actId="26606"/>
          <ac:spMkLst>
            <pc:docMk/>
            <pc:sldMk cId="2225627175" sldId="303"/>
            <ac:spMk id="5" creationId="{04FF6E59-7532-4234-9CB8-2D92AECBFB72}"/>
          </ac:spMkLst>
        </pc:spChg>
        <pc:spChg chg="mod">
          <ac:chgData name="Deep Singh" userId="218171febb998cc3" providerId="LiveId" clId="{A631849A-FE2E-4D2F-A2E6-41A2D3869678}" dt="2020-04-02T05:16:39.603" v="7662" actId="26606"/>
          <ac:spMkLst>
            <pc:docMk/>
            <pc:sldMk cId="2225627175" sldId="303"/>
            <ac:spMk id="6" creationId="{F2EF67C9-6656-4317-A775-20B57D7A18E1}"/>
          </ac:spMkLst>
        </pc:spChg>
        <pc:spChg chg="add mod">
          <ac:chgData name="Deep Singh" userId="218171febb998cc3" providerId="LiveId" clId="{A631849A-FE2E-4D2F-A2E6-41A2D3869678}" dt="2020-04-02T05:39:53.873" v="7772" actId="20577"/>
          <ac:spMkLst>
            <pc:docMk/>
            <pc:sldMk cId="2225627175" sldId="303"/>
            <ac:spMk id="7" creationId="{D12B0BB6-570E-4281-AD82-71BB4BD37102}"/>
          </ac:spMkLst>
        </pc:spChg>
        <pc:spChg chg="add mod">
          <ac:chgData name="Deep Singh" userId="218171febb998cc3" providerId="LiveId" clId="{A631849A-FE2E-4D2F-A2E6-41A2D3869678}" dt="2020-04-02T05:43:46.805" v="7827" actId="20577"/>
          <ac:spMkLst>
            <pc:docMk/>
            <pc:sldMk cId="2225627175" sldId="303"/>
            <ac:spMk id="8" creationId="{22454AC6-7024-4D50-A320-1EF0FEDA5714}"/>
          </ac:spMkLst>
        </pc:spChg>
        <pc:spChg chg="add del">
          <ac:chgData name="Deep Singh" userId="218171febb998cc3" providerId="LiveId" clId="{A631849A-FE2E-4D2F-A2E6-41A2D3869678}" dt="2020-04-02T05:16:33.735" v="7658" actId="26606"/>
          <ac:spMkLst>
            <pc:docMk/>
            <pc:sldMk cId="2225627175" sldId="303"/>
            <ac:spMk id="12" creationId="{2A8AA5BC-4F7A-4226-8F99-6D824B226A97}"/>
          </ac:spMkLst>
        </pc:spChg>
        <pc:spChg chg="add del">
          <ac:chgData name="Deep Singh" userId="218171febb998cc3" providerId="LiveId" clId="{A631849A-FE2E-4D2F-A2E6-41A2D3869678}" dt="2020-04-02T05:16:33.735" v="7658" actId="26606"/>
          <ac:spMkLst>
            <pc:docMk/>
            <pc:sldMk cId="2225627175" sldId="303"/>
            <ac:spMk id="14" creationId="{3E5445C6-DD42-4979-86FF-03730E8C6DB0}"/>
          </ac:spMkLst>
        </pc:spChg>
        <pc:spChg chg="add del">
          <ac:chgData name="Deep Singh" userId="218171febb998cc3" providerId="LiveId" clId="{A631849A-FE2E-4D2F-A2E6-41A2D3869678}" dt="2020-04-02T05:16:36.193" v="7660" actId="26606"/>
          <ac:spMkLst>
            <pc:docMk/>
            <pc:sldMk cId="2225627175" sldId="303"/>
            <ac:spMk id="18" creationId="{EB270761-CC40-4F3F-A916-7E3BC3989348}"/>
          </ac:spMkLst>
        </pc:spChg>
        <pc:spChg chg="add del">
          <ac:chgData name="Deep Singh" userId="218171febb998cc3" providerId="LiveId" clId="{A631849A-FE2E-4D2F-A2E6-41A2D3869678}" dt="2020-04-02T05:16:36.193" v="7660" actId="26606"/>
          <ac:spMkLst>
            <pc:docMk/>
            <pc:sldMk cId="2225627175" sldId="303"/>
            <ac:spMk id="19" creationId="{2820855C-9FA4-417A-BE67-63C022F81980}"/>
          </ac:spMkLst>
        </pc:spChg>
        <pc:spChg chg="add del">
          <ac:chgData name="Deep Singh" userId="218171febb998cc3" providerId="LiveId" clId="{A631849A-FE2E-4D2F-A2E6-41A2D3869678}" dt="2020-04-02T05:16:36.193" v="7660" actId="26606"/>
          <ac:spMkLst>
            <pc:docMk/>
            <pc:sldMk cId="2225627175" sldId="303"/>
            <ac:spMk id="20" creationId="{D7E6A49B-1B06-403E-8CC5-ACB38A6BDEEB}"/>
          </ac:spMkLst>
        </pc:spChg>
        <pc:spChg chg="add del">
          <ac:chgData name="Deep Singh" userId="218171febb998cc3" providerId="LiveId" clId="{A631849A-FE2E-4D2F-A2E6-41A2D3869678}" dt="2020-04-02T05:16:39.603" v="7662" actId="26606"/>
          <ac:spMkLst>
            <pc:docMk/>
            <pc:sldMk cId="2225627175" sldId="303"/>
            <ac:spMk id="22" creationId="{FFD48BC7-DC40-47DE-87EE-9F4B6ECB9ABB}"/>
          </ac:spMkLst>
        </pc:spChg>
        <pc:spChg chg="add del">
          <ac:chgData name="Deep Singh" userId="218171febb998cc3" providerId="LiveId" clId="{A631849A-FE2E-4D2F-A2E6-41A2D3869678}" dt="2020-04-02T05:16:39.603" v="7662" actId="26606"/>
          <ac:spMkLst>
            <pc:docMk/>
            <pc:sldMk cId="2225627175" sldId="303"/>
            <ac:spMk id="23" creationId="{E502BBC7-2C76-46F3-BC24-5985BC13DB88}"/>
          </ac:spMkLst>
        </pc:spChg>
        <pc:spChg chg="add del">
          <ac:chgData name="Deep Singh" userId="218171febb998cc3" providerId="LiveId" clId="{A631849A-FE2E-4D2F-A2E6-41A2D3869678}" dt="2020-04-02T05:16:39.603" v="7662" actId="26606"/>
          <ac:spMkLst>
            <pc:docMk/>
            <pc:sldMk cId="2225627175" sldId="303"/>
            <ac:spMk id="24" creationId="{C7F28D52-2A5F-4D23-81AE-7CB8B591C7AF}"/>
          </ac:spMkLst>
        </pc:spChg>
        <pc:spChg chg="add del">
          <ac:chgData name="Deep Singh" userId="218171febb998cc3" providerId="LiveId" clId="{A631849A-FE2E-4D2F-A2E6-41A2D3869678}" dt="2020-04-02T05:16:39.603" v="7662" actId="26606"/>
          <ac:spMkLst>
            <pc:docMk/>
            <pc:sldMk cId="2225627175" sldId="303"/>
            <ac:spMk id="25" creationId="{3629484E-3792-4B3D-89AD-7C8A1ED0E0D4}"/>
          </ac:spMkLst>
        </pc:spChg>
        <pc:cxnChg chg="add del">
          <ac:chgData name="Deep Singh" userId="218171febb998cc3" providerId="LiveId" clId="{A631849A-FE2E-4D2F-A2E6-41A2D3869678}" dt="2020-04-02T05:16:33.735" v="7658" actId="26606"/>
          <ac:cxnSpMkLst>
            <pc:docMk/>
            <pc:sldMk cId="2225627175" sldId="303"/>
            <ac:cxnSpMk id="16" creationId="{45000665-DFC7-417E-8FD7-516A0F15C975}"/>
          </ac:cxnSpMkLst>
        </pc:cxnChg>
      </pc:sldChg>
      <pc:sldChg chg="addSp delSp modSp add del mod ord setBg">
        <pc:chgData name="Deep Singh" userId="218171febb998cc3" providerId="LiveId" clId="{A631849A-FE2E-4D2F-A2E6-41A2D3869678}" dt="2020-04-02T05:33:21.277" v="7748" actId="47"/>
        <pc:sldMkLst>
          <pc:docMk/>
          <pc:sldMk cId="800987578" sldId="304"/>
        </pc:sldMkLst>
        <pc:spChg chg="mod">
          <ac:chgData name="Deep Singh" userId="218171febb998cc3" providerId="LiveId" clId="{A631849A-FE2E-4D2F-A2E6-41A2D3869678}" dt="2020-04-02T05:33:02.473" v="7747" actId="26606"/>
          <ac:spMkLst>
            <pc:docMk/>
            <pc:sldMk cId="800987578" sldId="304"/>
            <ac:spMk id="4" creationId="{49830AE6-3D29-4888-9A98-CA7098D82180}"/>
          </ac:spMkLst>
        </pc:spChg>
        <pc:spChg chg="mod">
          <ac:chgData name="Deep Singh" userId="218171febb998cc3" providerId="LiveId" clId="{A631849A-FE2E-4D2F-A2E6-41A2D3869678}" dt="2020-04-02T05:33:02.473" v="7747" actId="26606"/>
          <ac:spMkLst>
            <pc:docMk/>
            <pc:sldMk cId="800987578" sldId="304"/>
            <ac:spMk id="5" creationId="{88E4AEF1-BCC1-469A-84F6-93FCBF447C7B}"/>
          </ac:spMkLst>
        </pc:spChg>
        <pc:spChg chg="mod ord">
          <ac:chgData name="Deep Singh" userId="218171febb998cc3" providerId="LiveId" clId="{A631849A-FE2E-4D2F-A2E6-41A2D3869678}" dt="2020-04-02T05:33:02.473" v="7747" actId="26606"/>
          <ac:spMkLst>
            <pc:docMk/>
            <pc:sldMk cId="800987578" sldId="304"/>
            <ac:spMk id="6" creationId="{152ADB85-0025-4E0A-B62D-0D6377972C2F}"/>
          </ac:spMkLst>
        </pc:spChg>
        <pc:spChg chg="add del">
          <ac:chgData name="Deep Singh" userId="218171febb998cc3" providerId="LiveId" clId="{A631849A-FE2E-4D2F-A2E6-41A2D3869678}" dt="2020-04-02T05:20:12.793" v="7694" actId="26606"/>
          <ac:spMkLst>
            <pc:docMk/>
            <pc:sldMk cId="800987578" sldId="304"/>
            <ac:spMk id="47" creationId="{122F9423-F4B1-45D4-8445-E9991ECCBCCF}"/>
          </ac:spMkLst>
        </pc:spChg>
        <pc:spChg chg="add del">
          <ac:chgData name="Deep Singh" userId="218171febb998cc3" providerId="LiveId" clId="{A631849A-FE2E-4D2F-A2E6-41A2D3869678}" dt="2020-04-02T05:18:17.417" v="7679" actId="26606"/>
          <ac:spMkLst>
            <pc:docMk/>
            <pc:sldMk cId="800987578" sldId="304"/>
            <ac:spMk id="50" creationId="{46C2E80F-49A6-4372-B103-219D417A55ED}"/>
          </ac:spMkLst>
        </pc:spChg>
        <pc:spChg chg="add del">
          <ac:chgData name="Deep Singh" userId="218171febb998cc3" providerId="LiveId" clId="{A631849A-FE2E-4D2F-A2E6-41A2D3869678}" dt="2020-04-02T05:17:54.091" v="7672" actId="26606"/>
          <ac:spMkLst>
            <pc:docMk/>
            <pc:sldMk cId="800987578" sldId="304"/>
            <ac:spMk id="55" creationId="{3A5B4632-C963-4296-86F0-79AA9EA5AE98}"/>
          </ac:spMkLst>
        </pc:spChg>
        <pc:spChg chg="add del">
          <ac:chgData name="Deep Singh" userId="218171febb998cc3" providerId="LiveId" clId="{A631849A-FE2E-4D2F-A2E6-41A2D3869678}" dt="2020-04-02T05:20:48.394" v="7697" actId="26606"/>
          <ac:spMkLst>
            <pc:docMk/>
            <pc:sldMk cId="800987578" sldId="304"/>
            <ac:spMk id="56" creationId="{122F9423-F4B1-45D4-8445-E9991ECCBCCF}"/>
          </ac:spMkLst>
        </pc:spChg>
        <pc:spChg chg="add del">
          <ac:chgData name="Deep Singh" userId="218171febb998cc3" providerId="LiveId" clId="{A631849A-FE2E-4D2F-A2E6-41A2D3869678}" dt="2020-04-02T05:31:17.821" v="7738" actId="26606"/>
          <ac:spMkLst>
            <pc:docMk/>
            <pc:sldMk cId="800987578" sldId="304"/>
            <ac:spMk id="62" creationId="{46C2E80F-49A6-4372-B103-219D417A55ED}"/>
          </ac:spMkLst>
        </pc:spChg>
        <pc:spChg chg="add del">
          <ac:chgData name="Deep Singh" userId="218171febb998cc3" providerId="LiveId" clId="{A631849A-FE2E-4D2F-A2E6-41A2D3869678}" dt="2020-04-02T05:31:13.524" v="7735" actId="26606"/>
          <ac:spMkLst>
            <pc:docMk/>
            <pc:sldMk cId="800987578" sldId="304"/>
            <ac:spMk id="67" creationId="{46C2E80F-49A6-4372-B103-219D417A55ED}"/>
          </ac:spMkLst>
        </pc:spChg>
        <pc:spChg chg="add del">
          <ac:chgData name="Deep Singh" userId="218171febb998cc3" providerId="LiveId" clId="{A631849A-FE2E-4D2F-A2E6-41A2D3869678}" dt="2020-04-02T05:29:39.042" v="7712" actId="26606"/>
          <ac:spMkLst>
            <pc:docMk/>
            <pc:sldMk cId="800987578" sldId="304"/>
            <ac:spMk id="69" creationId="{42A5316D-ED2F-4F89-B4B4-8D9240B1A348}"/>
          </ac:spMkLst>
        </pc:spChg>
        <pc:spChg chg="add del">
          <ac:chgData name="Deep Singh" userId="218171febb998cc3" providerId="LiveId" clId="{A631849A-FE2E-4D2F-A2E6-41A2D3869678}" dt="2020-04-02T05:31:17.785" v="7737" actId="26606"/>
          <ac:spMkLst>
            <pc:docMk/>
            <pc:sldMk cId="800987578" sldId="304"/>
            <ac:spMk id="70" creationId="{46C2E80F-49A6-4372-B103-219D417A55ED}"/>
          </ac:spMkLst>
        </pc:spChg>
        <pc:spChg chg="add del">
          <ac:chgData name="Deep Singh" userId="218171febb998cc3" providerId="LiveId" clId="{A631849A-FE2E-4D2F-A2E6-41A2D3869678}" dt="2020-04-02T05:29:43.076" v="7714" actId="26606"/>
          <ac:spMkLst>
            <pc:docMk/>
            <pc:sldMk cId="800987578" sldId="304"/>
            <ac:spMk id="71" creationId="{42A5316D-ED2F-4F89-B4B4-8D9240B1A348}"/>
          </ac:spMkLst>
        </pc:spChg>
        <pc:spChg chg="add del">
          <ac:chgData name="Deep Singh" userId="218171febb998cc3" providerId="LiveId" clId="{A631849A-FE2E-4D2F-A2E6-41A2D3869678}" dt="2020-04-02T05:32:30.313" v="7745" actId="26606"/>
          <ac:spMkLst>
            <pc:docMk/>
            <pc:sldMk cId="800987578" sldId="304"/>
            <ac:spMk id="73" creationId="{46C2E80F-49A6-4372-B103-219D417A55ED}"/>
          </ac:spMkLst>
        </pc:spChg>
        <pc:spChg chg="add del">
          <ac:chgData name="Deep Singh" userId="218171febb998cc3" providerId="LiveId" clId="{A631849A-FE2E-4D2F-A2E6-41A2D3869678}" dt="2020-04-02T05:32:09.198" v="7740" actId="26606"/>
          <ac:spMkLst>
            <pc:docMk/>
            <pc:sldMk cId="800987578" sldId="304"/>
            <ac:spMk id="78" creationId="{46C2E80F-49A6-4372-B103-219D417A55ED}"/>
          </ac:spMkLst>
        </pc:spChg>
        <pc:spChg chg="add del">
          <ac:chgData name="Deep Singh" userId="218171febb998cc3" providerId="LiveId" clId="{A631849A-FE2E-4D2F-A2E6-41A2D3869678}" dt="2020-04-02T05:32:27.648" v="7742" actId="26606"/>
          <ac:spMkLst>
            <pc:docMk/>
            <pc:sldMk cId="800987578" sldId="304"/>
            <ac:spMk id="80" creationId="{46C2E80F-49A6-4372-B103-219D417A55ED}"/>
          </ac:spMkLst>
        </pc:spChg>
        <pc:spChg chg="add del">
          <ac:chgData name="Deep Singh" userId="218171febb998cc3" providerId="LiveId" clId="{A631849A-FE2E-4D2F-A2E6-41A2D3869678}" dt="2020-04-02T05:32:30.228" v="7744" actId="26606"/>
          <ac:spMkLst>
            <pc:docMk/>
            <pc:sldMk cId="800987578" sldId="304"/>
            <ac:spMk id="82" creationId="{3A5B4632-C963-4296-86F0-79AA9EA5AE98}"/>
          </ac:spMkLst>
        </pc:spChg>
        <pc:spChg chg="add del">
          <ac:chgData name="Deep Singh" userId="218171febb998cc3" providerId="LiveId" clId="{A631849A-FE2E-4D2F-A2E6-41A2D3869678}" dt="2020-04-02T05:33:02.473" v="7747" actId="26606"/>
          <ac:spMkLst>
            <pc:docMk/>
            <pc:sldMk cId="800987578" sldId="304"/>
            <ac:spMk id="86" creationId="{460B0EFB-53ED-4F35-B05D-F658EA021C65}"/>
          </ac:spMkLst>
        </pc:spChg>
        <pc:spChg chg="add del">
          <ac:chgData name="Deep Singh" userId="218171febb998cc3" providerId="LiveId" clId="{A631849A-FE2E-4D2F-A2E6-41A2D3869678}" dt="2020-04-02T05:33:02.473" v="7747" actId="26606"/>
          <ac:spMkLst>
            <pc:docMk/>
            <pc:sldMk cId="800987578" sldId="304"/>
            <ac:spMk id="88" creationId="{835EF3DD-7D43-4A27-8967-A92FD8CC9365}"/>
          </ac:spMkLst>
        </pc:spChg>
        <pc:grpChg chg="add del">
          <ac:chgData name="Deep Singh" userId="218171febb998cc3" providerId="LiveId" clId="{A631849A-FE2E-4D2F-A2E6-41A2D3869678}" dt="2020-04-02T05:20:12.793" v="7694" actId="26606"/>
          <ac:grpSpMkLst>
            <pc:docMk/>
            <pc:sldMk cId="800987578" sldId="304"/>
            <ac:grpSpMk id="52" creationId="{770AE191-D2EA-45C9-A44D-830C188F74CB}"/>
          </ac:grpSpMkLst>
        </pc:grpChg>
        <pc:grpChg chg="add del">
          <ac:chgData name="Deep Singh" userId="218171febb998cc3" providerId="LiveId" clId="{A631849A-FE2E-4D2F-A2E6-41A2D3869678}" dt="2020-04-02T05:20:48.394" v="7697" actId="26606"/>
          <ac:grpSpMkLst>
            <pc:docMk/>
            <pc:sldMk cId="800987578" sldId="304"/>
            <ac:grpSpMk id="57" creationId="{770AE191-D2EA-45C9-A44D-830C188F74CB}"/>
          </ac:grpSpMkLst>
        </pc:grpChg>
        <pc:graphicFrameChg chg="add del mod modGraphic">
          <ac:chgData name="Deep Singh" userId="218171febb998cc3" providerId="LiveId" clId="{A631849A-FE2E-4D2F-A2E6-41A2D3869678}" dt="2020-04-02T05:33:02.473" v="7747" actId="26606"/>
          <ac:graphicFrameMkLst>
            <pc:docMk/>
            <pc:sldMk cId="800987578" sldId="304"/>
            <ac:graphicFrameMk id="45" creationId="{700B154E-BC0A-400D-BC69-E6CB1C494052}"/>
          </ac:graphicFrameMkLst>
        </pc:graphicFrameChg>
        <pc:graphicFrameChg chg="add del">
          <ac:chgData name="Deep Singh" userId="218171febb998cc3" providerId="LiveId" clId="{A631849A-FE2E-4D2F-A2E6-41A2D3869678}" dt="2020-04-02T05:29:39.042" v="7712" actId="26606"/>
          <ac:graphicFrameMkLst>
            <pc:docMk/>
            <pc:sldMk cId="800987578" sldId="304"/>
            <ac:graphicFrameMk id="64" creationId="{49029E77-DE22-417F-BB12-3F4D4ECC45D7}"/>
          </ac:graphicFrameMkLst>
        </pc:graphicFrameChg>
        <pc:graphicFrameChg chg="add del">
          <ac:chgData name="Deep Singh" userId="218171febb998cc3" providerId="LiveId" clId="{A631849A-FE2E-4D2F-A2E6-41A2D3869678}" dt="2020-04-02T05:29:43.076" v="7714" actId="26606"/>
          <ac:graphicFrameMkLst>
            <pc:docMk/>
            <pc:sldMk cId="800987578" sldId="304"/>
            <ac:graphicFrameMk id="72" creationId="{41955D0A-1A48-4866-98C1-B961202B9112}"/>
          </ac:graphicFrameMkLst>
        </pc:graphicFrameChg>
        <pc:graphicFrameChg chg="add del">
          <ac:chgData name="Deep Singh" userId="218171febb998cc3" providerId="LiveId" clId="{A631849A-FE2E-4D2F-A2E6-41A2D3869678}" dt="2020-04-02T05:33:02.473" v="7747" actId="26606"/>
          <ac:graphicFrameMkLst>
            <pc:docMk/>
            <pc:sldMk cId="800987578" sldId="304"/>
            <ac:graphicFrameMk id="81" creationId="{FDC55E49-1831-4B4C-B4E6-25BA340C66D2}"/>
          </ac:graphicFrameMkLst>
        </pc:graphicFrameChg>
        <pc:picChg chg="add mod">
          <ac:chgData name="Deep Singh" userId="218171febb998cc3" providerId="LiveId" clId="{A631849A-FE2E-4D2F-A2E6-41A2D3869678}" dt="2020-04-02T05:33:02.473" v="7747" actId="26606"/>
          <ac:picMkLst>
            <pc:docMk/>
            <pc:sldMk cId="800987578" sldId="304"/>
            <ac:picMk id="75" creationId="{7630E916-6260-4B42-8F60-978796C6F48D}"/>
          </ac:picMkLst>
        </pc:picChg>
        <pc:cxnChg chg="add del">
          <ac:chgData name="Deep Singh" userId="218171febb998cc3" providerId="LiveId" clId="{A631849A-FE2E-4D2F-A2E6-41A2D3869678}" dt="2020-04-02T05:33:02.473" v="7747" actId="26606"/>
          <ac:cxnSpMkLst>
            <pc:docMk/>
            <pc:sldMk cId="800987578" sldId="304"/>
            <ac:cxnSpMk id="79" creationId="{A7F400EE-A8A5-48AF-B4D6-291B52C6F0B0}"/>
          </ac:cxnSpMkLst>
        </pc:cxnChg>
      </pc:sldChg>
      <pc:sldChg chg="add del">
        <pc:chgData name="Deep Singh" userId="218171febb998cc3" providerId="LiveId" clId="{A631849A-FE2E-4D2F-A2E6-41A2D3869678}" dt="2020-04-02T05:19:38.077" v="7690" actId="47"/>
        <pc:sldMkLst>
          <pc:docMk/>
          <pc:sldMk cId="742593898" sldId="305"/>
        </pc:sldMkLst>
      </pc:sldChg>
      <pc:sldChg chg="add del">
        <pc:chgData name="Deep Singh" userId="218171febb998cc3" providerId="LiveId" clId="{A631849A-FE2E-4D2F-A2E6-41A2D3869678}" dt="2020-04-02T05:19:09.486" v="7689"/>
        <pc:sldMkLst>
          <pc:docMk/>
          <pc:sldMk cId="4219253665" sldId="306"/>
        </pc:sldMkLst>
      </pc:sldChg>
      <pc:sldChg chg="add del">
        <pc:chgData name="Deep Singh" userId="218171febb998cc3" providerId="LiveId" clId="{A631849A-FE2E-4D2F-A2E6-41A2D3869678}" dt="2020-04-02T05:19:08.560" v="7688"/>
        <pc:sldMkLst>
          <pc:docMk/>
          <pc:sldMk cId="3069525641" sldId="307"/>
        </pc:sldMkLst>
      </pc:sldChg>
      <pc:sldChg chg="addSp delSp add del setBg delDesignElem">
        <pc:chgData name="Deep Singh" userId="218171febb998cc3" providerId="LiveId" clId="{A631849A-FE2E-4D2F-A2E6-41A2D3869678}" dt="2020-04-02T05:47:05.110" v="7959" actId="47"/>
        <pc:sldMkLst>
          <pc:docMk/>
          <pc:sldMk cId="1855738683" sldId="318"/>
        </pc:sldMkLst>
        <pc:spChg chg="add del">
          <ac:chgData name="Deep Singh" userId="218171febb998cc3" providerId="LiveId" clId="{A631849A-FE2E-4D2F-A2E6-41A2D3869678}" dt="2020-04-02T05:39:15.541" v="7751"/>
          <ac:spMkLst>
            <pc:docMk/>
            <pc:sldMk cId="1855738683" sldId="318"/>
            <ac:spMk id="50" creationId="{46C2E80F-49A6-4372-B103-219D417A55ED}"/>
          </ac:spMkLst>
        </pc:spChg>
      </pc:sldChg>
      <pc:sldChg chg="addSp delSp modSp add del">
        <pc:chgData name="Deep Singh" userId="218171febb998cc3" providerId="LiveId" clId="{A631849A-FE2E-4D2F-A2E6-41A2D3869678}" dt="2020-04-02T05:53:25.738" v="8269" actId="47"/>
        <pc:sldMkLst>
          <pc:docMk/>
          <pc:sldMk cId="600962226" sldId="319"/>
        </pc:sldMkLst>
        <pc:spChg chg="del">
          <ac:chgData name="Deep Singh" userId="218171febb998cc3" providerId="LiveId" clId="{A631849A-FE2E-4D2F-A2E6-41A2D3869678}" dt="2020-04-02T05:41:01.801" v="7778"/>
          <ac:spMkLst>
            <pc:docMk/>
            <pc:sldMk cId="600962226" sldId="319"/>
            <ac:spMk id="2" creationId="{8D83876B-DC42-409E-80CF-83EA21B532D1}"/>
          </ac:spMkLst>
        </pc:spChg>
        <pc:spChg chg="del">
          <ac:chgData name="Deep Singh" userId="218171febb998cc3" providerId="LiveId" clId="{A631849A-FE2E-4D2F-A2E6-41A2D3869678}" dt="2020-04-02T05:41:01.801" v="7778"/>
          <ac:spMkLst>
            <pc:docMk/>
            <pc:sldMk cId="600962226" sldId="319"/>
            <ac:spMk id="3" creationId="{95271A28-B8FF-4D6F-97A4-39E9EFB36C92}"/>
          </ac:spMkLst>
        </pc:spChg>
        <pc:spChg chg="add del mod">
          <ac:chgData name="Deep Singh" userId="218171febb998cc3" providerId="LiveId" clId="{A631849A-FE2E-4D2F-A2E6-41A2D3869678}" dt="2020-04-02T05:41:10.560" v="7779"/>
          <ac:spMkLst>
            <pc:docMk/>
            <pc:sldMk cId="600962226" sldId="319"/>
            <ac:spMk id="6" creationId="{24DFFD4B-C4FE-4CA8-9F44-8A01862BD72A}"/>
          </ac:spMkLst>
        </pc:spChg>
        <pc:spChg chg="add del mod">
          <ac:chgData name="Deep Singh" userId="218171febb998cc3" providerId="LiveId" clId="{A631849A-FE2E-4D2F-A2E6-41A2D3869678}" dt="2020-04-02T05:41:10.560" v="7779"/>
          <ac:spMkLst>
            <pc:docMk/>
            <pc:sldMk cId="600962226" sldId="319"/>
            <ac:spMk id="7" creationId="{6810F2BC-9172-4694-8530-8AFF63F09CB5}"/>
          </ac:spMkLst>
        </pc:spChg>
        <pc:spChg chg="add del mod">
          <ac:chgData name="Deep Singh" userId="218171febb998cc3" providerId="LiveId" clId="{A631849A-FE2E-4D2F-A2E6-41A2D3869678}" dt="2020-04-02T05:41:10.560" v="7779"/>
          <ac:spMkLst>
            <pc:docMk/>
            <pc:sldMk cId="600962226" sldId="319"/>
            <ac:spMk id="8" creationId="{A18350EB-2A59-4A10-A6CB-92B99B6D99A9}"/>
          </ac:spMkLst>
        </pc:spChg>
        <pc:spChg chg="add del mod">
          <ac:chgData name="Deep Singh" userId="218171febb998cc3" providerId="LiveId" clId="{A631849A-FE2E-4D2F-A2E6-41A2D3869678}" dt="2020-04-02T05:41:24.423" v="7780"/>
          <ac:spMkLst>
            <pc:docMk/>
            <pc:sldMk cId="600962226" sldId="319"/>
            <ac:spMk id="9" creationId="{8C1A7657-B987-4236-886B-4D897FD6D422}"/>
          </ac:spMkLst>
        </pc:spChg>
        <pc:spChg chg="add del mod">
          <ac:chgData name="Deep Singh" userId="218171febb998cc3" providerId="LiveId" clId="{A631849A-FE2E-4D2F-A2E6-41A2D3869678}" dt="2020-04-02T05:41:24.423" v="7780"/>
          <ac:spMkLst>
            <pc:docMk/>
            <pc:sldMk cId="600962226" sldId="319"/>
            <ac:spMk id="10" creationId="{766548CC-E90B-4374-9C53-9A9BCDB273BA}"/>
          </ac:spMkLst>
        </pc:spChg>
        <pc:spChg chg="add mod">
          <ac:chgData name="Deep Singh" userId="218171febb998cc3" providerId="LiveId" clId="{A631849A-FE2E-4D2F-A2E6-41A2D3869678}" dt="2020-04-02T05:41:43.007" v="7782"/>
          <ac:spMkLst>
            <pc:docMk/>
            <pc:sldMk cId="600962226" sldId="319"/>
            <ac:spMk id="11" creationId="{209C5703-A41C-4341-8F59-DDC68D724C41}"/>
          </ac:spMkLst>
        </pc:spChg>
        <pc:spChg chg="add mod">
          <ac:chgData name="Deep Singh" userId="218171febb998cc3" providerId="LiveId" clId="{A631849A-FE2E-4D2F-A2E6-41A2D3869678}" dt="2020-04-02T05:42:04.790" v="7788" actId="20577"/>
          <ac:spMkLst>
            <pc:docMk/>
            <pc:sldMk cId="600962226" sldId="319"/>
            <ac:spMk id="12" creationId="{6984F4A9-4AB0-4BAE-A78D-A96AC44C7333}"/>
          </ac:spMkLst>
        </pc:spChg>
        <pc:spChg chg="add mod">
          <ac:chgData name="Deep Singh" userId="218171febb998cc3" providerId="LiveId" clId="{A631849A-FE2E-4D2F-A2E6-41A2D3869678}" dt="2020-04-02T05:42:00.037" v="7784"/>
          <ac:spMkLst>
            <pc:docMk/>
            <pc:sldMk cId="600962226" sldId="319"/>
            <ac:spMk id="13" creationId="{6D429D2C-BE7F-4B53-9EB9-39C6B87A6CDF}"/>
          </ac:spMkLst>
        </pc:spChg>
      </pc:sldChg>
      <pc:sldChg chg="addSp delSp modSp add setBg">
        <pc:chgData name="Deep Singh" userId="218171febb998cc3" providerId="LiveId" clId="{A631849A-FE2E-4D2F-A2E6-41A2D3869678}" dt="2020-04-02T21:03:43.003" v="15196" actId="11"/>
        <pc:sldMkLst>
          <pc:docMk/>
          <pc:sldMk cId="3101472418" sldId="320"/>
        </pc:sldMkLst>
        <pc:spChg chg="mod">
          <ac:chgData name="Deep Singh" userId="218171febb998cc3" providerId="LiveId" clId="{A631849A-FE2E-4D2F-A2E6-41A2D3869678}" dt="2020-04-02T21:03:43.003" v="15196" actId="11"/>
          <ac:spMkLst>
            <pc:docMk/>
            <pc:sldMk cId="3101472418" sldId="320"/>
            <ac:spMk id="6" creationId="{152ADB85-0025-4E0A-B62D-0D6377972C2F}"/>
          </ac:spMkLst>
        </pc:spChg>
        <pc:grpChg chg="add del mod">
          <ac:chgData name="Deep Singh" userId="218171febb998cc3" providerId="LiveId" clId="{A631849A-FE2E-4D2F-A2E6-41A2D3869678}" dt="2020-04-02T05:44:42.537" v="7873"/>
          <ac:grpSpMkLst>
            <pc:docMk/>
            <pc:sldMk cId="3101472418" sldId="320"/>
            <ac:grpSpMk id="19" creationId="{CFF7E78A-FE6B-4955-9EDF-4E933824EA05}"/>
          </ac:grpSpMkLst>
        </pc:grpChg>
        <pc:grpChg chg="add mod">
          <ac:chgData name="Deep Singh" userId="218171febb998cc3" providerId="LiveId" clId="{A631849A-FE2E-4D2F-A2E6-41A2D3869678}" dt="2020-04-02T05:50:25.602" v="8102" actId="1038"/>
          <ac:grpSpMkLst>
            <pc:docMk/>
            <pc:sldMk cId="3101472418" sldId="320"/>
            <ac:grpSpMk id="31" creationId="{D78E79D7-A864-4D58-BEFA-13597F0FB49C}"/>
          </ac:grpSpMkLst>
        </pc:grpChg>
        <pc:grpChg chg="add del">
          <ac:chgData name="Deep Singh" userId="218171febb998cc3" providerId="LiveId" clId="{A631849A-FE2E-4D2F-A2E6-41A2D3869678}" dt="2020-04-02T05:44:28.347" v="7844" actId="478"/>
          <ac:grpSpMkLst>
            <pc:docMk/>
            <pc:sldMk cId="3101472418" sldId="320"/>
            <ac:grpSpMk id="53" creationId="{4D6F0702-BFD3-427B-817E-B81205291C66}"/>
          </ac:grpSpMkLst>
        </pc:grpChg>
        <pc:cxnChg chg="mod">
          <ac:chgData name="Deep Singh" userId="218171febb998cc3" providerId="LiveId" clId="{A631849A-FE2E-4D2F-A2E6-41A2D3869678}" dt="2020-04-02T05:44:28.347" v="7844" actId="478"/>
          <ac:cxnSpMkLst>
            <pc:docMk/>
            <pc:sldMk cId="3101472418" sldId="320"/>
            <ac:cxnSpMk id="56" creationId="{BA080D14-4281-4F1A-A9E1-E9B25ADA71BE}"/>
          </ac:cxnSpMkLst>
        </pc:cxnChg>
        <pc:cxnChg chg="mod">
          <ac:chgData name="Deep Singh" userId="218171febb998cc3" providerId="LiveId" clId="{A631849A-FE2E-4D2F-A2E6-41A2D3869678}" dt="2020-04-02T05:44:28.347" v="7844" actId="478"/>
          <ac:cxnSpMkLst>
            <pc:docMk/>
            <pc:sldMk cId="3101472418" sldId="320"/>
            <ac:cxnSpMk id="57" creationId="{733694BE-487B-4369-8ED8-056B6A90DB96}"/>
          </ac:cxnSpMkLst>
        </pc:cxnChg>
        <pc:cxnChg chg="mod">
          <ac:chgData name="Deep Singh" userId="218171febb998cc3" providerId="LiveId" clId="{A631849A-FE2E-4D2F-A2E6-41A2D3869678}" dt="2020-04-02T05:44:28.347" v="7844" actId="478"/>
          <ac:cxnSpMkLst>
            <pc:docMk/>
            <pc:sldMk cId="3101472418" sldId="320"/>
            <ac:cxnSpMk id="59" creationId="{731DF071-4F67-44FF-9343-F2D85B24F3A3}"/>
          </ac:cxnSpMkLst>
        </pc:cxnChg>
      </pc:sldChg>
      <pc:sldChg chg="addSp modSp add">
        <pc:chgData name="Deep Singh" userId="218171febb998cc3" providerId="LiveId" clId="{A631849A-FE2E-4D2F-A2E6-41A2D3869678}" dt="2020-04-02T21:03:56.819" v="15197" actId="11"/>
        <pc:sldMkLst>
          <pc:docMk/>
          <pc:sldMk cId="1621998222" sldId="321"/>
        </pc:sldMkLst>
        <pc:spChg chg="mod">
          <ac:chgData name="Deep Singh" userId="218171febb998cc3" providerId="LiveId" clId="{A631849A-FE2E-4D2F-A2E6-41A2D3869678}" dt="2020-04-02T21:03:56.819" v="15197" actId="11"/>
          <ac:spMkLst>
            <pc:docMk/>
            <pc:sldMk cId="1621998222" sldId="321"/>
            <ac:spMk id="6" creationId="{152ADB85-0025-4E0A-B62D-0D6377972C2F}"/>
          </ac:spMkLst>
        </pc:spChg>
        <pc:grpChg chg="add mod">
          <ac:chgData name="Deep Singh" userId="218171febb998cc3" providerId="LiveId" clId="{A631849A-FE2E-4D2F-A2E6-41A2D3869678}" dt="2020-04-02T05:50:51.187" v="8163" actId="1038"/>
          <ac:grpSpMkLst>
            <pc:docMk/>
            <pc:sldMk cId="1621998222" sldId="321"/>
            <ac:grpSpMk id="7" creationId="{636D6CE5-A44E-49D9-9B9F-8742A20BE5BF}"/>
          </ac:grpSpMkLst>
        </pc:grpChg>
      </pc:sldChg>
      <pc:sldChg chg="addSp delSp modSp add ord">
        <pc:chgData name="Deep Singh" userId="218171febb998cc3" providerId="LiveId" clId="{A631849A-FE2E-4D2F-A2E6-41A2D3869678}" dt="2020-04-02T17:58:01.922" v="13423"/>
        <pc:sldMkLst>
          <pc:docMk/>
          <pc:sldMk cId="3378493652" sldId="322"/>
        </pc:sldMkLst>
        <pc:spChg chg="mod">
          <ac:chgData name="Deep Singh" userId="218171febb998cc3" providerId="LiveId" clId="{A631849A-FE2E-4D2F-A2E6-41A2D3869678}" dt="2020-04-02T17:52:07.401" v="13322" actId="20577"/>
          <ac:spMkLst>
            <pc:docMk/>
            <pc:sldMk cId="3378493652" sldId="322"/>
            <ac:spMk id="6" creationId="{152ADB85-0025-4E0A-B62D-0D6377972C2F}"/>
          </ac:spMkLst>
        </pc:spChg>
        <pc:spChg chg="del">
          <ac:chgData name="Deep Singh" userId="218171febb998cc3" providerId="LiveId" clId="{A631849A-FE2E-4D2F-A2E6-41A2D3869678}" dt="2020-04-02T05:46:27.689" v="7935" actId="478"/>
          <ac:spMkLst>
            <pc:docMk/>
            <pc:sldMk cId="3378493652" sldId="322"/>
            <ac:spMk id="16" creationId="{44E3D911-F14F-4DAA-ADB8-A0C50C7D97FF}"/>
          </ac:spMkLst>
        </pc:spChg>
        <pc:grpChg chg="del">
          <ac:chgData name="Deep Singh" userId="218171febb998cc3" providerId="LiveId" clId="{A631849A-FE2E-4D2F-A2E6-41A2D3869678}" dt="2020-04-02T05:46:28.944" v="7936" actId="478"/>
          <ac:grpSpMkLst>
            <pc:docMk/>
            <pc:sldMk cId="3378493652" sldId="322"/>
            <ac:grpSpMk id="11" creationId="{80B0D981-DE00-45EE-90B9-603AB3948A13}"/>
          </ac:grpSpMkLst>
        </pc:grpChg>
        <pc:graphicFrameChg chg="add mod">
          <ac:chgData name="Deep Singh" userId="218171febb998cc3" providerId="LiveId" clId="{A631849A-FE2E-4D2F-A2E6-41A2D3869678}" dt="2020-04-02T17:58:01.922" v="13423"/>
          <ac:graphicFrameMkLst>
            <pc:docMk/>
            <pc:sldMk cId="3378493652" sldId="322"/>
            <ac:graphicFrameMk id="17" creationId="{16ABED77-31FE-4EDA-A472-E0B431693583}"/>
          </ac:graphicFrameMkLst>
        </pc:graphicFrameChg>
      </pc:sldChg>
      <pc:sldChg chg="addSp delSp modSp add ord">
        <pc:chgData name="Deep Singh" userId="218171febb998cc3" providerId="LiveId" clId="{A631849A-FE2E-4D2F-A2E6-41A2D3869678}" dt="2020-04-02T18:07:17.696" v="13767" actId="113"/>
        <pc:sldMkLst>
          <pc:docMk/>
          <pc:sldMk cId="1992484284" sldId="323"/>
        </pc:sldMkLst>
        <pc:spChg chg="mod">
          <ac:chgData name="Deep Singh" userId="218171febb998cc3" providerId="LiveId" clId="{A631849A-FE2E-4D2F-A2E6-41A2D3869678}" dt="2020-04-02T06:03:05.349" v="8552" actId="404"/>
          <ac:spMkLst>
            <pc:docMk/>
            <pc:sldMk cId="1992484284" sldId="323"/>
            <ac:spMk id="6" creationId="{152ADB85-0025-4E0A-B62D-0D6377972C2F}"/>
          </ac:spMkLst>
        </pc:spChg>
        <pc:spChg chg="add mod">
          <ac:chgData name="Deep Singh" userId="218171febb998cc3" providerId="LiveId" clId="{A631849A-FE2E-4D2F-A2E6-41A2D3869678}" dt="2020-04-02T18:07:17.696" v="13767" actId="113"/>
          <ac:spMkLst>
            <pc:docMk/>
            <pc:sldMk cId="1992484284" sldId="323"/>
            <ac:spMk id="39" creationId="{6EBFD729-397A-4E15-A764-DF2B1A2E2B6E}"/>
          </ac:spMkLst>
        </pc:spChg>
        <pc:grpChg chg="add">
          <ac:chgData name="Deep Singh" userId="218171febb998cc3" providerId="LiveId" clId="{A631849A-FE2E-4D2F-A2E6-41A2D3869678}" dt="2020-04-02T05:47:38.487" v="7963"/>
          <ac:grpSpMkLst>
            <pc:docMk/>
            <pc:sldMk cId="1992484284" sldId="323"/>
            <ac:grpSpMk id="8" creationId="{71A0326E-3012-4EDD-9E2E-E8C73C367F02}"/>
          </ac:grpSpMkLst>
        </pc:grpChg>
        <pc:graphicFrameChg chg="del">
          <ac:chgData name="Deep Singh" userId="218171febb998cc3" providerId="LiveId" clId="{A631849A-FE2E-4D2F-A2E6-41A2D3869678}" dt="2020-04-02T05:47:37.326" v="7962" actId="478"/>
          <ac:graphicFrameMkLst>
            <pc:docMk/>
            <pc:sldMk cId="1992484284" sldId="323"/>
            <ac:graphicFrameMk id="17" creationId="{16ABED77-31FE-4EDA-A472-E0B431693583}"/>
          </ac:graphicFrameMkLst>
        </pc:graphicFrameChg>
      </pc:sldChg>
      <pc:sldChg chg="addSp delSp modSp add">
        <pc:chgData name="Deep Singh" userId="218171febb998cc3" providerId="LiveId" clId="{A631849A-FE2E-4D2F-A2E6-41A2D3869678}" dt="2020-04-02T05:51:25.571" v="8202" actId="20577"/>
        <pc:sldMkLst>
          <pc:docMk/>
          <pc:sldMk cId="1516909487" sldId="324"/>
        </pc:sldMkLst>
        <pc:spChg chg="mod">
          <ac:chgData name="Deep Singh" userId="218171febb998cc3" providerId="LiveId" clId="{A631849A-FE2E-4D2F-A2E6-41A2D3869678}" dt="2020-04-02T05:51:25.571" v="8202" actId="20577"/>
          <ac:spMkLst>
            <pc:docMk/>
            <pc:sldMk cId="1516909487" sldId="324"/>
            <ac:spMk id="6" creationId="{152ADB85-0025-4E0A-B62D-0D6377972C2F}"/>
          </ac:spMkLst>
        </pc:spChg>
        <pc:spChg chg="del">
          <ac:chgData name="Deep Singh" userId="218171febb998cc3" providerId="LiveId" clId="{A631849A-FE2E-4D2F-A2E6-41A2D3869678}" dt="2020-04-02T05:49:16.153" v="7989" actId="478"/>
          <ac:spMkLst>
            <pc:docMk/>
            <pc:sldMk cId="1516909487" sldId="324"/>
            <ac:spMk id="39" creationId="{6EBFD729-397A-4E15-A764-DF2B1A2E2B6E}"/>
          </ac:spMkLst>
        </pc:spChg>
        <pc:spChg chg="add mod">
          <ac:chgData name="Deep Singh" userId="218171febb998cc3" providerId="LiveId" clId="{A631849A-FE2E-4D2F-A2E6-41A2D3869678}" dt="2020-04-02T05:49:47.416" v="7994" actId="207"/>
          <ac:spMkLst>
            <pc:docMk/>
            <pc:sldMk cId="1516909487" sldId="324"/>
            <ac:spMk id="40" creationId="{CD09E3FD-B4B6-4688-9115-C98F4337E42C}"/>
          </ac:spMkLst>
        </pc:spChg>
        <pc:grpChg chg="del">
          <ac:chgData name="Deep Singh" userId="218171febb998cc3" providerId="LiveId" clId="{A631849A-FE2E-4D2F-A2E6-41A2D3869678}" dt="2020-04-02T05:49:16.153" v="7989" actId="478"/>
          <ac:grpSpMkLst>
            <pc:docMk/>
            <pc:sldMk cId="1516909487" sldId="324"/>
            <ac:grpSpMk id="8" creationId="{71A0326E-3012-4EDD-9E2E-E8C73C367F02}"/>
          </ac:grpSpMkLst>
        </pc:grpChg>
        <pc:cxnChg chg="mod">
          <ac:chgData name="Deep Singh" userId="218171febb998cc3" providerId="LiveId" clId="{A631849A-FE2E-4D2F-A2E6-41A2D3869678}" dt="2020-04-02T05:49:16.153" v="7989" actId="478"/>
          <ac:cxnSpMkLst>
            <pc:docMk/>
            <pc:sldMk cId="1516909487" sldId="324"/>
            <ac:cxnSpMk id="23" creationId="{5714545C-A4DA-4677-ADFC-1C819BEA22B5}"/>
          </ac:cxnSpMkLst>
        </pc:cxnChg>
        <pc:cxnChg chg="mod">
          <ac:chgData name="Deep Singh" userId="218171febb998cc3" providerId="LiveId" clId="{A631849A-FE2E-4D2F-A2E6-41A2D3869678}" dt="2020-04-02T05:49:16.153" v="7989" actId="478"/>
          <ac:cxnSpMkLst>
            <pc:docMk/>
            <pc:sldMk cId="1516909487" sldId="324"/>
            <ac:cxnSpMk id="24" creationId="{9981714B-AE21-424B-BCB2-AC0E32DEFFAC}"/>
          </ac:cxnSpMkLst>
        </pc:cxnChg>
        <pc:cxnChg chg="mod">
          <ac:chgData name="Deep Singh" userId="218171febb998cc3" providerId="LiveId" clId="{A631849A-FE2E-4D2F-A2E6-41A2D3869678}" dt="2020-04-02T05:49:16.153" v="7989" actId="478"/>
          <ac:cxnSpMkLst>
            <pc:docMk/>
            <pc:sldMk cId="1516909487" sldId="324"/>
            <ac:cxnSpMk id="25" creationId="{FEA1CA21-365F-4169-8492-AC30608D9F9E}"/>
          </ac:cxnSpMkLst>
        </pc:cxnChg>
        <pc:cxnChg chg="mod">
          <ac:chgData name="Deep Singh" userId="218171febb998cc3" providerId="LiveId" clId="{A631849A-FE2E-4D2F-A2E6-41A2D3869678}" dt="2020-04-02T05:49:16.153" v="7989" actId="478"/>
          <ac:cxnSpMkLst>
            <pc:docMk/>
            <pc:sldMk cId="1516909487" sldId="324"/>
            <ac:cxnSpMk id="26" creationId="{D9389CF2-8CF6-48A1-8C76-D9B07F9CC6CC}"/>
          </ac:cxnSpMkLst>
        </pc:cxnChg>
        <pc:cxnChg chg="mod">
          <ac:chgData name="Deep Singh" userId="218171febb998cc3" providerId="LiveId" clId="{A631849A-FE2E-4D2F-A2E6-41A2D3869678}" dt="2020-04-02T05:49:16.153" v="7989" actId="478"/>
          <ac:cxnSpMkLst>
            <pc:docMk/>
            <pc:sldMk cId="1516909487" sldId="324"/>
            <ac:cxnSpMk id="27" creationId="{9E51B7A5-CE0B-40EA-B8C2-7098AE3E4595}"/>
          </ac:cxnSpMkLst>
        </pc:cxnChg>
        <pc:cxnChg chg="mod">
          <ac:chgData name="Deep Singh" userId="218171febb998cc3" providerId="LiveId" clId="{A631849A-FE2E-4D2F-A2E6-41A2D3869678}" dt="2020-04-02T05:49:16.153" v="7989" actId="478"/>
          <ac:cxnSpMkLst>
            <pc:docMk/>
            <pc:sldMk cId="1516909487" sldId="324"/>
            <ac:cxnSpMk id="28" creationId="{8D688A1B-66EB-4F93-A335-B08D61DE8307}"/>
          </ac:cxnSpMkLst>
        </pc:cxnChg>
        <pc:cxnChg chg="mod">
          <ac:chgData name="Deep Singh" userId="218171febb998cc3" providerId="LiveId" clId="{A631849A-FE2E-4D2F-A2E6-41A2D3869678}" dt="2020-04-02T05:49:16.153" v="7989" actId="478"/>
          <ac:cxnSpMkLst>
            <pc:docMk/>
            <pc:sldMk cId="1516909487" sldId="324"/>
            <ac:cxnSpMk id="30" creationId="{21C2DDF9-DDAD-40B3-BAFD-157A01ECC7CA}"/>
          </ac:cxnSpMkLst>
        </pc:cxnChg>
        <pc:cxnChg chg="mod">
          <ac:chgData name="Deep Singh" userId="218171febb998cc3" providerId="LiveId" clId="{A631849A-FE2E-4D2F-A2E6-41A2D3869678}" dt="2020-04-02T05:49:16.153" v="7989" actId="478"/>
          <ac:cxnSpMkLst>
            <pc:docMk/>
            <pc:sldMk cId="1516909487" sldId="324"/>
            <ac:cxnSpMk id="31" creationId="{53444E80-F48A-4477-A19B-DC6D58629F74}"/>
          </ac:cxnSpMkLst>
        </pc:cxnChg>
        <pc:cxnChg chg="mod">
          <ac:chgData name="Deep Singh" userId="218171febb998cc3" providerId="LiveId" clId="{A631849A-FE2E-4D2F-A2E6-41A2D3869678}" dt="2020-04-02T05:49:16.153" v="7989" actId="478"/>
          <ac:cxnSpMkLst>
            <pc:docMk/>
            <pc:sldMk cId="1516909487" sldId="324"/>
            <ac:cxnSpMk id="32" creationId="{48BC120D-C0BC-4805-8C89-0E8503033901}"/>
          </ac:cxnSpMkLst>
        </pc:cxnChg>
        <pc:cxnChg chg="mod">
          <ac:chgData name="Deep Singh" userId="218171febb998cc3" providerId="LiveId" clId="{A631849A-FE2E-4D2F-A2E6-41A2D3869678}" dt="2020-04-02T05:49:16.153" v="7989" actId="478"/>
          <ac:cxnSpMkLst>
            <pc:docMk/>
            <pc:sldMk cId="1516909487" sldId="324"/>
            <ac:cxnSpMk id="33" creationId="{FB3C7EED-83CA-476A-A97E-0B043CC877EC}"/>
          </ac:cxnSpMkLst>
        </pc:cxnChg>
        <pc:cxnChg chg="mod">
          <ac:chgData name="Deep Singh" userId="218171febb998cc3" providerId="LiveId" clId="{A631849A-FE2E-4D2F-A2E6-41A2D3869678}" dt="2020-04-02T05:49:16.153" v="7989" actId="478"/>
          <ac:cxnSpMkLst>
            <pc:docMk/>
            <pc:sldMk cId="1516909487" sldId="324"/>
            <ac:cxnSpMk id="36" creationId="{77D47C4B-9869-4F93-9A20-19472208F3D3}"/>
          </ac:cxnSpMkLst>
        </pc:cxnChg>
        <pc:cxnChg chg="mod">
          <ac:chgData name="Deep Singh" userId="218171febb998cc3" providerId="LiveId" clId="{A631849A-FE2E-4D2F-A2E6-41A2D3869678}" dt="2020-04-02T05:49:16.153" v="7989" actId="478"/>
          <ac:cxnSpMkLst>
            <pc:docMk/>
            <pc:sldMk cId="1516909487" sldId="324"/>
            <ac:cxnSpMk id="37" creationId="{2BF5F2D9-33E4-4D22-853D-81031BBAC686}"/>
          </ac:cxnSpMkLst>
        </pc:cxnChg>
        <pc:cxnChg chg="mod">
          <ac:chgData name="Deep Singh" userId="218171febb998cc3" providerId="LiveId" clId="{A631849A-FE2E-4D2F-A2E6-41A2D3869678}" dt="2020-04-02T05:49:16.153" v="7989" actId="478"/>
          <ac:cxnSpMkLst>
            <pc:docMk/>
            <pc:sldMk cId="1516909487" sldId="324"/>
            <ac:cxnSpMk id="38" creationId="{BED7D564-C683-404E-A7B8-C1371192F4EC}"/>
          </ac:cxnSpMkLst>
        </pc:cxnChg>
      </pc:sldChg>
      <pc:sldChg chg="addSp delSp modSp add del ord">
        <pc:chgData name="Deep Singh" userId="218171febb998cc3" providerId="LiveId" clId="{A631849A-FE2E-4D2F-A2E6-41A2D3869678}" dt="2020-04-02T06:12:01.053" v="8741" actId="47"/>
        <pc:sldMkLst>
          <pc:docMk/>
          <pc:sldMk cId="420015428" sldId="325"/>
        </pc:sldMkLst>
        <pc:spChg chg="add del mod">
          <ac:chgData name="Deep Singh" userId="218171febb998cc3" providerId="LiveId" clId="{A631849A-FE2E-4D2F-A2E6-41A2D3869678}" dt="2020-04-02T06:10:33.579" v="8713" actId="478"/>
          <ac:spMkLst>
            <pc:docMk/>
            <pc:sldMk cId="420015428" sldId="325"/>
            <ac:spMk id="3" creationId="{0B223E95-4BB6-4B3D-9B22-4EC9E5CCB449}"/>
          </ac:spMkLst>
        </pc:spChg>
        <pc:spChg chg="add del mod">
          <ac:chgData name="Deep Singh" userId="218171febb998cc3" providerId="LiveId" clId="{A631849A-FE2E-4D2F-A2E6-41A2D3869678}" dt="2020-04-02T05:54:13.124" v="8278" actId="478"/>
          <ac:spMkLst>
            <pc:docMk/>
            <pc:sldMk cId="420015428" sldId="325"/>
            <ac:spMk id="3" creationId="{737D0272-2C1F-4D6F-B433-22B5D060D22F}"/>
          </ac:spMkLst>
        </pc:spChg>
        <pc:spChg chg="del">
          <ac:chgData name="Deep Singh" userId="218171febb998cc3" providerId="LiveId" clId="{A631849A-FE2E-4D2F-A2E6-41A2D3869678}" dt="2020-04-02T06:10:41.495" v="8714" actId="478"/>
          <ac:spMkLst>
            <pc:docMk/>
            <pc:sldMk cId="420015428" sldId="325"/>
            <ac:spMk id="4" creationId="{49830AE6-3D29-4888-9A98-CA7098D82180}"/>
          </ac:spMkLst>
        </pc:spChg>
        <pc:spChg chg="del mod">
          <ac:chgData name="Deep Singh" userId="218171febb998cc3" providerId="LiveId" clId="{A631849A-FE2E-4D2F-A2E6-41A2D3869678}" dt="2020-04-02T06:10:52.456" v="8715" actId="478"/>
          <ac:spMkLst>
            <pc:docMk/>
            <pc:sldMk cId="420015428" sldId="325"/>
            <ac:spMk id="6" creationId="{152ADB85-0025-4E0A-B62D-0D6377972C2F}"/>
          </ac:spMkLst>
        </pc:spChg>
        <pc:spChg chg="add del mod">
          <ac:chgData name="Deep Singh" userId="218171febb998cc3" providerId="LiveId" clId="{A631849A-FE2E-4D2F-A2E6-41A2D3869678}" dt="2020-04-02T05:54:10.066" v="8277" actId="478"/>
          <ac:spMkLst>
            <pc:docMk/>
            <pc:sldMk cId="420015428" sldId="325"/>
            <ac:spMk id="8" creationId="{2D5D3B66-8729-415C-891F-15B605132F81}"/>
          </ac:spMkLst>
        </pc:spChg>
        <pc:spChg chg="add del mod">
          <ac:chgData name="Deep Singh" userId="218171febb998cc3" providerId="LiveId" clId="{A631849A-FE2E-4D2F-A2E6-41A2D3869678}" dt="2020-04-02T06:10:54.438" v="8716" actId="478"/>
          <ac:spMkLst>
            <pc:docMk/>
            <pc:sldMk cId="420015428" sldId="325"/>
            <ac:spMk id="9" creationId="{369B45A4-CE36-435E-9A5B-E014137D7D8E}"/>
          </ac:spMkLst>
        </pc:spChg>
        <pc:spChg chg="add del mod">
          <ac:chgData name="Deep Singh" userId="218171febb998cc3" providerId="LiveId" clId="{A631849A-FE2E-4D2F-A2E6-41A2D3869678}" dt="2020-04-02T06:10:32.017" v="8712" actId="478"/>
          <ac:spMkLst>
            <pc:docMk/>
            <pc:sldMk cId="420015428" sldId="325"/>
            <ac:spMk id="11" creationId="{BB003D32-00BD-4546-BB15-66F3DB626FE6}"/>
          </ac:spMkLst>
        </pc:spChg>
        <pc:spChg chg="add mod">
          <ac:chgData name="Deep Singh" userId="218171febb998cc3" providerId="LiveId" clId="{A631849A-FE2E-4D2F-A2E6-41A2D3869678}" dt="2020-04-02T06:11:11.614" v="8719" actId="14100"/>
          <ac:spMkLst>
            <pc:docMk/>
            <pc:sldMk cId="420015428" sldId="325"/>
            <ac:spMk id="14" creationId="{042EF3A3-4F32-44D9-9379-4347F56F4F7F}"/>
          </ac:spMkLst>
        </pc:spChg>
        <pc:graphicFrameChg chg="del">
          <ac:chgData name="Deep Singh" userId="218171febb998cc3" providerId="LiveId" clId="{A631849A-FE2E-4D2F-A2E6-41A2D3869678}" dt="2020-04-02T05:53:04.771" v="8266" actId="478"/>
          <ac:graphicFrameMkLst>
            <pc:docMk/>
            <pc:sldMk cId="420015428" sldId="325"/>
            <ac:graphicFrameMk id="17" creationId="{16ABED77-31FE-4EDA-A472-E0B431693583}"/>
          </ac:graphicFrameMkLst>
        </pc:graphicFrameChg>
        <pc:picChg chg="add">
          <ac:chgData name="Deep Singh" userId="218171febb998cc3" providerId="LiveId" clId="{A631849A-FE2E-4D2F-A2E6-41A2D3869678}" dt="2020-04-02T06:10:28.183" v="8711"/>
          <ac:picMkLst>
            <pc:docMk/>
            <pc:sldMk cId="420015428" sldId="325"/>
            <ac:picMk id="8" creationId="{14427279-9984-4C30-997B-D89B0465564F}"/>
          </ac:picMkLst>
        </pc:picChg>
        <pc:picChg chg="add mod">
          <ac:chgData name="Deep Singh" userId="218171febb998cc3" providerId="LiveId" clId="{A631849A-FE2E-4D2F-A2E6-41A2D3869678}" dt="2020-04-02T06:11:24.911" v="8739" actId="1035"/>
          <ac:picMkLst>
            <pc:docMk/>
            <pc:sldMk cId="420015428" sldId="325"/>
            <ac:picMk id="16" creationId="{6F2851E2-BEDE-4620-82BC-227B6D481787}"/>
          </ac:picMkLst>
        </pc:picChg>
      </pc:sldChg>
      <pc:sldChg chg="addSp delSp modSp add ord">
        <pc:chgData name="Deep Singh" userId="218171febb998cc3" providerId="LiveId" clId="{A631849A-FE2E-4D2F-A2E6-41A2D3869678}" dt="2020-04-02T15:43:30.713" v="9571" actId="27636"/>
        <pc:sldMkLst>
          <pc:docMk/>
          <pc:sldMk cId="801451335" sldId="326"/>
        </pc:sldMkLst>
        <pc:spChg chg="mod ord">
          <ac:chgData name="Deep Singh" userId="218171febb998cc3" providerId="LiveId" clId="{A631849A-FE2E-4D2F-A2E6-41A2D3869678}" dt="2020-04-02T15:43:30.713" v="9571" actId="27636"/>
          <ac:spMkLst>
            <pc:docMk/>
            <pc:sldMk cId="801451335" sldId="326"/>
            <ac:spMk id="4" creationId="{49830AE6-3D29-4888-9A98-CA7098D82180}"/>
          </ac:spMkLst>
        </pc:spChg>
        <pc:spChg chg="mod">
          <ac:chgData name="Deep Singh" userId="218171febb998cc3" providerId="LiveId" clId="{A631849A-FE2E-4D2F-A2E6-41A2D3869678}" dt="2020-04-02T05:57:27.204" v="8377" actId="26606"/>
          <ac:spMkLst>
            <pc:docMk/>
            <pc:sldMk cId="801451335" sldId="326"/>
            <ac:spMk id="5" creationId="{88E4AEF1-BCC1-469A-84F6-93FCBF447C7B}"/>
          </ac:spMkLst>
        </pc:spChg>
        <pc:spChg chg="mod">
          <ac:chgData name="Deep Singh" userId="218171febb998cc3" providerId="LiveId" clId="{A631849A-FE2E-4D2F-A2E6-41A2D3869678}" dt="2020-04-02T05:57:44.226" v="8407" actId="20577"/>
          <ac:spMkLst>
            <pc:docMk/>
            <pc:sldMk cId="801451335" sldId="326"/>
            <ac:spMk id="6" creationId="{152ADB85-0025-4E0A-B62D-0D6377972C2F}"/>
          </ac:spMkLst>
        </pc:spChg>
        <pc:spChg chg="add del">
          <ac:chgData name="Deep Singh" userId="218171febb998cc3" providerId="LiveId" clId="{A631849A-FE2E-4D2F-A2E6-41A2D3869678}" dt="2020-04-02T05:57:27.204" v="8377" actId="26606"/>
          <ac:spMkLst>
            <pc:docMk/>
            <pc:sldMk cId="801451335" sldId="326"/>
            <ac:spMk id="13" creationId="{4C608BEB-860E-4094-8511-78603564A75E}"/>
          </ac:spMkLst>
        </pc:spChg>
        <pc:spChg chg="add del">
          <ac:chgData name="Deep Singh" userId="218171febb998cc3" providerId="LiveId" clId="{A631849A-FE2E-4D2F-A2E6-41A2D3869678}" dt="2020-04-02T05:57:00.744" v="8368" actId="26606"/>
          <ac:spMkLst>
            <pc:docMk/>
            <pc:sldMk cId="801451335" sldId="326"/>
            <ac:spMk id="17" creationId="{73C994B4-9721-4148-9EEC-6793CECDE8DD}"/>
          </ac:spMkLst>
        </pc:spChg>
        <pc:spChg chg="add del">
          <ac:chgData name="Deep Singh" userId="218171febb998cc3" providerId="LiveId" clId="{A631849A-FE2E-4D2F-A2E6-41A2D3869678}" dt="2020-04-02T05:57:22.704" v="8374" actId="26606"/>
          <ac:spMkLst>
            <pc:docMk/>
            <pc:sldMk cId="801451335" sldId="326"/>
            <ac:spMk id="19" creationId="{A4AC5506-6312-4701-8D3C-40187889A947}"/>
          </ac:spMkLst>
        </pc:spChg>
        <pc:spChg chg="add">
          <ac:chgData name="Deep Singh" userId="218171febb998cc3" providerId="LiveId" clId="{A631849A-FE2E-4D2F-A2E6-41A2D3869678}" dt="2020-04-02T05:57:27.204" v="8377" actId="26606"/>
          <ac:spMkLst>
            <pc:docMk/>
            <pc:sldMk cId="801451335" sldId="326"/>
            <ac:spMk id="21" creationId="{A4AC5506-6312-4701-8D3C-40187889A947}"/>
          </ac:spMkLst>
        </pc:spChg>
        <pc:spChg chg="add del">
          <ac:chgData name="Deep Singh" userId="218171febb998cc3" providerId="LiveId" clId="{A631849A-FE2E-4D2F-A2E6-41A2D3869678}" dt="2020-04-02T05:57:00.744" v="8368" actId="26606"/>
          <ac:spMkLst>
            <pc:docMk/>
            <pc:sldMk cId="801451335" sldId="326"/>
            <ac:spMk id="22" creationId="{F9D95E49-763A-4886-B038-82F734740554}"/>
          </ac:spMkLst>
        </pc:spChg>
        <pc:spChg chg="add del">
          <ac:chgData name="Deep Singh" userId="218171febb998cc3" providerId="LiveId" clId="{A631849A-FE2E-4D2F-A2E6-41A2D3869678}" dt="2020-04-02T05:57:00.744" v="8368" actId="26606"/>
          <ac:spMkLst>
            <pc:docMk/>
            <pc:sldMk cId="801451335" sldId="326"/>
            <ac:spMk id="24" creationId="{B28EC6A1-D299-4AFF-AD16-9ADC9A31F2F1}"/>
          </ac:spMkLst>
        </pc:spChg>
        <pc:spChg chg="add del">
          <ac:chgData name="Deep Singh" userId="218171febb998cc3" providerId="LiveId" clId="{A631849A-FE2E-4D2F-A2E6-41A2D3869678}" dt="2020-04-02T05:57:00.744" v="8368" actId="26606"/>
          <ac:spMkLst>
            <pc:docMk/>
            <pc:sldMk cId="801451335" sldId="326"/>
            <ac:spMk id="26" creationId="{285EE6CD-C61E-4F22-9787-1ADF1D3EB25E}"/>
          </ac:spMkLst>
        </pc:spChg>
        <pc:grpChg chg="del">
          <ac:chgData name="Deep Singh" userId="218171febb998cc3" providerId="LiveId" clId="{A631849A-FE2E-4D2F-A2E6-41A2D3869678}" dt="2020-04-02T05:56:23.946" v="8314" actId="478"/>
          <ac:grpSpMkLst>
            <pc:docMk/>
            <pc:sldMk cId="801451335" sldId="326"/>
            <ac:grpSpMk id="7" creationId="{636D6CE5-A44E-49D9-9B9F-8742A20BE5BF}"/>
          </ac:grpSpMkLst>
        </pc:grpChg>
        <pc:graphicFrameChg chg="add mod modGraphic">
          <ac:chgData name="Deep Singh" userId="218171febb998cc3" providerId="LiveId" clId="{A631849A-FE2E-4D2F-A2E6-41A2D3869678}" dt="2020-04-02T06:03:04.719" v="8534" actId="1076"/>
          <ac:graphicFrameMkLst>
            <pc:docMk/>
            <pc:sldMk cId="801451335" sldId="326"/>
            <ac:graphicFrameMk id="2" creationId="{385EC50A-77AC-4702-8298-7021208CBBA7}"/>
          </ac:graphicFrameMkLst>
        </pc:graphicFrameChg>
        <pc:cxnChg chg="mod">
          <ac:chgData name="Deep Singh" userId="218171febb998cc3" providerId="LiveId" clId="{A631849A-FE2E-4D2F-A2E6-41A2D3869678}" dt="2020-04-02T05:56:23.946" v="8314" actId="478"/>
          <ac:cxnSpMkLst>
            <pc:docMk/>
            <pc:sldMk cId="801451335" sldId="326"/>
            <ac:cxnSpMk id="10" creationId="{B80DA223-6D0F-4C5C-B9EA-C39D1E49ABD9}"/>
          </ac:cxnSpMkLst>
        </pc:cxnChg>
        <pc:cxnChg chg="mod">
          <ac:chgData name="Deep Singh" userId="218171febb998cc3" providerId="LiveId" clId="{A631849A-FE2E-4D2F-A2E6-41A2D3869678}" dt="2020-04-02T05:56:23.946" v="8314" actId="478"/>
          <ac:cxnSpMkLst>
            <pc:docMk/>
            <pc:sldMk cId="801451335" sldId="326"/>
            <ac:cxnSpMk id="11" creationId="{CD469D9A-B4D8-4908-B1F2-AD9C88DFCCAC}"/>
          </ac:cxnSpMkLst>
        </pc:cxnChg>
        <pc:cxnChg chg="mod">
          <ac:chgData name="Deep Singh" userId="218171febb998cc3" providerId="LiveId" clId="{A631849A-FE2E-4D2F-A2E6-41A2D3869678}" dt="2020-04-02T05:56:23.946" v="8314" actId="478"/>
          <ac:cxnSpMkLst>
            <pc:docMk/>
            <pc:sldMk cId="801451335" sldId="326"/>
            <ac:cxnSpMk id="14" creationId="{DA08C0D9-42D7-41D7-A4C4-C2920830E45F}"/>
          </ac:cxnSpMkLst>
        </pc:cxnChg>
        <pc:cxnChg chg="add del">
          <ac:chgData name="Deep Singh" userId="218171febb998cc3" providerId="LiveId" clId="{A631849A-FE2E-4D2F-A2E6-41A2D3869678}" dt="2020-04-02T05:57:27.204" v="8377" actId="26606"/>
          <ac:cxnSpMkLst>
            <pc:docMk/>
            <pc:sldMk cId="801451335" sldId="326"/>
            <ac:cxnSpMk id="15" creationId="{1F16A8D4-FE87-4604-88B2-394B5D1EB437}"/>
          </ac:cxnSpMkLst>
        </pc:cxnChg>
        <pc:cxnChg chg="add del">
          <ac:chgData name="Deep Singh" userId="218171febb998cc3" providerId="LiveId" clId="{A631849A-FE2E-4D2F-A2E6-41A2D3869678}" dt="2020-04-02T05:57:00.744" v="8368" actId="26606"/>
          <ac:cxnSpMkLst>
            <pc:docMk/>
            <pc:sldMk cId="801451335" sldId="326"/>
            <ac:cxnSpMk id="28" creationId="{5D28AB17-F6FA-4C53-B3E3-D0A39D4A33C0}"/>
          </ac:cxnSpMkLst>
        </pc:cxnChg>
        <pc:cxnChg chg="add del">
          <ac:chgData name="Deep Singh" userId="218171febb998cc3" providerId="LiveId" clId="{A631849A-FE2E-4D2F-A2E6-41A2D3869678}" dt="2020-04-02T05:57:00.744" v="8368" actId="26606"/>
          <ac:cxnSpMkLst>
            <pc:docMk/>
            <pc:sldMk cId="801451335" sldId="326"/>
            <ac:cxnSpMk id="30" creationId="{3EFADC67-92A1-44FB-8691-D8CD71A21EFA}"/>
          </ac:cxnSpMkLst>
        </pc:cxnChg>
      </pc:sldChg>
      <pc:sldChg chg="addSp delSp add del setBg delDesignElem">
        <pc:chgData name="Deep Singh" userId="218171febb998cc3" providerId="LiveId" clId="{A631849A-FE2E-4D2F-A2E6-41A2D3869678}" dt="2020-04-02T05:56:14.818" v="8312"/>
        <pc:sldMkLst>
          <pc:docMk/>
          <pc:sldMk cId="2997467206" sldId="326"/>
        </pc:sldMkLst>
        <pc:spChg chg="add del">
          <ac:chgData name="Deep Singh" userId="218171febb998cc3" providerId="LiveId" clId="{A631849A-FE2E-4D2F-A2E6-41A2D3869678}" dt="2020-04-02T05:56:14.818" v="8312"/>
          <ac:spMkLst>
            <pc:docMk/>
            <pc:sldMk cId="2997467206" sldId="326"/>
            <ac:spMk id="13" creationId="{4C608BEB-860E-4094-8511-78603564A75E}"/>
          </ac:spMkLst>
        </pc:spChg>
        <pc:cxnChg chg="add del">
          <ac:chgData name="Deep Singh" userId="218171febb998cc3" providerId="LiveId" clId="{A631849A-FE2E-4D2F-A2E6-41A2D3869678}" dt="2020-04-02T05:56:14.818" v="8312"/>
          <ac:cxnSpMkLst>
            <pc:docMk/>
            <pc:sldMk cId="2997467206" sldId="326"/>
            <ac:cxnSpMk id="15" creationId="{1F16A8D4-FE87-4604-88B2-394B5D1EB437}"/>
          </ac:cxnSpMkLst>
        </pc:cxnChg>
      </pc:sldChg>
      <pc:sldChg chg="addSp delSp modSp add">
        <pc:chgData name="Deep Singh" userId="218171febb998cc3" providerId="LiveId" clId="{A631849A-FE2E-4D2F-A2E6-41A2D3869678}" dt="2020-04-02T18:07:14.496" v="13765"/>
        <pc:sldMkLst>
          <pc:docMk/>
          <pc:sldMk cId="1142560619" sldId="327"/>
        </pc:sldMkLst>
        <pc:spChg chg="add mod">
          <ac:chgData name="Deep Singh" userId="218171febb998cc3" providerId="LiveId" clId="{A631849A-FE2E-4D2F-A2E6-41A2D3869678}" dt="2020-04-02T18:07:14.106" v="13764" actId="404"/>
          <ac:spMkLst>
            <pc:docMk/>
            <pc:sldMk cId="1142560619" sldId="327"/>
            <ac:spMk id="2" creationId="{30AD6074-4D93-4A7C-8DA3-20F8B74DBE5A}"/>
          </ac:spMkLst>
        </pc:spChg>
        <pc:spChg chg="mod">
          <ac:chgData name="Deep Singh" userId="218171febb998cc3" providerId="LiveId" clId="{A631849A-FE2E-4D2F-A2E6-41A2D3869678}" dt="2020-04-02T06:05:02.072" v="8618" actId="404"/>
          <ac:spMkLst>
            <pc:docMk/>
            <pc:sldMk cId="1142560619" sldId="327"/>
            <ac:spMk id="6" creationId="{152ADB85-0025-4E0A-B62D-0D6377972C2F}"/>
          </ac:spMkLst>
        </pc:spChg>
        <pc:spChg chg="del">
          <ac:chgData name="Deep Singh" userId="218171febb998cc3" providerId="LiveId" clId="{A631849A-FE2E-4D2F-A2E6-41A2D3869678}" dt="2020-04-02T06:03:56.289" v="8557" actId="478"/>
          <ac:spMkLst>
            <pc:docMk/>
            <pc:sldMk cId="1142560619" sldId="327"/>
            <ac:spMk id="39" creationId="{6EBFD729-397A-4E15-A764-DF2B1A2E2B6E}"/>
          </ac:spMkLst>
        </pc:spChg>
        <pc:spChg chg="add mod topLvl">
          <ac:chgData name="Deep Singh" userId="218171febb998cc3" providerId="LiveId" clId="{A631849A-FE2E-4D2F-A2E6-41A2D3869678}" dt="2020-04-02T18:07:11.495" v="13759" actId="1035"/>
          <ac:spMkLst>
            <pc:docMk/>
            <pc:sldMk cId="1142560619" sldId="327"/>
            <ac:spMk id="45" creationId="{2AB2EAC4-4687-4CB8-AF14-8FB575146120}"/>
          </ac:spMkLst>
        </pc:spChg>
        <pc:spChg chg="add mod topLvl">
          <ac:chgData name="Deep Singh" userId="218171febb998cc3" providerId="LiveId" clId="{A631849A-FE2E-4D2F-A2E6-41A2D3869678}" dt="2020-04-02T18:07:11.495" v="13759" actId="1035"/>
          <ac:spMkLst>
            <pc:docMk/>
            <pc:sldMk cId="1142560619" sldId="327"/>
            <ac:spMk id="46" creationId="{C47BC654-7855-4974-81AC-EC258CF0BB02}"/>
          </ac:spMkLst>
        </pc:spChg>
        <pc:spChg chg="add mod topLvl">
          <ac:chgData name="Deep Singh" userId="218171febb998cc3" providerId="LiveId" clId="{A631849A-FE2E-4D2F-A2E6-41A2D3869678}" dt="2020-04-02T18:07:11.495" v="13759" actId="1035"/>
          <ac:spMkLst>
            <pc:docMk/>
            <pc:sldMk cId="1142560619" sldId="327"/>
            <ac:spMk id="48" creationId="{36A4A1A8-9B39-4073-9BAF-D57FA8B490A5}"/>
          </ac:spMkLst>
        </pc:spChg>
        <pc:spChg chg="add mod topLvl">
          <ac:chgData name="Deep Singh" userId="218171febb998cc3" providerId="LiveId" clId="{A631849A-FE2E-4D2F-A2E6-41A2D3869678}" dt="2020-04-02T18:07:11.495" v="13759" actId="1035"/>
          <ac:spMkLst>
            <pc:docMk/>
            <pc:sldMk cId="1142560619" sldId="327"/>
            <ac:spMk id="49" creationId="{A4A28945-A004-46D3-8BD5-6DF53B5498B3}"/>
          </ac:spMkLst>
        </pc:spChg>
        <pc:spChg chg="add mod topLvl">
          <ac:chgData name="Deep Singh" userId="218171febb998cc3" providerId="LiveId" clId="{A631849A-FE2E-4D2F-A2E6-41A2D3869678}" dt="2020-04-02T18:07:11.495" v="13759" actId="1035"/>
          <ac:spMkLst>
            <pc:docMk/>
            <pc:sldMk cId="1142560619" sldId="327"/>
            <ac:spMk id="50" creationId="{EB1ECCA4-9B54-458C-AE13-8929C4E011F2}"/>
          </ac:spMkLst>
        </pc:spChg>
        <pc:spChg chg="add mod topLvl">
          <ac:chgData name="Deep Singh" userId="218171febb998cc3" providerId="LiveId" clId="{A631849A-FE2E-4D2F-A2E6-41A2D3869678}" dt="2020-04-02T18:07:11.495" v="13759" actId="1035"/>
          <ac:spMkLst>
            <pc:docMk/>
            <pc:sldMk cId="1142560619" sldId="327"/>
            <ac:spMk id="52" creationId="{EE00120C-F9A6-47B2-9238-46619C8AE1E8}"/>
          </ac:spMkLst>
        </pc:spChg>
        <pc:spChg chg="add mod topLvl">
          <ac:chgData name="Deep Singh" userId="218171febb998cc3" providerId="LiveId" clId="{A631849A-FE2E-4D2F-A2E6-41A2D3869678}" dt="2020-04-02T18:07:11.495" v="13759" actId="1035"/>
          <ac:spMkLst>
            <pc:docMk/>
            <pc:sldMk cId="1142560619" sldId="327"/>
            <ac:spMk id="53" creationId="{1C3F2C3F-0568-4D9C-987F-EB99FC00D0D1}"/>
          </ac:spMkLst>
        </pc:spChg>
        <pc:spChg chg="add mod topLvl">
          <ac:chgData name="Deep Singh" userId="218171febb998cc3" providerId="LiveId" clId="{A631849A-FE2E-4D2F-A2E6-41A2D3869678}" dt="2020-04-02T18:07:11.495" v="13759" actId="1035"/>
          <ac:spMkLst>
            <pc:docMk/>
            <pc:sldMk cId="1142560619" sldId="327"/>
            <ac:spMk id="55" creationId="{7894C32E-738D-4E73-B551-AA579AFA911B}"/>
          </ac:spMkLst>
        </pc:spChg>
        <pc:spChg chg="add mod topLvl">
          <ac:chgData name="Deep Singh" userId="218171febb998cc3" providerId="LiveId" clId="{A631849A-FE2E-4D2F-A2E6-41A2D3869678}" dt="2020-04-02T18:07:11.495" v="13759" actId="1035"/>
          <ac:spMkLst>
            <pc:docMk/>
            <pc:sldMk cId="1142560619" sldId="327"/>
            <ac:spMk id="57" creationId="{3D674D3F-C625-45CE-9AF6-A371AA4AD08D}"/>
          </ac:spMkLst>
        </pc:spChg>
        <pc:spChg chg="add mod topLvl">
          <ac:chgData name="Deep Singh" userId="218171febb998cc3" providerId="LiveId" clId="{A631849A-FE2E-4D2F-A2E6-41A2D3869678}" dt="2020-04-02T18:07:11.495" v="13759" actId="1035"/>
          <ac:spMkLst>
            <pc:docMk/>
            <pc:sldMk cId="1142560619" sldId="327"/>
            <ac:spMk id="58" creationId="{CA88B518-094A-40BD-AE42-C45DFC9133C0}"/>
          </ac:spMkLst>
        </pc:spChg>
        <pc:spChg chg="add mod topLvl">
          <ac:chgData name="Deep Singh" userId="218171febb998cc3" providerId="LiveId" clId="{A631849A-FE2E-4D2F-A2E6-41A2D3869678}" dt="2020-04-02T18:07:11.495" v="13759" actId="1035"/>
          <ac:spMkLst>
            <pc:docMk/>
            <pc:sldMk cId="1142560619" sldId="327"/>
            <ac:spMk id="59" creationId="{0FEA3A87-43C1-4C61-B0E0-2FF2D7B68281}"/>
          </ac:spMkLst>
        </pc:spChg>
        <pc:spChg chg="add">
          <ac:chgData name="Deep Singh" userId="218171febb998cc3" providerId="LiveId" clId="{A631849A-FE2E-4D2F-A2E6-41A2D3869678}" dt="2020-04-02T06:03:44.567" v="8555"/>
          <ac:spMkLst>
            <pc:docMk/>
            <pc:sldMk cId="1142560619" sldId="327"/>
            <ac:spMk id="61" creationId="{E28D169B-D406-4267-9753-8C87DE16F83A}"/>
          </ac:spMkLst>
        </pc:spChg>
        <pc:spChg chg="add">
          <ac:chgData name="Deep Singh" userId="218171febb998cc3" providerId="LiveId" clId="{A631849A-FE2E-4D2F-A2E6-41A2D3869678}" dt="2020-04-02T06:03:44.567" v="8555"/>
          <ac:spMkLst>
            <pc:docMk/>
            <pc:sldMk cId="1142560619" sldId="327"/>
            <ac:spMk id="62" creationId="{65374452-4E0E-4AA3-B867-BA9B36779F85}"/>
          </ac:spMkLst>
        </pc:spChg>
        <pc:spChg chg="add">
          <ac:chgData name="Deep Singh" userId="218171febb998cc3" providerId="LiveId" clId="{A631849A-FE2E-4D2F-A2E6-41A2D3869678}" dt="2020-04-02T06:03:44.567" v="8555"/>
          <ac:spMkLst>
            <pc:docMk/>
            <pc:sldMk cId="1142560619" sldId="327"/>
            <ac:spMk id="63" creationId="{065F91C8-0CEB-40D4-83E7-3BC88FE6C6DC}"/>
          </ac:spMkLst>
        </pc:spChg>
        <pc:spChg chg="add">
          <ac:chgData name="Deep Singh" userId="218171febb998cc3" providerId="LiveId" clId="{A631849A-FE2E-4D2F-A2E6-41A2D3869678}" dt="2020-04-02T06:03:44.567" v="8555"/>
          <ac:spMkLst>
            <pc:docMk/>
            <pc:sldMk cId="1142560619" sldId="327"/>
            <ac:spMk id="64" creationId="{BBC9FD8D-297C-480A-ADCE-D29B7E93FDB0}"/>
          </ac:spMkLst>
        </pc:spChg>
        <pc:grpChg chg="del">
          <ac:chgData name="Deep Singh" userId="218171febb998cc3" providerId="LiveId" clId="{A631849A-FE2E-4D2F-A2E6-41A2D3869678}" dt="2020-04-02T06:03:38.912" v="8554" actId="478"/>
          <ac:grpSpMkLst>
            <pc:docMk/>
            <pc:sldMk cId="1142560619" sldId="327"/>
            <ac:grpSpMk id="8" creationId="{71A0326E-3012-4EDD-9E2E-E8C73C367F02}"/>
          </ac:grpSpMkLst>
        </pc:grpChg>
        <pc:grpChg chg="add del mod">
          <ac:chgData name="Deep Singh" userId="218171febb998cc3" providerId="LiveId" clId="{A631849A-FE2E-4D2F-A2E6-41A2D3869678}" dt="2020-04-02T06:04:17.164" v="8560" actId="165"/>
          <ac:grpSpMkLst>
            <pc:docMk/>
            <pc:sldMk cId="1142560619" sldId="327"/>
            <ac:grpSpMk id="40" creationId="{B37D9197-D4DF-49D0-B793-B5C04004D841}"/>
          </ac:grpSpMkLst>
        </pc:grpChg>
        <pc:grpChg chg="add mod topLvl">
          <ac:chgData name="Deep Singh" userId="218171febb998cc3" providerId="LiveId" clId="{A631849A-FE2E-4D2F-A2E6-41A2D3869678}" dt="2020-04-02T18:07:11.495" v="13759" actId="1035"/>
          <ac:grpSpMkLst>
            <pc:docMk/>
            <pc:sldMk cId="1142560619" sldId="327"/>
            <ac:grpSpMk id="41" creationId="{C97AB056-7067-49DC-8CEA-E94AD656E544}"/>
          </ac:grpSpMkLst>
        </pc:grpChg>
        <pc:graphicFrameChg chg="add del mod">
          <ac:chgData name="Deep Singh" userId="218171febb998cc3" providerId="LiveId" clId="{A631849A-FE2E-4D2F-A2E6-41A2D3869678}" dt="2020-04-02T18:07:14.496" v="13765"/>
          <ac:graphicFrameMkLst>
            <pc:docMk/>
            <pc:sldMk cId="1142560619" sldId="327"/>
            <ac:graphicFrameMk id="3" creationId="{83A199F5-4024-4BE1-A9F5-0BEB707D0775}"/>
          </ac:graphicFrameMkLst>
        </pc:graphicFrameChg>
        <pc:cxnChg chg="mod">
          <ac:chgData name="Deep Singh" userId="218171febb998cc3" providerId="LiveId" clId="{A631849A-FE2E-4D2F-A2E6-41A2D3869678}" dt="2020-04-02T06:03:38.912" v="8554" actId="478"/>
          <ac:cxnSpMkLst>
            <pc:docMk/>
            <pc:sldMk cId="1142560619" sldId="327"/>
            <ac:cxnSpMk id="23" creationId="{5714545C-A4DA-4677-ADFC-1C819BEA22B5}"/>
          </ac:cxnSpMkLst>
        </pc:cxnChg>
        <pc:cxnChg chg="mod">
          <ac:chgData name="Deep Singh" userId="218171febb998cc3" providerId="LiveId" clId="{A631849A-FE2E-4D2F-A2E6-41A2D3869678}" dt="2020-04-02T06:03:38.912" v="8554" actId="478"/>
          <ac:cxnSpMkLst>
            <pc:docMk/>
            <pc:sldMk cId="1142560619" sldId="327"/>
            <ac:cxnSpMk id="24" creationId="{9981714B-AE21-424B-BCB2-AC0E32DEFFAC}"/>
          </ac:cxnSpMkLst>
        </pc:cxnChg>
        <pc:cxnChg chg="mod">
          <ac:chgData name="Deep Singh" userId="218171febb998cc3" providerId="LiveId" clId="{A631849A-FE2E-4D2F-A2E6-41A2D3869678}" dt="2020-04-02T06:03:38.912" v="8554" actId="478"/>
          <ac:cxnSpMkLst>
            <pc:docMk/>
            <pc:sldMk cId="1142560619" sldId="327"/>
            <ac:cxnSpMk id="25" creationId="{FEA1CA21-365F-4169-8492-AC30608D9F9E}"/>
          </ac:cxnSpMkLst>
        </pc:cxnChg>
        <pc:cxnChg chg="mod">
          <ac:chgData name="Deep Singh" userId="218171febb998cc3" providerId="LiveId" clId="{A631849A-FE2E-4D2F-A2E6-41A2D3869678}" dt="2020-04-02T06:03:38.912" v="8554" actId="478"/>
          <ac:cxnSpMkLst>
            <pc:docMk/>
            <pc:sldMk cId="1142560619" sldId="327"/>
            <ac:cxnSpMk id="26" creationId="{D9389CF2-8CF6-48A1-8C76-D9B07F9CC6CC}"/>
          </ac:cxnSpMkLst>
        </pc:cxnChg>
        <pc:cxnChg chg="mod">
          <ac:chgData name="Deep Singh" userId="218171febb998cc3" providerId="LiveId" clId="{A631849A-FE2E-4D2F-A2E6-41A2D3869678}" dt="2020-04-02T06:03:38.912" v="8554" actId="478"/>
          <ac:cxnSpMkLst>
            <pc:docMk/>
            <pc:sldMk cId="1142560619" sldId="327"/>
            <ac:cxnSpMk id="27" creationId="{9E51B7A5-CE0B-40EA-B8C2-7098AE3E4595}"/>
          </ac:cxnSpMkLst>
        </pc:cxnChg>
        <pc:cxnChg chg="mod">
          <ac:chgData name="Deep Singh" userId="218171febb998cc3" providerId="LiveId" clId="{A631849A-FE2E-4D2F-A2E6-41A2D3869678}" dt="2020-04-02T06:03:38.912" v="8554" actId="478"/>
          <ac:cxnSpMkLst>
            <pc:docMk/>
            <pc:sldMk cId="1142560619" sldId="327"/>
            <ac:cxnSpMk id="28" creationId="{8D688A1B-66EB-4F93-A335-B08D61DE8307}"/>
          </ac:cxnSpMkLst>
        </pc:cxnChg>
        <pc:cxnChg chg="mod">
          <ac:chgData name="Deep Singh" userId="218171febb998cc3" providerId="LiveId" clId="{A631849A-FE2E-4D2F-A2E6-41A2D3869678}" dt="2020-04-02T06:03:38.912" v="8554" actId="478"/>
          <ac:cxnSpMkLst>
            <pc:docMk/>
            <pc:sldMk cId="1142560619" sldId="327"/>
            <ac:cxnSpMk id="30" creationId="{21C2DDF9-DDAD-40B3-BAFD-157A01ECC7CA}"/>
          </ac:cxnSpMkLst>
        </pc:cxnChg>
        <pc:cxnChg chg="mod">
          <ac:chgData name="Deep Singh" userId="218171febb998cc3" providerId="LiveId" clId="{A631849A-FE2E-4D2F-A2E6-41A2D3869678}" dt="2020-04-02T06:03:38.912" v="8554" actId="478"/>
          <ac:cxnSpMkLst>
            <pc:docMk/>
            <pc:sldMk cId="1142560619" sldId="327"/>
            <ac:cxnSpMk id="31" creationId="{53444E80-F48A-4477-A19B-DC6D58629F74}"/>
          </ac:cxnSpMkLst>
        </pc:cxnChg>
        <pc:cxnChg chg="mod">
          <ac:chgData name="Deep Singh" userId="218171febb998cc3" providerId="LiveId" clId="{A631849A-FE2E-4D2F-A2E6-41A2D3869678}" dt="2020-04-02T06:03:38.912" v="8554" actId="478"/>
          <ac:cxnSpMkLst>
            <pc:docMk/>
            <pc:sldMk cId="1142560619" sldId="327"/>
            <ac:cxnSpMk id="32" creationId="{48BC120D-C0BC-4805-8C89-0E8503033901}"/>
          </ac:cxnSpMkLst>
        </pc:cxnChg>
        <pc:cxnChg chg="mod">
          <ac:chgData name="Deep Singh" userId="218171febb998cc3" providerId="LiveId" clId="{A631849A-FE2E-4D2F-A2E6-41A2D3869678}" dt="2020-04-02T06:03:38.912" v="8554" actId="478"/>
          <ac:cxnSpMkLst>
            <pc:docMk/>
            <pc:sldMk cId="1142560619" sldId="327"/>
            <ac:cxnSpMk id="33" creationId="{FB3C7EED-83CA-476A-A97E-0B043CC877EC}"/>
          </ac:cxnSpMkLst>
        </pc:cxnChg>
        <pc:cxnChg chg="mod">
          <ac:chgData name="Deep Singh" userId="218171febb998cc3" providerId="LiveId" clId="{A631849A-FE2E-4D2F-A2E6-41A2D3869678}" dt="2020-04-02T06:03:38.912" v="8554" actId="478"/>
          <ac:cxnSpMkLst>
            <pc:docMk/>
            <pc:sldMk cId="1142560619" sldId="327"/>
            <ac:cxnSpMk id="36" creationId="{77D47C4B-9869-4F93-9A20-19472208F3D3}"/>
          </ac:cxnSpMkLst>
        </pc:cxnChg>
        <pc:cxnChg chg="mod">
          <ac:chgData name="Deep Singh" userId="218171febb998cc3" providerId="LiveId" clId="{A631849A-FE2E-4D2F-A2E6-41A2D3869678}" dt="2020-04-02T06:03:38.912" v="8554" actId="478"/>
          <ac:cxnSpMkLst>
            <pc:docMk/>
            <pc:sldMk cId="1142560619" sldId="327"/>
            <ac:cxnSpMk id="37" creationId="{2BF5F2D9-33E4-4D22-853D-81031BBAC686}"/>
          </ac:cxnSpMkLst>
        </pc:cxnChg>
        <pc:cxnChg chg="mod">
          <ac:chgData name="Deep Singh" userId="218171febb998cc3" providerId="LiveId" clId="{A631849A-FE2E-4D2F-A2E6-41A2D3869678}" dt="2020-04-02T06:03:38.912" v="8554" actId="478"/>
          <ac:cxnSpMkLst>
            <pc:docMk/>
            <pc:sldMk cId="1142560619" sldId="327"/>
            <ac:cxnSpMk id="38" creationId="{BED7D564-C683-404E-A7B8-C1371192F4EC}"/>
          </ac:cxnSpMkLst>
        </pc:cxnChg>
        <pc:cxnChg chg="add mod topLvl">
          <ac:chgData name="Deep Singh" userId="218171febb998cc3" providerId="LiveId" clId="{A631849A-FE2E-4D2F-A2E6-41A2D3869678}" dt="2020-04-02T18:07:11.495" v="13759" actId="1035"/>
          <ac:cxnSpMkLst>
            <pc:docMk/>
            <pc:sldMk cId="1142560619" sldId="327"/>
            <ac:cxnSpMk id="42" creationId="{3EB52EA6-1404-4AD7-B9C9-18210887DB38}"/>
          </ac:cxnSpMkLst>
        </pc:cxnChg>
        <pc:cxnChg chg="add mod topLvl">
          <ac:chgData name="Deep Singh" userId="218171febb998cc3" providerId="LiveId" clId="{A631849A-FE2E-4D2F-A2E6-41A2D3869678}" dt="2020-04-02T18:07:11.495" v="13759" actId="1035"/>
          <ac:cxnSpMkLst>
            <pc:docMk/>
            <pc:sldMk cId="1142560619" sldId="327"/>
            <ac:cxnSpMk id="43" creationId="{2849D924-C9DE-4143-9BB9-CCCCD6E0178F}"/>
          </ac:cxnSpMkLst>
        </pc:cxnChg>
        <pc:cxnChg chg="add mod topLvl">
          <ac:chgData name="Deep Singh" userId="218171febb998cc3" providerId="LiveId" clId="{A631849A-FE2E-4D2F-A2E6-41A2D3869678}" dt="2020-04-02T18:07:11.495" v="13759" actId="1035"/>
          <ac:cxnSpMkLst>
            <pc:docMk/>
            <pc:sldMk cId="1142560619" sldId="327"/>
            <ac:cxnSpMk id="44" creationId="{0F6A9907-0100-4F96-A158-1DD9DF4D4C32}"/>
          </ac:cxnSpMkLst>
        </pc:cxnChg>
        <pc:cxnChg chg="add mod topLvl">
          <ac:chgData name="Deep Singh" userId="218171febb998cc3" providerId="LiveId" clId="{A631849A-FE2E-4D2F-A2E6-41A2D3869678}" dt="2020-04-02T18:07:11.495" v="13759" actId="1035"/>
          <ac:cxnSpMkLst>
            <pc:docMk/>
            <pc:sldMk cId="1142560619" sldId="327"/>
            <ac:cxnSpMk id="47" creationId="{1382517D-8BC5-4D64-A20D-6B81DA762B56}"/>
          </ac:cxnSpMkLst>
        </pc:cxnChg>
        <pc:cxnChg chg="add mod topLvl">
          <ac:chgData name="Deep Singh" userId="218171febb998cc3" providerId="LiveId" clId="{A631849A-FE2E-4D2F-A2E6-41A2D3869678}" dt="2020-04-02T18:07:11.495" v="13759" actId="1035"/>
          <ac:cxnSpMkLst>
            <pc:docMk/>
            <pc:sldMk cId="1142560619" sldId="327"/>
            <ac:cxnSpMk id="51" creationId="{A5535131-CE21-4B89-B2C4-8EFD112D918E}"/>
          </ac:cxnSpMkLst>
        </pc:cxnChg>
        <pc:cxnChg chg="add mod topLvl">
          <ac:chgData name="Deep Singh" userId="218171febb998cc3" providerId="LiveId" clId="{A631849A-FE2E-4D2F-A2E6-41A2D3869678}" dt="2020-04-02T18:07:11.495" v="13759" actId="1035"/>
          <ac:cxnSpMkLst>
            <pc:docMk/>
            <pc:sldMk cId="1142560619" sldId="327"/>
            <ac:cxnSpMk id="54" creationId="{E359EC66-5891-4582-8089-442DF5025089}"/>
          </ac:cxnSpMkLst>
        </pc:cxnChg>
        <pc:cxnChg chg="add mod topLvl">
          <ac:chgData name="Deep Singh" userId="218171febb998cc3" providerId="LiveId" clId="{A631849A-FE2E-4D2F-A2E6-41A2D3869678}" dt="2020-04-02T18:07:11.495" v="13759" actId="1035"/>
          <ac:cxnSpMkLst>
            <pc:docMk/>
            <pc:sldMk cId="1142560619" sldId="327"/>
            <ac:cxnSpMk id="56" creationId="{AFF0AAFD-CC3A-4485-BA30-42991022136E}"/>
          </ac:cxnSpMkLst>
        </pc:cxnChg>
        <pc:cxnChg chg="add mod topLvl">
          <ac:chgData name="Deep Singh" userId="218171febb998cc3" providerId="LiveId" clId="{A631849A-FE2E-4D2F-A2E6-41A2D3869678}" dt="2020-04-02T18:07:11.495" v="13759" actId="1035"/>
          <ac:cxnSpMkLst>
            <pc:docMk/>
            <pc:sldMk cId="1142560619" sldId="327"/>
            <ac:cxnSpMk id="60" creationId="{241775DB-2A50-4D56-9EEB-23E49FABF33E}"/>
          </ac:cxnSpMkLst>
        </pc:cxnChg>
      </pc:sldChg>
      <pc:sldChg chg="addSp delSp modSp add del ord">
        <pc:chgData name="Deep Singh" userId="218171febb998cc3" providerId="LiveId" clId="{A631849A-FE2E-4D2F-A2E6-41A2D3869678}" dt="2020-04-02T06:11:30.514" v="8740" actId="47"/>
        <pc:sldMkLst>
          <pc:docMk/>
          <pc:sldMk cId="4133796819" sldId="328"/>
        </pc:sldMkLst>
        <pc:spChg chg="add del mod">
          <ac:chgData name="Deep Singh" userId="218171febb998cc3" providerId="LiveId" clId="{A631849A-FE2E-4D2F-A2E6-41A2D3869678}" dt="2020-04-02T06:08:31.385" v="8695" actId="478"/>
          <ac:spMkLst>
            <pc:docMk/>
            <pc:sldMk cId="4133796819" sldId="328"/>
            <ac:spMk id="3" creationId="{367CEB75-C741-4A87-BAF9-4D6991CAD522}"/>
          </ac:spMkLst>
        </pc:spChg>
        <pc:spChg chg="del">
          <ac:chgData name="Deep Singh" userId="218171febb998cc3" providerId="LiveId" clId="{A631849A-FE2E-4D2F-A2E6-41A2D3869678}" dt="2020-04-02T06:08:57.333" v="8700" actId="478"/>
          <ac:spMkLst>
            <pc:docMk/>
            <pc:sldMk cId="4133796819" sldId="328"/>
            <ac:spMk id="4" creationId="{49830AE6-3D29-4888-9A98-CA7098D82180}"/>
          </ac:spMkLst>
        </pc:spChg>
        <pc:spChg chg="del">
          <ac:chgData name="Deep Singh" userId="218171febb998cc3" providerId="LiveId" clId="{A631849A-FE2E-4D2F-A2E6-41A2D3869678}" dt="2020-04-02T06:09:17.648" v="8701" actId="478"/>
          <ac:spMkLst>
            <pc:docMk/>
            <pc:sldMk cId="4133796819" sldId="328"/>
            <ac:spMk id="6" creationId="{152ADB85-0025-4E0A-B62D-0D6377972C2F}"/>
          </ac:spMkLst>
        </pc:spChg>
        <pc:spChg chg="add del mod">
          <ac:chgData name="Deep Singh" userId="218171febb998cc3" providerId="LiveId" clId="{A631849A-FE2E-4D2F-A2E6-41A2D3869678}" dt="2020-04-02T06:09:20.423" v="8702" actId="478"/>
          <ac:spMkLst>
            <pc:docMk/>
            <pc:sldMk cId="4133796819" sldId="328"/>
            <ac:spMk id="8" creationId="{39EA00C2-EF91-414E-A17C-AA0267ACA8A3}"/>
          </ac:spMkLst>
        </pc:spChg>
        <pc:spChg chg="del">
          <ac:chgData name="Deep Singh" userId="218171febb998cc3" providerId="LiveId" clId="{A631849A-FE2E-4D2F-A2E6-41A2D3869678}" dt="2020-04-02T06:07:13.953" v="8666" actId="478"/>
          <ac:spMkLst>
            <pc:docMk/>
            <pc:sldMk cId="4133796819" sldId="328"/>
            <ac:spMk id="11" creationId="{BB003D32-00BD-4546-BB15-66F3DB626FE6}"/>
          </ac:spMkLst>
        </pc:spChg>
        <pc:spChg chg="add del">
          <ac:chgData name="Deep Singh" userId="218171febb998cc3" providerId="LiveId" clId="{A631849A-FE2E-4D2F-A2E6-41A2D3869678}" dt="2020-04-02T06:10:01.013" v="8708" actId="478"/>
          <ac:spMkLst>
            <pc:docMk/>
            <pc:sldMk cId="4133796819" sldId="328"/>
            <ac:spMk id="14" creationId="{244A857F-6846-4783-AC68-A1934DCB88D2}"/>
          </ac:spMkLst>
        </pc:spChg>
        <pc:spChg chg="add del">
          <ac:chgData name="Deep Singh" userId="218171febb998cc3" providerId="LiveId" clId="{A631849A-FE2E-4D2F-A2E6-41A2D3869678}" dt="2020-04-02T06:09:32.653" v="8706"/>
          <ac:spMkLst>
            <pc:docMk/>
            <pc:sldMk cId="4133796819" sldId="328"/>
            <ac:spMk id="16" creationId="{D92EFE5B-C02F-4AE6-945C-95FDF6DFD0AA}"/>
          </ac:spMkLst>
        </pc:spChg>
        <pc:spChg chg="add del mod">
          <ac:chgData name="Deep Singh" userId="218171febb998cc3" providerId="LiveId" clId="{A631849A-FE2E-4D2F-A2E6-41A2D3869678}" dt="2020-04-02T06:10:11.527" v="8709" actId="14100"/>
          <ac:spMkLst>
            <pc:docMk/>
            <pc:sldMk cId="4133796819" sldId="328"/>
            <ac:spMk id="17" creationId="{2957DE82-111E-413D-81CF-A2003C68C78E}"/>
          </ac:spMkLst>
        </pc:spChg>
        <pc:picChg chg="add del">
          <ac:chgData name="Deep Singh" userId="218171febb998cc3" providerId="LiveId" clId="{A631849A-FE2E-4D2F-A2E6-41A2D3869678}" dt="2020-04-02T06:09:29.220" v="8703" actId="478"/>
          <ac:picMkLst>
            <pc:docMk/>
            <pc:sldMk cId="4133796819" sldId="328"/>
            <ac:picMk id="10" creationId="{CE603838-F9DF-492B-AC35-309E33C74380}"/>
          </ac:picMkLst>
        </pc:picChg>
        <pc:picChg chg="add del">
          <ac:chgData name="Deep Singh" userId="218171febb998cc3" providerId="LiveId" clId="{A631849A-FE2E-4D2F-A2E6-41A2D3869678}" dt="2020-04-02T06:09:32.653" v="8706"/>
          <ac:picMkLst>
            <pc:docMk/>
            <pc:sldMk cId="4133796819" sldId="328"/>
            <ac:picMk id="18" creationId="{CB8C23CC-60F5-4225-8858-F07EE26478CE}"/>
          </ac:picMkLst>
        </pc:picChg>
        <pc:picChg chg="add del">
          <ac:chgData name="Deep Singh" userId="218171febb998cc3" providerId="LiveId" clId="{A631849A-FE2E-4D2F-A2E6-41A2D3869678}" dt="2020-04-02T06:09:32.653" v="8706"/>
          <ac:picMkLst>
            <pc:docMk/>
            <pc:sldMk cId="4133796819" sldId="328"/>
            <ac:picMk id="19" creationId="{5F2FD2AE-E70F-4BEA-92B2-8AEFF1969D7E}"/>
          </ac:picMkLst>
        </pc:picChg>
      </pc:sldChg>
      <pc:sldChg chg="modSp add">
        <pc:chgData name="Deep Singh" userId="218171febb998cc3" providerId="LiveId" clId="{A631849A-FE2E-4D2F-A2E6-41A2D3869678}" dt="2020-04-02T18:01:24.559" v="13444" actId="20577"/>
        <pc:sldMkLst>
          <pc:docMk/>
          <pc:sldMk cId="3320675665" sldId="329"/>
        </pc:sldMkLst>
        <pc:spChg chg="mod">
          <ac:chgData name="Deep Singh" userId="218171febb998cc3" providerId="LiveId" clId="{A631849A-FE2E-4D2F-A2E6-41A2D3869678}" dt="2020-04-02T18:01:24.559" v="13444" actId="20577"/>
          <ac:spMkLst>
            <pc:docMk/>
            <pc:sldMk cId="3320675665" sldId="329"/>
            <ac:spMk id="11" creationId="{BB003D32-00BD-4546-BB15-66F3DB626FE6}"/>
          </ac:spMkLst>
        </pc:spChg>
      </pc:sldChg>
      <pc:sldChg chg="modSp add del ord">
        <pc:chgData name="Deep Singh" userId="218171febb998cc3" providerId="LiveId" clId="{A631849A-FE2E-4D2F-A2E6-41A2D3869678}" dt="2020-04-02T17:54:44.053" v="13338" actId="47"/>
        <pc:sldMkLst>
          <pc:docMk/>
          <pc:sldMk cId="3448749780" sldId="330"/>
        </pc:sldMkLst>
        <pc:spChg chg="mod">
          <ac:chgData name="Deep Singh" userId="218171febb998cc3" providerId="LiveId" clId="{A631849A-FE2E-4D2F-A2E6-41A2D3869678}" dt="2020-04-02T07:34:16.625" v="8909" actId="20577"/>
          <ac:spMkLst>
            <pc:docMk/>
            <pc:sldMk cId="3448749780" sldId="330"/>
            <ac:spMk id="6" creationId="{152ADB85-0025-4E0A-B62D-0D6377972C2F}"/>
          </ac:spMkLst>
        </pc:spChg>
        <pc:spChg chg="mod">
          <ac:chgData name="Deep Singh" userId="218171febb998cc3" providerId="LiveId" clId="{A631849A-FE2E-4D2F-A2E6-41A2D3869678}" dt="2020-04-02T17:54:01.757" v="13327" actId="20577"/>
          <ac:spMkLst>
            <pc:docMk/>
            <pc:sldMk cId="3448749780" sldId="330"/>
            <ac:spMk id="11" creationId="{BB003D32-00BD-4546-BB15-66F3DB626FE6}"/>
          </ac:spMkLst>
        </pc:spChg>
      </pc:sldChg>
      <pc:sldChg chg="modSp add del">
        <pc:chgData name="Deep Singh" userId="218171febb998cc3" providerId="LiveId" clId="{A631849A-FE2E-4D2F-A2E6-41A2D3869678}" dt="2020-04-02T15:06:56.609" v="8957" actId="47"/>
        <pc:sldMkLst>
          <pc:docMk/>
          <pc:sldMk cId="2965686026" sldId="331"/>
        </pc:sldMkLst>
        <pc:spChg chg="mod">
          <ac:chgData name="Deep Singh" userId="218171febb998cc3" providerId="LiveId" clId="{A631849A-FE2E-4D2F-A2E6-41A2D3869678}" dt="2020-04-02T07:38:15.262" v="8949" actId="20577"/>
          <ac:spMkLst>
            <pc:docMk/>
            <pc:sldMk cId="2965686026" sldId="331"/>
            <ac:spMk id="2" creationId="{59ECE0F2-496E-4BDD-A63E-347562EFE6A6}"/>
          </ac:spMkLst>
        </pc:spChg>
      </pc:sldChg>
      <pc:sldChg chg="addSp delSp modSp add del">
        <pc:chgData name="Deep Singh" userId="218171febb998cc3" providerId="LiveId" clId="{A631849A-FE2E-4D2F-A2E6-41A2D3869678}" dt="2020-04-02T17:32:50.831" v="12838" actId="47"/>
        <pc:sldMkLst>
          <pc:docMk/>
          <pc:sldMk cId="2609322864" sldId="332"/>
        </pc:sldMkLst>
        <pc:spChg chg="mod">
          <ac:chgData name="Deep Singh" userId="218171febb998cc3" providerId="LiveId" clId="{A631849A-FE2E-4D2F-A2E6-41A2D3869678}" dt="2020-04-02T16:21:27.421" v="11082"/>
          <ac:spMkLst>
            <pc:docMk/>
            <pc:sldMk cId="2609322864" sldId="332"/>
            <ac:spMk id="2" creationId="{117452FE-C0E7-4731-8F06-E1D5C478E8CF}"/>
          </ac:spMkLst>
        </pc:spChg>
        <pc:spChg chg="mod">
          <ac:chgData name="Deep Singh" userId="218171febb998cc3" providerId="LiveId" clId="{A631849A-FE2E-4D2F-A2E6-41A2D3869678}" dt="2020-04-02T16:20:56.017" v="11032"/>
          <ac:spMkLst>
            <pc:docMk/>
            <pc:sldMk cId="2609322864" sldId="332"/>
            <ac:spMk id="4" creationId="{64B23FEC-8B17-4CEF-8511-A8C353CA4DF0}"/>
          </ac:spMkLst>
        </pc:spChg>
        <pc:spChg chg="add del">
          <ac:chgData name="Deep Singh" userId="218171febb998cc3" providerId="LiveId" clId="{A631849A-FE2E-4D2F-A2E6-41A2D3869678}" dt="2020-04-02T15:34:58.430" v="9188" actId="478"/>
          <ac:spMkLst>
            <pc:docMk/>
            <pc:sldMk cId="2609322864" sldId="332"/>
            <ac:spMk id="5" creationId="{0DE6FFD6-9D44-41DB-AAC1-CD1F8CD34A78}"/>
          </ac:spMkLst>
        </pc:spChg>
        <pc:spChg chg="add del">
          <ac:chgData name="Deep Singh" userId="218171febb998cc3" providerId="LiveId" clId="{A631849A-FE2E-4D2F-A2E6-41A2D3869678}" dt="2020-04-02T15:35:00.224" v="9198" actId="478"/>
          <ac:spMkLst>
            <pc:docMk/>
            <pc:sldMk cId="2609322864" sldId="332"/>
            <ac:spMk id="6" creationId="{01EE1927-7D1B-4EF8-8D12-044F21335554}"/>
          </ac:spMkLst>
        </pc:spChg>
        <pc:spChg chg="mod">
          <ac:chgData name="Deep Singh" userId="218171febb998cc3" providerId="LiveId" clId="{A631849A-FE2E-4D2F-A2E6-41A2D3869678}" dt="2020-04-02T16:21:27.421" v="11082"/>
          <ac:spMkLst>
            <pc:docMk/>
            <pc:sldMk cId="2609322864" sldId="332"/>
            <ac:spMk id="7" creationId="{E13ABDA7-ECC3-448C-90A5-2A1F1AAE8DAA}"/>
          </ac:spMkLst>
        </pc:spChg>
        <pc:spChg chg="add del">
          <ac:chgData name="Deep Singh" userId="218171febb998cc3" providerId="LiveId" clId="{A631849A-FE2E-4D2F-A2E6-41A2D3869678}" dt="2020-04-02T15:34:59.254" v="9192" actId="478"/>
          <ac:spMkLst>
            <pc:docMk/>
            <pc:sldMk cId="2609322864" sldId="332"/>
            <ac:spMk id="8" creationId="{CD81C728-63C0-455D-83A0-AAEFA4662CBA}"/>
          </ac:spMkLst>
        </pc:spChg>
        <pc:spChg chg="mod">
          <ac:chgData name="Deep Singh" userId="218171febb998cc3" providerId="LiveId" clId="{A631849A-FE2E-4D2F-A2E6-41A2D3869678}" dt="2020-04-02T16:21:27.421" v="11082"/>
          <ac:spMkLst>
            <pc:docMk/>
            <pc:sldMk cId="2609322864" sldId="332"/>
            <ac:spMk id="9" creationId="{50DD5136-63CE-40C2-B92D-B35A783C3EEC}"/>
          </ac:spMkLst>
        </pc:spChg>
        <pc:spChg chg="mod">
          <ac:chgData name="Deep Singh" userId="218171febb998cc3" providerId="LiveId" clId="{A631849A-FE2E-4D2F-A2E6-41A2D3869678}" dt="2020-04-02T16:21:27.421" v="11082"/>
          <ac:spMkLst>
            <pc:docMk/>
            <pc:sldMk cId="2609322864" sldId="332"/>
            <ac:spMk id="10" creationId="{C969D070-CF40-4F0C-9A6E-9F65C13F5DFA}"/>
          </ac:spMkLst>
        </pc:spChg>
        <pc:spChg chg="mod">
          <ac:chgData name="Deep Singh" userId="218171febb998cc3" providerId="LiveId" clId="{A631849A-FE2E-4D2F-A2E6-41A2D3869678}" dt="2020-04-02T16:21:27.421" v="11082"/>
          <ac:spMkLst>
            <pc:docMk/>
            <pc:sldMk cId="2609322864" sldId="332"/>
            <ac:spMk id="11" creationId="{AC7194FB-73D5-401F-B211-EAB60F245F51}"/>
          </ac:spMkLst>
        </pc:spChg>
        <pc:spChg chg="del">
          <ac:chgData name="Deep Singh" userId="218171febb998cc3" providerId="LiveId" clId="{A631849A-FE2E-4D2F-A2E6-41A2D3869678}" dt="2020-04-02T15:35:27.509" v="9204" actId="478"/>
          <ac:spMkLst>
            <pc:docMk/>
            <pc:sldMk cId="2609322864" sldId="332"/>
            <ac:spMk id="12" creationId="{779776AC-BBEA-45A2-8614-267670F3238B}"/>
          </ac:spMkLst>
        </pc:spChg>
        <pc:spChg chg="del">
          <ac:chgData name="Deep Singh" userId="218171febb998cc3" providerId="LiveId" clId="{A631849A-FE2E-4D2F-A2E6-41A2D3869678}" dt="2020-04-02T15:35:18.407" v="9202" actId="478"/>
          <ac:spMkLst>
            <pc:docMk/>
            <pc:sldMk cId="2609322864" sldId="332"/>
            <ac:spMk id="13" creationId="{3BDE26A9-98E4-4278-9CCA-FDF80D7BCB0B}"/>
          </ac:spMkLst>
        </pc:spChg>
        <pc:spChg chg="mod">
          <ac:chgData name="Deep Singh" userId="218171febb998cc3" providerId="LiveId" clId="{A631849A-FE2E-4D2F-A2E6-41A2D3869678}" dt="2020-04-02T16:21:27.421" v="11082"/>
          <ac:spMkLst>
            <pc:docMk/>
            <pc:sldMk cId="2609322864" sldId="332"/>
            <ac:spMk id="14" creationId="{A1EEC145-CEE8-40E6-BD87-A2190560F3A6}"/>
          </ac:spMkLst>
        </pc:spChg>
        <pc:spChg chg="del">
          <ac:chgData name="Deep Singh" userId="218171febb998cc3" providerId="LiveId" clId="{A631849A-FE2E-4D2F-A2E6-41A2D3869678}" dt="2020-04-02T15:35:11.098" v="9200" actId="478"/>
          <ac:spMkLst>
            <pc:docMk/>
            <pc:sldMk cId="2609322864" sldId="332"/>
            <ac:spMk id="15" creationId="{845B16A7-66D7-491E-B411-35DE633BF022}"/>
          </ac:spMkLst>
        </pc:spChg>
        <pc:spChg chg="add del">
          <ac:chgData name="Deep Singh" userId="218171febb998cc3" providerId="LiveId" clId="{A631849A-FE2E-4D2F-A2E6-41A2D3869678}" dt="2020-04-02T15:34:59.514" v="9194" actId="478"/>
          <ac:spMkLst>
            <pc:docMk/>
            <pc:sldMk cId="2609322864" sldId="332"/>
            <ac:spMk id="16" creationId="{DD7A67F9-07A4-4887-965F-8C865CFFF177}"/>
          </ac:spMkLst>
        </pc:spChg>
        <pc:spChg chg="add del">
          <ac:chgData name="Deep Singh" userId="218171febb998cc3" providerId="LiveId" clId="{A631849A-FE2E-4D2F-A2E6-41A2D3869678}" dt="2020-04-02T15:35:00.148" v="9196" actId="478"/>
          <ac:spMkLst>
            <pc:docMk/>
            <pc:sldMk cId="2609322864" sldId="332"/>
            <ac:spMk id="17" creationId="{2F98D2FA-E493-4101-AD52-A047BD3A9EEC}"/>
          </ac:spMkLst>
        </pc:spChg>
        <pc:spChg chg="mod">
          <ac:chgData name="Deep Singh" userId="218171febb998cc3" providerId="LiveId" clId="{A631849A-FE2E-4D2F-A2E6-41A2D3869678}" dt="2020-04-02T16:21:27.421" v="11082"/>
          <ac:spMkLst>
            <pc:docMk/>
            <pc:sldMk cId="2609322864" sldId="332"/>
            <ac:spMk id="18" creationId="{CEABBA18-E17D-48CF-9E66-669FB88E847B}"/>
          </ac:spMkLst>
        </pc:spChg>
        <pc:spChg chg="mod">
          <ac:chgData name="Deep Singh" userId="218171febb998cc3" providerId="LiveId" clId="{A631849A-FE2E-4D2F-A2E6-41A2D3869678}" dt="2020-04-02T16:21:27.421" v="11082"/>
          <ac:spMkLst>
            <pc:docMk/>
            <pc:sldMk cId="2609322864" sldId="332"/>
            <ac:spMk id="19" creationId="{DF7D1B6F-BF88-4A62-A7E4-C4BF285B3D0B}"/>
          </ac:spMkLst>
        </pc:spChg>
        <pc:spChg chg="mod">
          <ac:chgData name="Deep Singh" userId="218171febb998cc3" providerId="LiveId" clId="{A631849A-FE2E-4D2F-A2E6-41A2D3869678}" dt="2020-04-02T16:21:27.421" v="11082"/>
          <ac:spMkLst>
            <pc:docMk/>
            <pc:sldMk cId="2609322864" sldId="332"/>
            <ac:spMk id="20" creationId="{9C256C0A-79CA-475F-AC8B-ADBD1785D990}"/>
          </ac:spMkLst>
        </pc:spChg>
        <pc:spChg chg="mod">
          <ac:chgData name="Deep Singh" userId="218171febb998cc3" providerId="LiveId" clId="{A631849A-FE2E-4D2F-A2E6-41A2D3869678}" dt="2020-04-02T16:21:27.421" v="11082"/>
          <ac:spMkLst>
            <pc:docMk/>
            <pc:sldMk cId="2609322864" sldId="332"/>
            <ac:spMk id="21" creationId="{852EFE12-C208-47B2-99E4-9B42D2DE1800}"/>
          </ac:spMkLst>
        </pc:spChg>
        <pc:spChg chg="mod">
          <ac:chgData name="Deep Singh" userId="218171febb998cc3" providerId="LiveId" clId="{A631849A-FE2E-4D2F-A2E6-41A2D3869678}" dt="2020-04-02T16:21:27.421" v="11082"/>
          <ac:spMkLst>
            <pc:docMk/>
            <pc:sldMk cId="2609322864" sldId="332"/>
            <ac:spMk id="22" creationId="{9E4DCCF7-7042-436D-AF12-634457F6146F}"/>
          </ac:spMkLst>
        </pc:spChg>
        <pc:spChg chg="mod">
          <ac:chgData name="Deep Singh" userId="218171febb998cc3" providerId="LiveId" clId="{A631849A-FE2E-4D2F-A2E6-41A2D3869678}" dt="2020-04-02T16:21:27.421" v="11082"/>
          <ac:spMkLst>
            <pc:docMk/>
            <pc:sldMk cId="2609322864" sldId="332"/>
            <ac:spMk id="23" creationId="{4FE5C03B-8762-4321-B6D1-447FEBD43A71}"/>
          </ac:spMkLst>
        </pc:spChg>
        <pc:spChg chg="mod">
          <ac:chgData name="Deep Singh" userId="218171febb998cc3" providerId="LiveId" clId="{A631849A-FE2E-4D2F-A2E6-41A2D3869678}" dt="2020-04-02T16:21:27.421" v="11082"/>
          <ac:spMkLst>
            <pc:docMk/>
            <pc:sldMk cId="2609322864" sldId="332"/>
            <ac:spMk id="24" creationId="{F5B38C21-816E-4C71-811F-F06E292FABA5}"/>
          </ac:spMkLst>
        </pc:spChg>
        <pc:spChg chg="mod">
          <ac:chgData name="Deep Singh" userId="218171febb998cc3" providerId="LiveId" clId="{A631849A-FE2E-4D2F-A2E6-41A2D3869678}" dt="2020-04-02T16:21:27.421" v="11082"/>
          <ac:spMkLst>
            <pc:docMk/>
            <pc:sldMk cId="2609322864" sldId="332"/>
            <ac:spMk id="25" creationId="{541275A9-F4C0-436F-AAEE-F5CCCE2F88C1}"/>
          </ac:spMkLst>
        </pc:spChg>
        <pc:spChg chg="mod">
          <ac:chgData name="Deep Singh" userId="218171febb998cc3" providerId="LiveId" clId="{A631849A-FE2E-4D2F-A2E6-41A2D3869678}" dt="2020-04-02T16:21:27.421" v="11082"/>
          <ac:spMkLst>
            <pc:docMk/>
            <pc:sldMk cId="2609322864" sldId="332"/>
            <ac:spMk id="26" creationId="{4EF89BDD-F9DD-4083-B77B-BF62328A6F81}"/>
          </ac:spMkLst>
        </pc:spChg>
        <pc:spChg chg="mod">
          <ac:chgData name="Deep Singh" userId="218171febb998cc3" providerId="LiveId" clId="{A631849A-FE2E-4D2F-A2E6-41A2D3869678}" dt="2020-04-02T17:11:13.930" v="12384" actId="1076"/>
          <ac:spMkLst>
            <pc:docMk/>
            <pc:sldMk cId="2609322864" sldId="332"/>
            <ac:spMk id="27" creationId="{B5621E29-192A-4528-B710-9D55A7F783F4}"/>
          </ac:spMkLst>
        </pc:spChg>
        <pc:spChg chg="mod">
          <ac:chgData name="Deep Singh" userId="218171febb998cc3" providerId="LiveId" clId="{A631849A-FE2E-4D2F-A2E6-41A2D3869678}" dt="2020-04-02T16:21:27.421" v="11082"/>
          <ac:spMkLst>
            <pc:docMk/>
            <pc:sldMk cId="2609322864" sldId="332"/>
            <ac:spMk id="28" creationId="{0FF3EA77-78AC-4A32-9E95-D54A064A152E}"/>
          </ac:spMkLst>
        </pc:spChg>
        <pc:spChg chg="mod">
          <ac:chgData name="Deep Singh" userId="218171febb998cc3" providerId="LiveId" clId="{A631849A-FE2E-4D2F-A2E6-41A2D3869678}" dt="2020-04-02T16:21:27.421" v="11082"/>
          <ac:spMkLst>
            <pc:docMk/>
            <pc:sldMk cId="2609322864" sldId="332"/>
            <ac:spMk id="29" creationId="{55C0CE2F-CCF4-49B6-A2B1-038291D29968}"/>
          </ac:spMkLst>
        </pc:spChg>
        <pc:spChg chg="mod">
          <ac:chgData name="Deep Singh" userId="218171febb998cc3" providerId="LiveId" clId="{A631849A-FE2E-4D2F-A2E6-41A2D3869678}" dt="2020-04-02T16:21:27.421" v="11082"/>
          <ac:spMkLst>
            <pc:docMk/>
            <pc:sldMk cId="2609322864" sldId="332"/>
            <ac:spMk id="30" creationId="{B0524F03-867F-4C67-853A-F1E9F715E3F5}"/>
          </ac:spMkLst>
        </pc:spChg>
        <pc:spChg chg="mod">
          <ac:chgData name="Deep Singh" userId="218171febb998cc3" providerId="LiveId" clId="{A631849A-FE2E-4D2F-A2E6-41A2D3869678}" dt="2020-04-02T16:21:27.421" v="11082"/>
          <ac:spMkLst>
            <pc:docMk/>
            <pc:sldMk cId="2609322864" sldId="332"/>
            <ac:spMk id="31" creationId="{62ACB901-D155-48CD-98EF-6336E700CD5D}"/>
          </ac:spMkLst>
        </pc:spChg>
        <pc:spChg chg="mod">
          <ac:chgData name="Deep Singh" userId="218171febb998cc3" providerId="LiveId" clId="{A631849A-FE2E-4D2F-A2E6-41A2D3869678}" dt="2020-04-02T16:21:27.421" v="11082"/>
          <ac:spMkLst>
            <pc:docMk/>
            <pc:sldMk cId="2609322864" sldId="332"/>
            <ac:spMk id="32" creationId="{2762CDA7-30BF-4CCA-8854-A0EEDE3E0D31}"/>
          </ac:spMkLst>
        </pc:spChg>
        <pc:spChg chg="mod">
          <ac:chgData name="Deep Singh" userId="218171febb998cc3" providerId="LiveId" clId="{A631849A-FE2E-4D2F-A2E6-41A2D3869678}" dt="2020-04-02T16:21:27.421" v="11082"/>
          <ac:spMkLst>
            <pc:docMk/>
            <pc:sldMk cId="2609322864" sldId="332"/>
            <ac:spMk id="33" creationId="{B0953346-F1A1-48E5-85E1-54BA3A31F57E}"/>
          </ac:spMkLst>
        </pc:spChg>
        <pc:spChg chg="mod">
          <ac:chgData name="Deep Singh" userId="218171febb998cc3" providerId="LiveId" clId="{A631849A-FE2E-4D2F-A2E6-41A2D3869678}" dt="2020-04-02T16:21:27.421" v="11082"/>
          <ac:spMkLst>
            <pc:docMk/>
            <pc:sldMk cId="2609322864" sldId="332"/>
            <ac:spMk id="34" creationId="{1CEA1889-172C-4FCD-910E-E71E74CAC2AF}"/>
          </ac:spMkLst>
        </pc:spChg>
        <pc:spChg chg="mod">
          <ac:chgData name="Deep Singh" userId="218171febb998cc3" providerId="LiveId" clId="{A631849A-FE2E-4D2F-A2E6-41A2D3869678}" dt="2020-04-02T16:21:27.421" v="11082"/>
          <ac:spMkLst>
            <pc:docMk/>
            <pc:sldMk cId="2609322864" sldId="332"/>
            <ac:spMk id="35" creationId="{158D08CC-1725-454B-A8D9-6F3CAF5458BC}"/>
          </ac:spMkLst>
        </pc:spChg>
        <pc:spChg chg="mod">
          <ac:chgData name="Deep Singh" userId="218171febb998cc3" providerId="LiveId" clId="{A631849A-FE2E-4D2F-A2E6-41A2D3869678}" dt="2020-04-02T16:21:27.421" v="11082"/>
          <ac:spMkLst>
            <pc:docMk/>
            <pc:sldMk cId="2609322864" sldId="332"/>
            <ac:spMk id="36" creationId="{D3F7174F-B6BB-43BB-AF0F-2C462B459F31}"/>
          </ac:spMkLst>
        </pc:spChg>
        <pc:spChg chg="mod">
          <ac:chgData name="Deep Singh" userId="218171febb998cc3" providerId="LiveId" clId="{A631849A-FE2E-4D2F-A2E6-41A2D3869678}" dt="2020-04-02T16:21:27.421" v="11082"/>
          <ac:spMkLst>
            <pc:docMk/>
            <pc:sldMk cId="2609322864" sldId="332"/>
            <ac:spMk id="37" creationId="{5D73B479-D4D7-48DD-97F6-410DA3B9DAE9}"/>
          </ac:spMkLst>
        </pc:spChg>
        <pc:spChg chg="mod">
          <ac:chgData name="Deep Singh" userId="218171febb998cc3" providerId="LiveId" clId="{A631849A-FE2E-4D2F-A2E6-41A2D3869678}" dt="2020-04-02T16:21:27.421" v="11082"/>
          <ac:spMkLst>
            <pc:docMk/>
            <pc:sldMk cId="2609322864" sldId="332"/>
            <ac:spMk id="38" creationId="{0DD0D442-57A3-48A3-9B81-C55887F870EF}"/>
          </ac:spMkLst>
        </pc:spChg>
        <pc:spChg chg="mod">
          <ac:chgData name="Deep Singh" userId="218171febb998cc3" providerId="LiveId" clId="{A631849A-FE2E-4D2F-A2E6-41A2D3869678}" dt="2020-04-02T16:21:27.421" v="11082"/>
          <ac:spMkLst>
            <pc:docMk/>
            <pc:sldMk cId="2609322864" sldId="332"/>
            <ac:spMk id="39" creationId="{354A0F72-4E6E-492E-AAF3-F8B8683387B8}"/>
          </ac:spMkLst>
        </pc:spChg>
        <pc:spChg chg="mod">
          <ac:chgData name="Deep Singh" userId="218171febb998cc3" providerId="LiveId" clId="{A631849A-FE2E-4D2F-A2E6-41A2D3869678}" dt="2020-04-02T16:21:27.421" v="11082"/>
          <ac:spMkLst>
            <pc:docMk/>
            <pc:sldMk cId="2609322864" sldId="332"/>
            <ac:spMk id="40" creationId="{3FE7C6AB-DD13-4671-966D-83BF4BD955B3}"/>
          </ac:spMkLst>
        </pc:spChg>
        <pc:spChg chg="mod">
          <ac:chgData name="Deep Singh" userId="218171febb998cc3" providerId="LiveId" clId="{A631849A-FE2E-4D2F-A2E6-41A2D3869678}" dt="2020-04-02T16:21:27.421" v="11082"/>
          <ac:spMkLst>
            <pc:docMk/>
            <pc:sldMk cId="2609322864" sldId="332"/>
            <ac:spMk id="41" creationId="{D77BD84B-9CE2-41AD-A597-CDBBBC4F17CA}"/>
          </ac:spMkLst>
        </pc:spChg>
        <pc:spChg chg="mod">
          <ac:chgData name="Deep Singh" userId="218171febb998cc3" providerId="LiveId" clId="{A631849A-FE2E-4D2F-A2E6-41A2D3869678}" dt="2020-04-02T16:21:27.421" v="11082"/>
          <ac:spMkLst>
            <pc:docMk/>
            <pc:sldMk cId="2609322864" sldId="332"/>
            <ac:spMk id="42" creationId="{4C721F0F-C4C5-492F-9B33-186C050C8C22}"/>
          </ac:spMkLst>
        </pc:spChg>
        <pc:spChg chg="add del mod">
          <ac:chgData name="Deep Singh" userId="218171febb998cc3" providerId="LiveId" clId="{A631849A-FE2E-4D2F-A2E6-41A2D3869678}" dt="2020-04-02T15:34:58.795" v="9189" actId="478"/>
          <ac:spMkLst>
            <pc:docMk/>
            <pc:sldMk cId="2609322864" sldId="332"/>
            <ac:spMk id="43" creationId="{DBAC2403-A85F-4BEE-A420-130355C89179}"/>
          </ac:spMkLst>
        </pc:spChg>
        <pc:spChg chg="mod">
          <ac:chgData name="Deep Singh" userId="218171febb998cc3" providerId="LiveId" clId="{A631849A-FE2E-4D2F-A2E6-41A2D3869678}" dt="2020-04-02T16:21:27.421" v="11082"/>
          <ac:spMkLst>
            <pc:docMk/>
            <pc:sldMk cId="2609322864" sldId="332"/>
            <ac:spMk id="44" creationId="{54C0AF05-A269-45EE-929A-BC26018538E5}"/>
          </ac:spMkLst>
        </pc:spChg>
        <pc:spChg chg="mod">
          <ac:chgData name="Deep Singh" userId="218171febb998cc3" providerId="LiveId" clId="{A631849A-FE2E-4D2F-A2E6-41A2D3869678}" dt="2020-04-02T16:21:27.421" v="11082"/>
          <ac:spMkLst>
            <pc:docMk/>
            <pc:sldMk cId="2609322864" sldId="332"/>
            <ac:spMk id="45" creationId="{FBB7DB41-9F3A-4BC3-96E0-82A50F4A891A}"/>
          </ac:spMkLst>
        </pc:spChg>
        <pc:spChg chg="mod">
          <ac:chgData name="Deep Singh" userId="218171febb998cc3" providerId="LiveId" clId="{A631849A-FE2E-4D2F-A2E6-41A2D3869678}" dt="2020-04-02T16:21:27.421" v="11082"/>
          <ac:spMkLst>
            <pc:docMk/>
            <pc:sldMk cId="2609322864" sldId="332"/>
            <ac:spMk id="46" creationId="{D8E57D63-075B-4DE0-9ADB-263C468EBD73}"/>
          </ac:spMkLst>
        </pc:spChg>
        <pc:spChg chg="mod">
          <ac:chgData name="Deep Singh" userId="218171febb998cc3" providerId="LiveId" clId="{A631849A-FE2E-4D2F-A2E6-41A2D3869678}" dt="2020-04-02T16:21:27.421" v="11082"/>
          <ac:spMkLst>
            <pc:docMk/>
            <pc:sldMk cId="2609322864" sldId="332"/>
            <ac:spMk id="47" creationId="{EF4AB781-3AFC-4DBB-9677-015AC896EC42}"/>
          </ac:spMkLst>
        </pc:spChg>
        <pc:spChg chg="mod">
          <ac:chgData name="Deep Singh" userId="218171febb998cc3" providerId="LiveId" clId="{A631849A-FE2E-4D2F-A2E6-41A2D3869678}" dt="2020-04-02T16:21:27.421" v="11082"/>
          <ac:spMkLst>
            <pc:docMk/>
            <pc:sldMk cId="2609322864" sldId="332"/>
            <ac:spMk id="48" creationId="{24F6810E-C12A-46BE-A784-B3DDA61EAC4C}"/>
          </ac:spMkLst>
        </pc:spChg>
        <pc:spChg chg="mod">
          <ac:chgData name="Deep Singh" userId="218171febb998cc3" providerId="LiveId" clId="{A631849A-FE2E-4D2F-A2E6-41A2D3869678}" dt="2020-04-02T16:21:27.421" v="11082"/>
          <ac:spMkLst>
            <pc:docMk/>
            <pc:sldMk cId="2609322864" sldId="332"/>
            <ac:spMk id="49" creationId="{1C6A0E87-FDCC-4038-BD68-22778C21161A}"/>
          </ac:spMkLst>
        </pc:spChg>
        <pc:spChg chg="mod">
          <ac:chgData name="Deep Singh" userId="218171febb998cc3" providerId="LiveId" clId="{A631849A-FE2E-4D2F-A2E6-41A2D3869678}" dt="2020-04-02T16:21:27.421" v="11082"/>
          <ac:spMkLst>
            <pc:docMk/>
            <pc:sldMk cId="2609322864" sldId="332"/>
            <ac:spMk id="50" creationId="{0D19C2C1-9969-4248-BF4B-BF5599A3C0B3}"/>
          </ac:spMkLst>
        </pc:spChg>
        <pc:spChg chg="mod">
          <ac:chgData name="Deep Singh" userId="218171febb998cc3" providerId="LiveId" clId="{A631849A-FE2E-4D2F-A2E6-41A2D3869678}" dt="2020-04-02T16:21:27.421" v="11082"/>
          <ac:spMkLst>
            <pc:docMk/>
            <pc:sldMk cId="2609322864" sldId="332"/>
            <ac:spMk id="51" creationId="{EFC6D6E6-DB64-4B9B-82B3-17EAC1740B00}"/>
          </ac:spMkLst>
        </pc:spChg>
        <pc:spChg chg="add del mod">
          <ac:chgData name="Deep Singh" userId="218171febb998cc3" providerId="LiveId" clId="{A631849A-FE2E-4D2F-A2E6-41A2D3869678}" dt="2020-04-02T15:34:59.364" v="9193" actId="478"/>
          <ac:spMkLst>
            <pc:docMk/>
            <pc:sldMk cId="2609322864" sldId="332"/>
            <ac:spMk id="53" creationId="{43AF14A0-CCE2-4AF4-AF9B-712F301FE263}"/>
          </ac:spMkLst>
        </pc:spChg>
        <pc:spChg chg="add del mod">
          <ac:chgData name="Deep Singh" userId="218171febb998cc3" providerId="LiveId" clId="{A631849A-FE2E-4D2F-A2E6-41A2D3869678}" dt="2020-04-02T15:34:59.633" v="9195" actId="478"/>
          <ac:spMkLst>
            <pc:docMk/>
            <pc:sldMk cId="2609322864" sldId="332"/>
            <ac:spMk id="55" creationId="{BCDC2EC7-5DBE-4D72-B1F8-60677708DE28}"/>
          </ac:spMkLst>
        </pc:spChg>
        <pc:spChg chg="add del mod">
          <ac:chgData name="Deep Singh" userId="218171febb998cc3" providerId="LiveId" clId="{A631849A-FE2E-4D2F-A2E6-41A2D3869678}" dt="2020-04-02T15:35:00.198" v="9197" actId="478"/>
          <ac:spMkLst>
            <pc:docMk/>
            <pc:sldMk cId="2609322864" sldId="332"/>
            <ac:spMk id="57" creationId="{3BD9D720-4977-472C-8D76-572DD794D64D}"/>
          </ac:spMkLst>
        </pc:spChg>
        <pc:spChg chg="add del mod">
          <ac:chgData name="Deep Singh" userId="218171febb998cc3" providerId="LiveId" clId="{A631849A-FE2E-4D2F-A2E6-41A2D3869678}" dt="2020-04-02T15:35:07.709" v="9199" actId="478"/>
          <ac:spMkLst>
            <pc:docMk/>
            <pc:sldMk cId="2609322864" sldId="332"/>
            <ac:spMk id="59" creationId="{71233E72-DE8F-4307-8CD9-D49667D23242}"/>
          </ac:spMkLst>
        </pc:spChg>
        <pc:spChg chg="add del mod">
          <ac:chgData name="Deep Singh" userId="218171febb998cc3" providerId="LiveId" clId="{A631849A-FE2E-4D2F-A2E6-41A2D3869678}" dt="2020-04-02T15:35:14.608" v="9201" actId="478"/>
          <ac:spMkLst>
            <pc:docMk/>
            <pc:sldMk cId="2609322864" sldId="332"/>
            <ac:spMk id="61" creationId="{D90BC621-C79D-4AA3-96B7-CCBE272D6AAD}"/>
          </ac:spMkLst>
        </pc:spChg>
        <pc:spChg chg="add del mod">
          <ac:chgData name="Deep Singh" userId="218171febb998cc3" providerId="LiveId" clId="{A631849A-FE2E-4D2F-A2E6-41A2D3869678}" dt="2020-04-02T15:35:24.316" v="9203" actId="478"/>
          <ac:spMkLst>
            <pc:docMk/>
            <pc:sldMk cId="2609322864" sldId="332"/>
            <ac:spMk id="63" creationId="{A5E289A1-171C-40CB-9070-E76ED32BF418}"/>
          </ac:spMkLst>
        </pc:spChg>
        <pc:spChg chg="add del mod">
          <ac:chgData name="Deep Singh" userId="218171febb998cc3" providerId="LiveId" clId="{A631849A-FE2E-4D2F-A2E6-41A2D3869678}" dt="2020-04-02T15:35:31.101" v="9205" actId="478"/>
          <ac:spMkLst>
            <pc:docMk/>
            <pc:sldMk cId="2609322864" sldId="332"/>
            <ac:spMk id="65" creationId="{115E05D8-627A-4F91-9BCA-1DCA3118F6D8}"/>
          </ac:spMkLst>
        </pc:spChg>
      </pc:sldChg>
      <pc:sldChg chg="addSp delSp modSp add">
        <pc:chgData name="Deep Singh" userId="218171febb998cc3" providerId="LiveId" clId="{A631849A-FE2E-4D2F-A2E6-41A2D3869678}" dt="2020-04-02T18:00:50.866" v="13428" actId="931"/>
        <pc:sldMkLst>
          <pc:docMk/>
          <pc:sldMk cId="2253781075" sldId="333"/>
        </pc:sldMkLst>
        <pc:spChg chg="mod">
          <ac:chgData name="Deep Singh" userId="218171febb998cc3" providerId="LiveId" clId="{A631849A-FE2E-4D2F-A2E6-41A2D3869678}" dt="2020-04-02T17:52:12.909" v="13323" actId="20577"/>
          <ac:spMkLst>
            <pc:docMk/>
            <pc:sldMk cId="2253781075" sldId="333"/>
            <ac:spMk id="6" creationId="{152ADB85-0025-4E0A-B62D-0D6377972C2F}"/>
          </ac:spMkLst>
        </pc:spChg>
        <pc:graphicFrameChg chg="mod">
          <ac:chgData name="Deep Singh" userId="218171febb998cc3" providerId="LiveId" clId="{A631849A-FE2E-4D2F-A2E6-41A2D3869678}" dt="2020-04-02T17:59:20.723" v="13425"/>
          <ac:graphicFrameMkLst>
            <pc:docMk/>
            <pc:sldMk cId="2253781075" sldId="333"/>
            <ac:graphicFrameMk id="17" creationId="{16ABED77-31FE-4EDA-A472-E0B431693583}"/>
          </ac:graphicFrameMkLst>
        </pc:graphicFrameChg>
        <pc:picChg chg="add del mod">
          <ac:chgData name="Deep Singh" userId="218171febb998cc3" providerId="LiveId" clId="{A631849A-FE2E-4D2F-A2E6-41A2D3869678}" dt="2020-04-02T17:59:29.318" v="13426" actId="478"/>
          <ac:picMkLst>
            <pc:docMk/>
            <pc:sldMk cId="2253781075" sldId="333"/>
            <ac:picMk id="3" creationId="{60282B8D-8665-4F2B-9661-76AAF1249D9D}"/>
          </ac:picMkLst>
        </pc:picChg>
        <pc:picChg chg="add del mod">
          <ac:chgData name="Deep Singh" userId="218171febb998cc3" providerId="LiveId" clId="{A631849A-FE2E-4D2F-A2E6-41A2D3869678}" dt="2020-04-02T18:00:50.866" v="13428" actId="931"/>
          <ac:picMkLst>
            <pc:docMk/>
            <pc:sldMk cId="2253781075" sldId="333"/>
            <ac:picMk id="8" creationId="{AC07AF23-4C75-44B9-B054-3B3987DFEC26}"/>
          </ac:picMkLst>
        </pc:picChg>
        <pc:picChg chg="add del mod">
          <ac:chgData name="Deep Singh" userId="218171febb998cc3" providerId="LiveId" clId="{A631849A-FE2E-4D2F-A2E6-41A2D3869678}" dt="2020-04-02T18:00:50.866" v="13428" actId="931"/>
          <ac:picMkLst>
            <pc:docMk/>
            <pc:sldMk cId="2253781075" sldId="333"/>
            <ac:picMk id="10" creationId="{378EBC78-305E-4291-9C02-E3A15BD23BA9}"/>
          </ac:picMkLst>
        </pc:picChg>
      </pc:sldChg>
      <pc:sldChg chg="delSp add del setBg delDesignElem">
        <pc:chgData name="Deep Singh" userId="218171febb998cc3" providerId="LiveId" clId="{A631849A-FE2E-4D2F-A2E6-41A2D3869678}" dt="2020-04-02T15:25:42.184" v="9156" actId="47"/>
        <pc:sldMkLst>
          <pc:docMk/>
          <pc:sldMk cId="3624490070" sldId="334"/>
        </pc:sldMkLst>
        <pc:spChg chg="del">
          <ac:chgData name="Deep Singh" userId="218171febb998cc3" providerId="LiveId" clId="{A631849A-FE2E-4D2F-A2E6-41A2D3869678}" dt="2020-04-02T15:24:49.447" v="9120"/>
          <ac:spMkLst>
            <pc:docMk/>
            <pc:sldMk cId="3624490070" sldId="334"/>
            <ac:spMk id="13" creationId="{4C608BEB-860E-4094-8511-78603564A75E}"/>
          </ac:spMkLst>
        </pc:spChg>
        <pc:cxnChg chg="del">
          <ac:chgData name="Deep Singh" userId="218171febb998cc3" providerId="LiveId" clId="{A631849A-FE2E-4D2F-A2E6-41A2D3869678}" dt="2020-04-02T15:24:49.447" v="9120"/>
          <ac:cxnSpMkLst>
            <pc:docMk/>
            <pc:sldMk cId="3624490070" sldId="334"/>
            <ac:cxnSpMk id="15" creationId="{1F16A8D4-FE87-4604-88B2-394B5D1EB437}"/>
          </ac:cxnSpMkLst>
        </pc:cxnChg>
      </pc:sldChg>
      <pc:sldChg chg="addSp delSp add del setBg delDesignElem">
        <pc:chgData name="Deep Singh" userId="218171febb998cc3" providerId="LiveId" clId="{A631849A-FE2E-4D2F-A2E6-41A2D3869678}" dt="2020-04-02T15:25:30.561" v="9154"/>
        <pc:sldMkLst>
          <pc:docMk/>
          <pc:sldMk cId="3435075914" sldId="335"/>
        </pc:sldMkLst>
        <pc:spChg chg="add del">
          <ac:chgData name="Deep Singh" userId="218171febb998cc3" providerId="LiveId" clId="{A631849A-FE2E-4D2F-A2E6-41A2D3869678}" dt="2020-04-02T15:25:30.561" v="9154"/>
          <ac:spMkLst>
            <pc:docMk/>
            <pc:sldMk cId="3435075914" sldId="335"/>
            <ac:spMk id="13" creationId="{4C608BEB-860E-4094-8511-78603564A75E}"/>
          </ac:spMkLst>
        </pc:spChg>
        <pc:cxnChg chg="add del">
          <ac:chgData name="Deep Singh" userId="218171febb998cc3" providerId="LiveId" clId="{A631849A-FE2E-4D2F-A2E6-41A2D3869678}" dt="2020-04-02T15:25:30.561" v="9154"/>
          <ac:cxnSpMkLst>
            <pc:docMk/>
            <pc:sldMk cId="3435075914" sldId="335"/>
            <ac:cxnSpMk id="15" creationId="{1F16A8D4-FE87-4604-88B2-394B5D1EB437}"/>
          </ac:cxnSpMkLst>
        </pc:cxnChg>
      </pc:sldChg>
      <pc:sldChg chg="add del">
        <pc:chgData name="Deep Singh" userId="218171febb998cc3" providerId="LiveId" clId="{A631849A-FE2E-4D2F-A2E6-41A2D3869678}" dt="2020-04-02T17:52:25.682" v="13324" actId="47"/>
        <pc:sldMkLst>
          <pc:docMk/>
          <pc:sldMk cId="3501245457" sldId="335"/>
        </pc:sldMkLst>
      </pc:sldChg>
      <pc:sldChg chg="addSp delSp modSp add">
        <pc:chgData name="Deep Singh" userId="218171febb998cc3" providerId="LiveId" clId="{A631849A-FE2E-4D2F-A2E6-41A2D3869678}" dt="2020-04-02T17:49:38.842" v="13320" actId="20577"/>
        <pc:sldMkLst>
          <pc:docMk/>
          <pc:sldMk cId="457554112" sldId="336"/>
        </pc:sldMkLst>
        <pc:spChg chg="del mod">
          <ac:chgData name="Deep Singh" userId="218171febb998cc3" providerId="LiveId" clId="{A631849A-FE2E-4D2F-A2E6-41A2D3869678}" dt="2020-04-02T16:30:04.865" v="11226"/>
          <ac:spMkLst>
            <pc:docMk/>
            <pc:sldMk cId="457554112" sldId="336"/>
            <ac:spMk id="2" creationId="{8E09CC22-9684-4210-81E8-D0694EC35101}"/>
          </ac:spMkLst>
        </pc:spChg>
        <pc:spChg chg="del">
          <ac:chgData name="Deep Singh" userId="218171febb998cc3" providerId="LiveId" clId="{A631849A-FE2E-4D2F-A2E6-41A2D3869678}" dt="2020-04-02T16:30:04.865" v="11226"/>
          <ac:spMkLst>
            <pc:docMk/>
            <pc:sldMk cId="457554112" sldId="336"/>
            <ac:spMk id="3" creationId="{F40D6F07-B9F3-4AD6-BE6F-9AE9C4965334}"/>
          </ac:spMkLst>
        </pc:spChg>
        <pc:spChg chg="del">
          <ac:chgData name="Deep Singh" userId="218171febb998cc3" providerId="LiveId" clId="{A631849A-FE2E-4D2F-A2E6-41A2D3869678}" dt="2020-04-02T16:30:04.865" v="11226"/>
          <ac:spMkLst>
            <pc:docMk/>
            <pc:sldMk cId="457554112" sldId="336"/>
            <ac:spMk id="4" creationId="{06409999-6DAD-416E-8AF7-B125AD7B4135}"/>
          </ac:spMkLst>
        </pc:spChg>
        <pc:spChg chg="del">
          <ac:chgData name="Deep Singh" userId="218171febb998cc3" providerId="LiveId" clId="{A631849A-FE2E-4D2F-A2E6-41A2D3869678}" dt="2020-04-02T16:30:04.865" v="11226"/>
          <ac:spMkLst>
            <pc:docMk/>
            <pc:sldMk cId="457554112" sldId="336"/>
            <ac:spMk id="5" creationId="{59FCCC04-1EAF-4193-BBD9-52350C4F35C7}"/>
          </ac:spMkLst>
        </pc:spChg>
        <pc:spChg chg="del">
          <ac:chgData name="Deep Singh" userId="218171febb998cc3" providerId="LiveId" clId="{A631849A-FE2E-4D2F-A2E6-41A2D3869678}" dt="2020-04-02T16:30:04.865" v="11226"/>
          <ac:spMkLst>
            <pc:docMk/>
            <pc:sldMk cId="457554112" sldId="336"/>
            <ac:spMk id="6" creationId="{907961C3-024F-49A4-9CB4-68F2F23CA2F4}"/>
          </ac:spMkLst>
        </pc:spChg>
        <pc:spChg chg="del">
          <ac:chgData name="Deep Singh" userId="218171febb998cc3" providerId="LiveId" clId="{A631849A-FE2E-4D2F-A2E6-41A2D3869678}" dt="2020-04-02T16:30:04.865" v="11226"/>
          <ac:spMkLst>
            <pc:docMk/>
            <pc:sldMk cId="457554112" sldId="336"/>
            <ac:spMk id="7" creationId="{FE514E2A-DC0B-4607-A3C5-5025DB55E116}"/>
          </ac:spMkLst>
        </pc:spChg>
        <pc:spChg chg="del">
          <ac:chgData name="Deep Singh" userId="218171febb998cc3" providerId="LiveId" clId="{A631849A-FE2E-4D2F-A2E6-41A2D3869678}" dt="2020-04-02T16:30:04.865" v="11226"/>
          <ac:spMkLst>
            <pc:docMk/>
            <pc:sldMk cId="457554112" sldId="336"/>
            <ac:spMk id="8" creationId="{E5831796-5A46-4C84-8CB7-991F46CE07FB}"/>
          </ac:spMkLst>
        </pc:spChg>
        <pc:spChg chg="del">
          <ac:chgData name="Deep Singh" userId="218171febb998cc3" providerId="LiveId" clId="{A631849A-FE2E-4D2F-A2E6-41A2D3869678}" dt="2020-04-02T16:30:04.865" v="11226"/>
          <ac:spMkLst>
            <pc:docMk/>
            <pc:sldMk cId="457554112" sldId="336"/>
            <ac:spMk id="9" creationId="{ECF0F7EE-CEDA-4640-A7B6-35C0BA3F43E4}"/>
          </ac:spMkLst>
        </pc:spChg>
        <pc:spChg chg="del">
          <ac:chgData name="Deep Singh" userId="218171febb998cc3" providerId="LiveId" clId="{A631849A-FE2E-4D2F-A2E6-41A2D3869678}" dt="2020-04-02T16:30:04.865" v="11226"/>
          <ac:spMkLst>
            <pc:docMk/>
            <pc:sldMk cId="457554112" sldId="336"/>
            <ac:spMk id="10" creationId="{3C981EAC-50FC-4AE1-A6EE-D4625C4C4098}"/>
          </ac:spMkLst>
        </pc:spChg>
        <pc:spChg chg="del">
          <ac:chgData name="Deep Singh" userId="218171febb998cc3" providerId="LiveId" clId="{A631849A-FE2E-4D2F-A2E6-41A2D3869678}" dt="2020-04-02T16:30:04.865" v="11226"/>
          <ac:spMkLst>
            <pc:docMk/>
            <pc:sldMk cId="457554112" sldId="336"/>
            <ac:spMk id="11" creationId="{7861DD9B-BA90-4E0F-84D4-7AA7F1406E69}"/>
          </ac:spMkLst>
        </pc:spChg>
        <pc:spChg chg="del">
          <ac:chgData name="Deep Singh" userId="218171febb998cc3" providerId="LiveId" clId="{A631849A-FE2E-4D2F-A2E6-41A2D3869678}" dt="2020-04-02T16:30:04.865" v="11226"/>
          <ac:spMkLst>
            <pc:docMk/>
            <pc:sldMk cId="457554112" sldId="336"/>
            <ac:spMk id="12" creationId="{68317B4E-289D-4E49-B199-22A37807960A}"/>
          </ac:spMkLst>
        </pc:spChg>
        <pc:spChg chg="del">
          <ac:chgData name="Deep Singh" userId="218171febb998cc3" providerId="LiveId" clId="{A631849A-FE2E-4D2F-A2E6-41A2D3869678}" dt="2020-04-02T16:30:04.865" v="11226"/>
          <ac:spMkLst>
            <pc:docMk/>
            <pc:sldMk cId="457554112" sldId="336"/>
            <ac:spMk id="13" creationId="{9F45A03B-34E9-410E-AEA8-E4C4FB27F6E7}"/>
          </ac:spMkLst>
        </pc:spChg>
        <pc:spChg chg="del">
          <ac:chgData name="Deep Singh" userId="218171febb998cc3" providerId="LiveId" clId="{A631849A-FE2E-4D2F-A2E6-41A2D3869678}" dt="2020-04-02T16:30:04.865" v="11226"/>
          <ac:spMkLst>
            <pc:docMk/>
            <pc:sldMk cId="457554112" sldId="336"/>
            <ac:spMk id="14" creationId="{F14D17DD-7C0C-4C9E-ADDD-58F91FC0121D}"/>
          </ac:spMkLst>
        </pc:spChg>
        <pc:spChg chg="del">
          <ac:chgData name="Deep Singh" userId="218171febb998cc3" providerId="LiveId" clId="{A631849A-FE2E-4D2F-A2E6-41A2D3869678}" dt="2020-04-02T16:30:04.865" v="11226"/>
          <ac:spMkLst>
            <pc:docMk/>
            <pc:sldMk cId="457554112" sldId="336"/>
            <ac:spMk id="15" creationId="{0A451C2E-25A4-4D16-B9CC-2DA42ED1F3A0}"/>
          </ac:spMkLst>
        </pc:spChg>
        <pc:spChg chg="del">
          <ac:chgData name="Deep Singh" userId="218171febb998cc3" providerId="LiveId" clId="{A631849A-FE2E-4D2F-A2E6-41A2D3869678}" dt="2020-04-02T16:30:04.865" v="11226"/>
          <ac:spMkLst>
            <pc:docMk/>
            <pc:sldMk cId="457554112" sldId="336"/>
            <ac:spMk id="16" creationId="{C08C2C76-5A49-4504-80A7-8D055A7D9F9A}"/>
          </ac:spMkLst>
        </pc:spChg>
        <pc:spChg chg="del mod">
          <ac:chgData name="Deep Singh" userId="218171febb998cc3" providerId="LiveId" clId="{A631849A-FE2E-4D2F-A2E6-41A2D3869678}" dt="2020-04-02T16:30:04.865" v="11226"/>
          <ac:spMkLst>
            <pc:docMk/>
            <pc:sldMk cId="457554112" sldId="336"/>
            <ac:spMk id="17" creationId="{2F257DED-2F0D-492F-A657-D2A051A9A633}"/>
          </ac:spMkLst>
        </pc:spChg>
        <pc:spChg chg="del">
          <ac:chgData name="Deep Singh" userId="218171febb998cc3" providerId="LiveId" clId="{A631849A-FE2E-4D2F-A2E6-41A2D3869678}" dt="2020-04-02T16:30:04.865" v="11226"/>
          <ac:spMkLst>
            <pc:docMk/>
            <pc:sldMk cId="457554112" sldId="336"/>
            <ac:spMk id="18" creationId="{CEDD3BBA-E796-4249-A428-F0C834D095D4}"/>
          </ac:spMkLst>
        </pc:spChg>
        <pc:spChg chg="del mod">
          <ac:chgData name="Deep Singh" userId="218171febb998cc3" providerId="LiveId" clId="{A631849A-FE2E-4D2F-A2E6-41A2D3869678}" dt="2020-04-02T16:30:04.865" v="11226"/>
          <ac:spMkLst>
            <pc:docMk/>
            <pc:sldMk cId="457554112" sldId="336"/>
            <ac:spMk id="19" creationId="{2823952D-C9A6-40EC-9AAA-E090E5A0EE51}"/>
          </ac:spMkLst>
        </pc:spChg>
        <pc:spChg chg="del">
          <ac:chgData name="Deep Singh" userId="218171febb998cc3" providerId="LiveId" clId="{A631849A-FE2E-4D2F-A2E6-41A2D3869678}" dt="2020-04-02T16:30:04.865" v="11226"/>
          <ac:spMkLst>
            <pc:docMk/>
            <pc:sldMk cId="457554112" sldId="336"/>
            <ac:spMk id="20" creationId="{5BC7DEFA-D3A7-405E-A9C2-1E3075A4DED2}"/>
          </ac:spMkLst>
        </pc:spChg>
        <pc:spChg chg="del mod">
          <ac:chgData name="Deep Singh" userId="218171febb998cc3" providerId="LiveId" clId="{A631849A-FE2E-4D2F-A2E6-41A2D3869678}" dt="2020-04-02T16:30:04.865" v="11226"/>
          <ac:spMkLst>
            <pc:docMk/>
            <pc:sldMk cId="457554112" sldId="336"/>
            <ac:spMk id="21" creationId="{ACB08397-A151-4B04-8025-F0DC1F7C71B7}"/>
          </ac:spMkLst>
        </pc:spChg>
        <pc:spChg chg="del">
          <ac:chgData name="Deep Singh" userId="218171febb998cc3" providerId="LiveId" clId="{A631849A-FE2E-4D2F-A2E6-41A2D3869678}" dt="2020-04-02T16:30:04.865" v="11226"/>
          <ac:spMkLst>
            <pc:docMk/>
            <pc:sldMk cId="457554112" sldId="336"/>
            <ac:spMk id="22" creationId="{883250AB-3E43-4A91-A7E6-A5080B18745E}"/>
          </ac:spMkLst>
        </pc:spChg>
        <pc:spChg chg="del mod">
          <ac:chgData name="Deep Singh" userId="218171febb998cc3" providerId="LiveId" clId="{A631849A-FE2E-4D2F-A2E6-41A2D3869678}" dt="2020-04-02T16:30:04.865" v="11226"/>
          <ac:spMkLst>
            <pc:docMk/>
            <pc:sldMk cId="457554112" sldId="336"/>
            <ac:spMk id="23" creationId="{FE51FB3D-04CF-4428-8D7D-30EAF6616C11}"/>
          </ac:spMkLst>
        </pc:spChg>
        <pc:spChg chg="del">
          <ac:chgData name="Deep Singh" userId="218171febb998cc3" providerId="LiveId" clId="{A631849A-FE2E-4D2F-A2E6-41A2D3869678}" dt="2020-04-02T16:30:04.865" v="11226"/>
          <ac:spMkLst>
            <pc:docMk/>
            <pc:sldMk cId="457554112" sldId="336"/>
            <ac:spMk id="24" creationId="{EADD8FF7-2918-4DC1-AE2D-71649FF8325A}"/>
          </ac:spMkLst>
        </pc:spChg>
        <pc:spChg chg="del mod">
          <ac:chgData name="Deep Singh" userId="218171febb998cc3" providerId="LiveId" clId="{A631849A-FE2E-4D2F-A2E6-41A2D3869678}" dt="2020-04-02T16:30:04.865" v="11226"/>
          <ac:spMkLst>
            <pc:docMk/>
            <pc:sldMk cId="457554112" sldId="336"/>
            <ac:spMk id="25" creationId="{731C3295-E95F-417D-89F8-67F8031E2531}"/>
          </ac:spMkLst>
        </pc:spChg>
        <pc:spChg chg="del">
          <ac:chgData name="Deep Singh" userId="218171febb998cc3" providerId="LiveId" clId="{A631849A-FE2E-4D2F-A2E6-41A2D3869678}" dt="2020-04-02T16:30:04.865" v="11226"/>
          <ac:spMkLst>
            <pc:docMk/>
            <pc:sldMk cId="457554112" sldId="336"/>
            <ac:spMk id="26" creationId="{ABBD5176-0D91-4E3A-8330-F36F53EDA1D4}"/>
          </ac:spMkLst>
        </pc:spChg>
        <pc:spChg chg="del mod">
          <ac:chgData name="Deep Singh" userId="218171febb998cc3" providerId="LiveId" clId="{A631849A-FE2E-4D2F-A2E6-41A2D3869678}" dt="2020-04-02T16:30:04.865" v="11226"/>
          <ac:spMkLst>
            <pc:docMk/>
            <pc:sldMk cId="457554112" sldId="336"/>
            <ac:spMk id="27" creationId="{F626AAC6-F63E-48ED-8CC1-B910072B2143}"/>
          </ac:spMkLst>
        </pc:spChg>
        <pc:spChg chg="del">
          <ac:chgData name="Deep Singh" userId="218171febb998cc3" providerId="LiveId" clId="{A631849A-FE2E-4D2F-A2E6-41A2D3869678}" dt="2020-04-02T16:30:04.865" v="11226"/>
          <ac:spMkLst>
            <pc:docMk/>
            <pc:sldMk cId="457554112" sldId="336"/>
            <ac:spMk id="28" creationId="{64AF2573-1D48-4E9F-8B19-83AEFF890F5A}"/>
          </ac:spMkLst>
        </pc:spChg>
        <pc:spChg chg="del mod">
          <ac:chgData name="Deep Singh" userId="218171febb998cc3" providerId="LiveId" clId="{A631849A-FE2E-4D2F-A2E6-41A2D3869678}" dt="2020-04-02T16:30:04.865" v="11226"/>
          <ac:spMkLst>
            <pc:docMk/>
            <pc:sldMk cId="457554112" sldId="336"/>
            <ac:spMk id="29" creationId="{FA3C7D91-9198-41AF-9664-F6508D84CF8C}"/>
          </ac:spMkLst>
        </pc:spChg>
        <pc:spChg chg="del">
          <ac:chgData name="Deep Singh" userId="218171febb998cc3" providerId="LiveId" clId="{A631849A-FE2E-4D2F-A2E6-41A2D3869678}" dt="2020-04-02T16:30:04.865" v="11226"/>
          <ac:spMkLst>
            <pc:docMk/>
            <pc:sldMk cId="457554112" sldId="336"/>
            <ac:spMk id="30" creationId="{7B8BF875-19E4-4286-85A1-73DE96762E52}"/>
          </ac:spMkLst>
        </pc:spChg>
        <pc:spChg chg="del mod">
          <ac:chgData name="Deep Singh" userId="218171febb998cc3" providerId="LiveId" clId="{A631849A-FE2E-4D2F-A2E6-41A2D3869678}" dt="2020-04-02T16:30:04.865" v="11226"/>
          <ac:spMkLst>
            <pc:docMk/>
            <pc:sldMk cId="457554112" sldId="336"/>
            <ac:spMk id="31" creationId="{436D5286-6DDD-45D2-9360-8B8A8BFDAF71}"/>
          </ac:spMkLst>
        </pc:spChg>
        <pc:spChg chg="del">
          <ac:chgData name="Deep Singh" userId="218171febb998cc3" providerId="LiveId" clId="{A631849A-FE2E-4D2F-A2E6-41A2D3869678}" dt="2020-04-02T16:30:04.865" v="11226"/>
          <ac:spMkLst>
            <pc:docMk/>
            <pc:sldMk cId="457554112" sldId="336"/>
            <ac:spMk id="32" creationId="{555BC1B8-0323-4642-8474-FCDE8DBA9B18}"/>
          </ac:spMkLst>
        </pc:spChg>
        <pc:spChg chg="del mod">
          <ac:chgData name="Deep Singh" userId="218171febb998cc3" providerId="LiveId" clId="{A631849A-FE2E-4D2F-A2E6-41A2D3869678}" dt="2020-04-02T16:30:04.865" v="11226"/>
          <ac:spMkLst>
            <pc:docMk/>
            <pc:sldMk cId="457554112" sldId="336"/>
            <ac:spMk id="33" creationId="{2B279F0C-4422-4206-852A-7C4611543A11}"/>
          </ac:spMkLst>
        </pc:spChg>
        <pc:spChg chg="del">
          <ac:chgData name="Deep Singh" userId="218171febb998cc3" providerId="LiveId" clId="{A631849A-FE2E-4D2F-A2E6-41A2D3869678}" dt="2020-04-02T16:30:04.865" v="11226"/>
          <ac:spMkLst>
            <pc:docMk/>
            <pc:sldMk cId="457554112" sldId="336"/>
            <ac:spMk id="34" creationId="{38056EAA-0E95-440C-97D5-E56EA7C00AEF}"/>
          </ac:spMkLst>
        </pc:spChg>
        <pc:spChg chg="del mod">
          <ac:chgData name="Deep Singh" userId="218171febb998cc3" providerId="LiveId" clId="{A631849A-FE2E-4D2F-A2E6-41A2D3869678}" dt="2020-04-02T16:30:04.865" v="11226"/>
          <ac:spMkLst>
            <pc:docMk/>
            <pc:sldMk cId="457554112" sldId="336"/>
            <ac:spMk id="35" creationId="{92B9175D-7BCD-48FA-A339-734EFE1A4753}"/>
          </ac:spMkLst>
        </pc:spChg>
        <pc:spChg chg="del">
          <ac:chgData name="Deep Singh" userId="218171febb998cc3" providerId="LiveId" clId="{A631849A-FE2E-4D2F-A2E6-41A2D3869678}" dt="2020-04-02T16:30:04.865" v="11226"/>
          <ac:spMkLst>
            <pc:docMk/>
            <pc:sldMk cId="457554112" sldId="336"/>
            <ac:spMk id="36" creationId="{AEA2FAA3-A04C-4216-A879-CB76E4EBADE3}"/>
          </ac:spMkLst>
        </pc:spChg>
        <pc:spChg chg="del mod">
          <ac:chgData name="Deep Singh" userId="218171febb998cc3" providerId="LiveId" clId="{A631849A-FE2E-4D2F-A2E6-41A2D3869678}" dt="2020-04-02T16:30:04.865" v="11226"/>
          <ac:spMkLst>
            <pc:docMk/>
            <pc:sldMk cId="457554112" sldId="336"/>
            <ac:spMk id="37" creationId="{3F805B09-FC60-4035-8F5A-21DD0A578967}"/>
          </ac:spMkLst>
        </pc:spChg>
        <pc:spChg chg="del">
          <ac:chgData name="Deep Singh" userId="218171febb998cc3" providerId="LiveId" clId="{A631849A-FE2E-4D2F-A2E6-41A2D3869678}" dt="2020-04-02T16:30:04.865" v="11226"/>
          <ac:spMkLst>
            <pc:docMk/>
            <pc:sldMk cId="457554112" sldId="336"/>
            <ac:spMk id="38" creationId="{149D3643-100A-4597-8652-80D6DD171AB2}"/>
          </ac:spMkLst>
        </pc:spChg>
        <pc:spChg chg="del mod">
          <ac:chgData name="Deep Singh" userId="218171febb998cc3" providerId="LiveId" clId="{A631849A-FE2E-4D2F-A2E6-41A2D3869678}" dt="2020-04-02T16:30:04.865" v="11226"/>
          <ac:spMkLst>
            <pc:docMk/>
            <pc:sldMk cId="457554112" sldId="336"/>
            <ac:spMk id="39" creationId="{B2B8079C-86A4-4E0E-86EA-5C7DCD047ED9}"/>
          </ac:spMkLst>
        </pc:spChg>
        <pc:spChg chg="del">
          <ac:chgData name="Deep Singh" userId="218171febb998cc3" providerId="LiveId" clId="{A631849A-FE2E-4D2F-A2E6-41A2D3869678}" dt="2020-04-02T16:30:04.865" v="11226"/>
          <ac:spMkLst>
            <pc:docMk/>
            <pc:sldMk cId="457554112" sldId="336"/>
            <ac:spMk id="40" creationId="{7DAD58B6-1349-4547-92DA-DBB636BF27AB}"/>
          </ac:spMkLst>
        </pc:spChg>
        <pc:spChg chg="del">
          <ac:chgData name="Deep Singh" userId="218171febb998cc3" providerId="LiveId" clId="{A631849A-FE2E-4D2F-A2E6-41A2D3869678}" dt="2020-04-02T16:30:04.865" v="11226"/>
          <ac:spMkLst>
            <pc:docMk/>
            <pc:sldMk cId="457554112" sldId="336"/>
            <ac:spMk id="41" creationId="{C174E367-5052-425B-B204-560097F3C864}"/>
          </ac:spMkLst>
        </pc:spChg>
        <pc:spChg chg="del">
          <ac:chgData name="Deep Singh" userId="218171febb998cc3" providerId="LiveId" clId="{A631849A-FE2E-4D2F-A2E6-41A2D3869678}" dt="2020-04-02T16:30:04.865" v="11226"/>
          <ac:spMkLst>
            <pc:docMk/>
            <pc:sldMk cId="457554112" sldId="336"/>
            <ac:spMk id="42" creationId="{85F0DCD8-5CE5-43F2-8F14-A3C291FD09FC}"/>
          </ac:spMkLst>
        </pc:spChg>
        <pc:spChg chg="del">
          <ac:chgData name="Deep Singh" userId="218171febb998cc3" providerId="LiveId" clId="{A631849A-FE2E-4D2F-A2E6-41A2D3869678}" dt="2020-04-02T16:30:04.865" v="11226"/>
          <ac:spMkLst>
            <pc:docMk/>
            <pc:sldMk cId="457554112" sldId="336"/>
            <ac:spMk id="43" creationId="{3447AAA0-9C72-4677-BA12-577ECFF49DDF}"/>
          </ac:spMkLst>
        </pc:spChg>
        <pc:spChg chg="del">
          <ac:chgData name="Deep Singh" userId="218171febb998cc3" providerId="LiveId" clId="{A631849A-FE2E-4D2F-A2E6-41A2D3869678}" dt="2020-04-02T16:30:04.865" v="11226"/>
          <ac:spMkLst>
            <pc:docMk/>
            <pc:sldMk cId="457554112" sldId="336"/>
            <ac:spMk id="44" creationId="{12417CA3-BBE3-46B6-9EA7-A3ED06EC4869}"/>
          </ac:spMkLst>
        </pc:spChg>
        <pc:spChg chg="del">
          <ac:chgData name="Deep Singh" userId="218171febb998cc3" providerId="LiveId" clId="{A631849A-FE2E-4D2F-A2E6-41A2D3869678}" dt="2020-04-02T16:30:04.865" v="11226"/>
          <ac:spMkLst>
            <pc:docMk/>
            <pc:sldMk cId="457554112" sldId="336"/>
            <ac:spMk id="45" creationId="{D9B2A598-686F-4934-86F6-61E812F62E58}"/>
          </ac:spMkLst>
        </pc:spChg>
        <pc:spChg chg="del">
          <ac:chgData name="Deep Singh" userId="218171febb998cc3" providerId="LiveId" clId="{A631849A-FE2E-4D2F-A2E6-41A2D3869678}" dt="2020-04-02T16:30:04.865" v="11226"/>
          <ac:spMkLst>
            <pc:docMk/>
            <pc:sldMk cId="457554112" sldId="336"/>
            <ac:spMk id="46" creationId="{4A8A7C2B-A7D3-460E-985E-E543E7719891}"/>
          </ac:spMkLst>
        </pc:spChg>
        <pc:spChg chg="del">
          <ac:chgData name="Deep Singh" userId="218171febb998cc3" providerId="LiveId" clId="{A631849A-FE2E-4D2F-A2E6-41A2D3869678}" dt="2020-04-02T16:30:04.865" v="11226"/>
          <ac:spMkLst>
            <pc:docMk/>
            <pc:sldMk cId="457554112" sldId="336"/>
            <ac:spMk id="47" creationId="{EC9AF94A-011C-43C1-8745-E01F866088FD}"/>
          </ac:spMkLst>
        </pc:spChg>
        <pc:spChg chg="del">
          <ac:chgData name="Deep Singh" userId="218171febb998cc3" providerId="LiveId" clId="{A631849A-FE2E-4D2F-A2E6-41A2D3869678}" dt="2020-04-02T16:30:04.865" v="11226"/>
          <ac:spMkLst>
            <pc:docMk/>
            <pc:sldMk cId="457554112" sldId="336"/>
            <ac:spMk id="48" creationId="{4B28B823-470B-4502-8822-FABD833FF0CE}"/>
          </ac:spMkLst>
        </pc:spChg>
        <pc:spChg chg="del">
          <ac:chgData name="Deep Singh" userId="218171febb998cc3" providerId="LiveId" clId="{A631849A-FE2E-4D2F-A2E6-41A2D3869678}" dt="2020-04-02T16:30:04.865" v="11226"/>
          <ac:spMkLst>
            <pc:docMk/>
            <pc:sldMk cId="457554112" sldId="336"/>
            <ac:spMk id="49" creationId="{A97428C9-B0DD-46B1-A05F-9F28EFFFA679}"/>
          </ac:spMkLst>
        </pc:spChg>
        <pc:spChg chg="add del">
          <ac:chgData name="Deep Singh" userId="218171febb998cc3" providerId="LiveId" clId="{A631849A-FE2E-4D2F-A2E6-41A2D3869678}" dt="2020-04-02T16:30:12.907" v="11241"/>
          <ac:spMkLst>
            <pc:docMk/>
            <pc:sldMk cId="457554112" sldId="336"/>
            <ac:spMk id="51" creationId="{BAE8A4CE-677A-4607-AE15-872E1AC15A4D}"/>
          </ac:spMkLst>
        </pc:spChg>
        <pc:spChg chg="add del">
          <ac:chgData name="Deep Singh" userId="218171febb998cc3" providerId="LiveId" clId="{A631849A-FE2E-4D2F-A2E6-41A2D3869678}" dt="2020-04-02T16:30:12.907" v="11241"/>
          <ac:spMkLst>
            <pc:docMk/>
            <pc:sldMk cId="457554112" sldId="336"/>
            <ac:spMk id="52" creationId="{3AEF6D51-55EF-4FA0-9E41-29A0168113E7}"/>
          </ac:spMkLst>
        </pc:spChg>
        <pc:spChg chg="add del">
          <ac:chgData name="Deep Singh" userId="218171febb998cc3" providerId="LiveId" clId="{A631849A-FE2E-4D2F-A2E6-41A2D3869678}" dt="2020-04-02T16:30:12.907" v="11241"/>
          <ac:spMkLst>
            <pc:docMk/>
            <pc:sldMk cId="457554112" sldId="336"/>
            <ac:spMk id="53" creationId="{EA161991-C00A-4E8A-9B53-7D607BF2BA58}"/>
          </ac:spMkLst>
        </pc:spChg>
        <pc:spChg chg="add del">
          <ac:chgData name="Deep Singh" userId="218171febb998cc3" providerId="LiveId" clId="{A631849A-FE2E-4D2F-A2E6-41A2D3869678}" dt="2020-04-02T16:30:12.907" v="11241"/>
          <ac:spMkLst>
            <pc:docMk/>
            <pc:sldMk cId="457554112" sldId="336"/>
            <ac:spMk id="54" creationId="{E3E85152-1777-4063-81F2-7B93E0E3F430}"/>
          </ac:spMkLst>
        </pc:spChg>
        <pc:spChg chg="add del">
          <ac:chgData name="Deep Singh" userId="218171febb998cc3" providerId="LiveId" clId="{A631849A-FE2E-4D2F-A2E6-41A2D3869678}" dt="2020-04-02T16:30:12.907" v="11241"/>
          <ac:spMkLst>
            <pc:docMk/>
            <pc:sldMk cId="457554112" sldId="336"/>
            <ac:spMk id="55" creationId="{2D33F03F-638C-4E3F-B1C4-0D2A94CBCB00}"/>
          </ac:spMkLst>
        </pc:spChg>
        <pc:spChg chg="add del">
          <ac:chgData name="Deep Singh" userId="218171febb998cc3" providerId="LiveId" clId="{A631849A-FE2E-4D2F-A2E6-41A2D3869678}" dt="2020-04-02T16:30:12.907" v="11241"/>
          <ac:spMkLst>
            <pc:docMk/>
            <pc:sldMk cId="457554112" sldId="336"/>
            <ac:spMk id="56" creationId="{D614CBD0-7F4E-4FC5-84D8-45DEB2950C36}"/>
          </ac:spMkLst>
        </pc:spChg>
        <pc:spChg chg="add del">
          <ac:chgData name="Deep Singh" userId="218171febb998cc3" providerId="LiveId" clId="{A631849A-FE2E-4D2F-A2E6-41A2D3869678}" dt="2020-04-02T16:30:12.907" v="11241"/>
          <ac:spMkLst>
            <pc:docMk/>
            <pc:sldMk cId="457554112" sldId="336"/>
            <ac:spMk id="82" creationId="{498A4391-F62B-4191-A182-4182BAD0DA47}"/>
          </ac:spMkLst>
        </pc:spChg>
        <pc:spChg chg="add del">
          <ac:chgData name="Deep Singh" userId="218171febb998cc3" providerId="LiveId" clId="{A631849A-FE2E-4D2F-A2E6-41A2D3869678}" dt="2020-04-02T16:30:12.907" v="11241"/>
          <ac:spMkLst>
            <pc:docMk/>
            <pc:sldMk cId="457554112" sldId="336"/>
            <ac:spMk id="83" creationId="{4B2ABE90-E69C-4D7F-9CA7-ABDC1BBB72AB}"/>
          </ac:spMkLst>
        </pc:spChg>
        <pc:spChg chg="add del">
          <ac:chgData name="Deep Singh" userId="218171febb998cc3" providerId="LiveId" clId="{A631849A-FE2E-4D2F-A2E6-41A2D3869678}" dt="2020-04-02T16:30:12.907" v="11241"/>
          <ac:spMkLst>
            <pc:docMk/>
            <pc:sldMk cId="457554112" sldId="336"/>
            <ac:spMk id="84" creationId="{3DC71328-F73C-4E7C-A664-3ACF81706D12}"/>
          </ac:spMkLst>
        </pc:spChg>
        <pc:spChg chg="add del">
          <ac:chgData name="Deep Singh" userId="218171febb998cc3" providerId="LiveId" clId="{A631849A-FE2E-4D2F-A2E6-41A2D3869678}" dt="2020-04-02T16:30:12.907" v="11241"/>
          <ac:spMkLst>
            <pc:docMk/>
            <pc:sldMk cId="457554112" sldId="336"/>
            <ac:spMk id="85" creationId="{922B26DE-4027-4DD0-83EC-C055B1542A5B}"/>
          </ac:spMkLst>
        </pc:spChg>
        <pc:spChg chg="add del">
          <ac:chgData name="Deep Singh" userId="218171febb998cc3" providerId="LiveId" clId="{A631849A-FE2E-4D2F-A2E6-41A2D3869678}" dt="2020-04-02T16:30:12.907" v="11241"/>
          <ac:spMkLst>
            <pc:docMk/>
            <pc:sldMk cId="457554112" sldId="336"/>
            <ac:spMk id="86" creationId="{ACEE72A5-554C-4CF6-BA34-43F410D80DA5}"/>
          </ac:spMkLst>
        </pc:spChg>
        <pc:spChg chg="add del">
          <ac:chgData name="Deep Singh" userId="218171febb998cc3" providerId="LiveId" clId="{A631849A-FE2E-4D2F-A2E6-41A2D3869678}" dt="2020-04-02T16:30:12.907" v="11241"/>
          <ac:spMkLst>
            <pc:docMk/>
            <pc:sldMk cId="457554112" sldId="336"/>
            <ac:spMk id="87" creationId="{A741D72F-C75E-49F7-B977-90CF57E0C3D6}"/>
          </ac:spMkLst>
        </pc:spChg>
        <pc:spChg chg="add del">
          <ac:chgData name="Deep Singh" userId="218171febb998cc3" providerId="LiveId" clId="{A631849A-FE2E-4D2F-A2E6-41A2D3869678}" dt="2020-04-02T16:30:12.907" v="11241"/>
          <ac:spMkLst>
            <pc:docMk/>
            <pc:sldMk cId="457554112" sldId="336"/>
            <ac:spMk id="88" creationId="{9FC129F9-0633-4107-9FC4-56403BB1DEE5}"/>
          </ac:spMkLst>
        </pc:spChg>
        <pc:spChg chg="add del">
          <ac:chgData name="Deep Singh" userId="218171febb998cc3" providerId="LiveId" clId="{A631849A-FE2E-4D2F-A2E6-41A2D3869678}" dt="2020-04-02T16:30:12.907" v="11241"/>
          <ac:spMkLst>
            <pc:docMk/>
            <pc:sldMk cId="457554112" sldId="336"/>
            <ac:spMk id="89" creationId="{333755E8-CEDA-471D-B3E9-80592AC5285B}"/>
          </ac:spMkLst>
        </pc:spChg>
        <pc:spChg chg="add del">
          <ac:chgData name="Deep Singh" userId="218171febb998cc3" providerId="LiveId" clId="{A631849A-FE2E-4D2F-A2E6-41A2D3869678}" dt="2020-04-02T16:30:12.907" v="11241"/>
          <ac:spMkLst>
            <pc:docMk/>
            <pc:sldMk cId="457554112" sldId="336"/>
            <ac:spMk id="90" creationId="{152FC855-9AD8-4C1C-88A7-1A9A8EE564D3}"/>
          </ac:spMkLst>
        </pc:spChg>
        <pc:spChg chg="add del">
          <ac:chgData name="Deep Singh" userId="218171febb998cc3" providerId="LiveId" clId="{A631849A-FE2E-4D2F-A2E6-41A2D3869678}" dt="2020-04-02T16:30:12.907" v="11241"/>
          <ac:spMkLst>
            <pc:docMk/>
            <pc:sldMk cId="457554112" sldId="336"/>
            <ac:spMk id="91" creationId="{65C28CDB-4762-4387-A469-35D57DCCB597}"/>
          </ac:spMkLst>
        </pc:spChg>
        <pc:spChg chg="add del">
          <ac:chgData name="Deep Singh" userId="218171febb998cc3" providerId="LiveId" clId="{A631849A-FE2E-4D2F-A2E6-41A2D3869678}" dt="2020-04-02T16:30:12.907" v="11241"/>
          <ac:spMkLst>
            <pc:docMk/>
            <pc:sldMk cId="457554112" sldId="336"/>
            <ac:spMk id="92" creationId="{54EE8632-49AD-4102-822D-B4E967CC5AE9}"/>
          </ac:spMkLst>
        </pc:spChg>
        <pc:spChg chg="add del">
          <ac:chgData name="Deep Singh" userId="218171febb998cc3" providerId="LiveId" clId="{A631849A-FE2E-4D2F-A2E6-41A2D3869678}" dt="2020-04-02T16:30:12.907" v="11241"/>
          <ac:spMkLst>
            <pc:docMk/>
            <pc:sldMk cId="457554112" sldId="336"/>
            <ac:spMk id="93" creationId="{CD410233-C08D-4F38-9D79-DC293CA5EF72}"/>
          </ac:spMkLst>
        </pc:spChg>
        <pc:spChg chg="add del">
          <ac:chgData name="Deep Singh" userId="218171febb998cc3" providerId="LiveId" clId="{A631849A-FE2E-4D2F-A2E6-41A2D3869678}" dt="2020-04-02T16:30:12.907" v="11241"/>
          <ac:spMkLst>
            <pc:docMk/>
            <pc:sldMk cId="457554112" sldId="336"/>
            <ac:spMk id="94" creationId="{3FD03135-647B-4E3B-AA50-300DAD129F84}"/>
          </ac:spMkLst>
        </pc:spChg>
        <pc:spChg chg="add del mod">
          <ac:chgData name="Deep Singh" userId="218171febb998cc3" providerId="LiveId" clId="{A631849A-FE2E-4D2F-A2E6-41A2D3869678}" dt="2020-04-02T16:30:12.907" v="11241"/>
          <ac:spMkLst>
            <pc:docMk/>
            <pc:sldMk cId="457554112" sldId="336"/>
            <ac:spMk id="95" creationId="{2D7A29D5-6120-4C86-BAEC-81355BBEA220}"/>
          </ac:spMkLst>
        </pc:spChg>
        <pc:spChg chg="add del">
          <ac:chgData name="Deep Singh" userId="218171febb998cc3" providerId="LiveId" clId="{A631849A-FE2E-4D2F-A2E6-41A2D3869678}" dt="2020-04-02T16:30:12.907" v="11241"/>
          <ac:spMkLst>
            <pc:docMk/>
            <pc:sldMk cId="457554112" sldId="336"/>
            <ac:spMk id="96" creationId="{DCF8048B-CCB1-43F5-A4C9-9A979E1ABBEE}"/>
          </ac:spMkLst>
        </pc:spChg>
        <pc:spChg chg="add del mod">
          <ac:chgData name="Deep Singh" userId="218171febb998cc3" providerId="LiveId" clId="{A631849A-FE2E-4D2F-A2E6-41A2D3869678}" dt="2020-04-02T16:30:12.907" v="11241"/>
          <ac:spMkLst>
            <pc:docMk/>
            <pc:sldMk cId="457554112" sldId="336"/>
            <ac:spMk id="97" creationId="{786EA9B8-2230-4CAD-899F-23286268C017}"/>
          </ac:spMkLst>
        </pc:spChg>
        <pc:spChg chg="add del">
          <ac:chgData name="Deep Singh" userId="218171febb998cc3" providerId="LiveId" clId="{A631849A-FE2E-4D2F-A2E6-41A2D3869678}" dt="2020-04-02T16:30:12.907" v="11241"/>
          <ac:spMkLst>
            <pc:docMk/>
            <pc:sldMk cId="457554112" sldId="336"/>
            <ac:spMk id="98" creationId="{A27353E8-8455-4266-BD6A-35C028A35AC3}"/>
          </ac:spMkLst>
        </pc:spChg>
        <pc:spChg chg="add del mod">
          <ac:chgData name="Deep Singh" userId="218171febb998cc3" providerId="LiveId" clId="{A631849A-FE2E-4D2F-A2E6-41A2D3869678}" dt="2020-04-02T16:30:12.907" v="11241"/>
          <ac:spMkLst>
            <pc:docMk/>
            <pc:sldMk cId="457554112" sldId="336"/>
            <ac:spMk id="99" creationId="{A0A72F5B-6A6B-47F9-A804-252D41731728}"/>
          </ac:spMkLst>
        </pc:spChg>
        <pc:spChg chg="add del">
          <ac:chgData name="Deep Singh" userId="218171febb998cc3" providerId="LiveId" clId="{A631849A-FE2E-4D2F-A2E6-41A2D3869678}" dt="2020-04-02T16:30:12.907" v="11241"/>
          <ac:spMkLst>
            <pc:docMk/>
            <pc:sldMk cId="457554112" sldId="336"/>
            <ac:spMk id="100" creationId="{8770BE61-89AD-466A-B696-2EBD8972A465}"/>
          </ac:spMkLst>
        </pc:spChg>
        <pc:spChg chg="add del mod">
          <ac:chgData name="Deep Singh" userId="218171febb998cc3" providerId="LiveId" clId="{A631849A-FE2E-4D2F-A2E6-41A2D3869678}" dt="2020-04-02T16:30:12.907" v="11241"/>
          <ac:spMkLst>
            <pc:docMk/>
            <pc:sldMk cId="457554112" sldId="336"/>
            <ac:spMk id="101" creationId="{B0A39DD1-312A-4C32-960D-7B3377EB2BB0}"/>
          </ac:spMkLst>
        </pc:spChg>
        <pc:spChg chg="add del">
          <ac:chgData name="Deep Singh" userId="218171febb998cc3" providerId="LiveId" clId="{A631849A-FE2E-4D2F-A2E6-41A2D3869678}" dt="2020-04-02T16:30:12.907" v="11241"/>
          <ac:spMkLst>
            <pc:docMk/>
            <pc:sldMk cId="457554112" sldId="336"/>
            <ac:spMk id="102" creationId="{224FCBB4-9F24-4576-95C0-1722ED40C107}"/>
          </ac:spMkLst>
        </pc:spChg>
        <pc:spChg chg="add del mod">
          <ac:chgData name="Deep Singh" userId="218171febb998cc3" providerId="LiveId" clId="{A631849A-FE2E-4D2F-A2E6-41A2D3869678}" dt="2020-04-02T16:30:12.907" v="11241"/>
          <ac:spMkLst>
            <pc:docMk/>
            <pc:sldMk cId="457554112" sldId="336"/>
            <ac:spMk id="103" creationId="{98D838B1-BAF6-4644-9B2E-C407E8B575A9}"/>
          </ac:spMkLst>
        </pc:spChg>
        <pc:spChg chg="add del">
          <ac:chgData name="Deep Singh" userId="218171febb998cc3" providerId="LiveId" clId="{A631849A-FE2E-4D2F-A2E6-41A2D3869678}" dt="2020-04-02T16:30:12.907" v="11241"/>
          <ac:spMkLst>
            <pc:docMk/>
            <pc:sldMk cId="457554112" sldId="336"/>
            <ac:spMk id="104" creationId="{6A6C37C6-2135-4E96-BA44-4962C5CBA652}"/>
          </ac:spMkLst>
        </pc:spChg>
        <pc:spChg chg="add del mod">
          <ac:chgData name="Deep Singh" userId="218171febb998cc3" providerId="LiveId" clId="{A631849A-FE2E-4D2F-A2E6-41A2D3869678}" dt="2020-04-02T16:30:12.907" v="11241"/>
          <ac:spMkLst>
            <pc:docMk/>
            <pc:sldMk cId="457554112" sldId="336"/>
            <ac:spMk id="105" creationId="{1031A59B-118F-4DCD-8254-3B2A9AC7B3D8}"/>
          </ac:spMkLst>
        </pc:spChg>
        <pc:spChg chg="add del">
          <ac:chgData name="Deep Singh" userId="218171febb998cc3" providerId="LiveId" clId="{A631849A-FE2E-4D2F-A2E6-41A2D3869678}" dt="2020-04-02T16:30:12.907" v="11241"/>
          <ac:spMkLst>
            <pc:docMk/>
            <pc:sldMk cId="457554112" sldId="336"/>
            <ac:spMk id="106" creationId="{5095D1B4-99F4-4031-9420-E2D5ED805BEA}"/>
          </ac:spMkLst>
        </pc:spChg>
        <pc:spChg chg="add del mod">
          <ac:chgData name="Deep Singh" userId="218171febb998cc3" providerId="LiveId" clId="{A631849A-FE2E-4D2F-A2E6-41A2D3869678}" dt="2020-04-02T16:30:12.907" v="11241"/>
          <ac:spMkLst>
            <pc:docMk/>
            <pc:sldMk cId="457554112" sldId="336"/>
            <ac:spMk id="107" creationId="{802844A8-EA24-4DA0-B66F-A5E59F1F31A3}"/>
          </ac:spMkLst>
        </pc:spChg>
        <pc:spChg chg="add del">
          <ac:chgData name="Deep Singh" userId="218171febb998cc3" providerId="LiveId" clId="{A631849A-FE2E-4D2F-A2E6-41A2D3869678}" dt="2020-04-02T16:30:12.907" v="11241"/>
          <ac:spMkLst>
            <pc:docMk/>
            <pc:sldMk cId="457554112" sldId="336"/>
            <ac:spMk id="108" creationId="{C1EC387D-6DF3-40AB-A821-423F4D04DA1A}"/>
          </ac:spMkLst>
        </pc:spChg>
        <pc:spChg chg="add del mod">
          <ac:chgData name="Deep Singh" userId="218171febb998cc3" providerId="LiveId" clId="{A631849A-FE2E-4D2F-A2E6-41A2D3869678}" dt="2020-04-02T16:30:12.907" v="11241"/>
          <ac:spMkLst>
            <pc:docMk/>
            <pc:sldMk cId="457554112" sldId="336"/>
            <ac:spMk id="109" creationId="{AF15CA0A-E631-415B-A8AF-2D19654AB0A3}"/>
          </ac:spMkLst>
        </pc:spChg>
        <pc:spChg chg="add del">
          <ac:chgData name="Deep Singh" userId="218171febb998cc3" providerId="LiveId" clId="{A631849A-FE2E-4D2F-A2E6-41A2D3869678}" dt="2020-04-02T16:30:12.907" v="11241"/>
          <ac:spMkLst>
            <pc:docMk/>
            <pc:sldMk cId="457554112" sldId="336"/>
            <ac:spMk id="110" creationId="{1675D045-5D18-44EA-9A6D-1061769ADB9A}"/>
          </ac:spMkLst>
        </pc:spChg>
        <pc:spChg chg="add del mod">
          <ac:chgData name="Deep Singh" userId="218171febb998cc3" providerId="LiveId" clId="{A631849A-FE2E-4D2F-A2E6-41A2D3869678}" dt="2020-04-02T16:30:12.907" v="11241"/>
          <ac:spMkLst>
            <pc:docMk/>
            <pc:sldMk cId="457554112" sldId="336"/>
            <ac:spMk id="111" creationId="{921B52F0-84CD-46DE-86B7-DC135219EC30}"/>
          </ac:spMkLst>
        </pc:spChg>
        <pc:spChg chg="add del">
          <ac:chgData name="Deep Singh" userId="218171febb998cc3" providerId="LiveId" clId="{A631849A-FE2E-4D2F-A2E6-41A2D3869678}" dt="2020-04-02T16:30:12.907" v="11241"/>
          <ac:spMkLst>
            <pc:docMk/>
            <pc:sldMk cId="457554112" sldId="336"/>
            <ac:spMk id="112" creationId="{9F845C76-6DED-47AF-86E6-B36EFF8A5009}"/>
          </ac:spMkLst>
        </pc:spChg>
        <pc:spChg chg="add del mod">
          <ac:chgData name="Deep Singh" userId="218171febb998cc3" providerId="LiveId" clId="{A631849A-FE2E-4D2F-A2E6-41A2D3869678}" dt="2020-04-02T16:30:12.907" v="11241"/>
          <ac:spMkLst>
            <pc:docMk/>
            <pc:sldMk cId="457554112" sldId="336"/>
            <ac:spMk id="113" creationId="{23405B03-F263-461C-A455-D2554E2D8FD3}"/>
          </ac:spMkLst>
        </pc:spChg>
        <pc:spChg chg="add del">
          <ac:chgData name="Deep Singh" userId="218171febb998cc3" providerId="LiveId" clId="{A631849A-FE2E-4D2F-A2E6-41A2D3869678}" dt="2020-04-02T16:30:12.907" v="11241"/>
          <ac:spMkLst>
            <pc:docMk/>
            <pc:sldMk cId="457554112" sldId="336"/>
            <ac:spMk id="114" creationId="{E679DD75-EEC1-4259-96A3-5798C6A671D6}"/>
          </ac:spMkLst>
        </pc:spChg>
        <pc:spChg chg="add del mod">
          <ac:chgData name="Deep Singh" userId="218171febb998cc3" providerId="LiveId" clId="{A631849A-FE2E-4D2F-A2E6-41A2D3869678}" dt="2020-04-02T16:30:12.907" v="11241"/>
          <ac:spMkLst>
            <pc:docMk/>
            <pc:sldMk cId="457554112" sldId="336"/>
            <ac:spMk id="115" creationId="{B93A5EE9-F70F-436B-8C5F-F899EA445F26}"/>
          </ac:spMkLst>
        </pc:spChg>
        <pc:spChg chg="add del">
          <ac:chgData name="Deep Singh" userId="218171febb998cc3" providerId="LiveId" clId="{A631849A-FE2E-4D2F-A2E6-41A2D3869678}" dt="2020-04-02T16:30:12.907" v="11241"/>
          <ac:spMkLst>
            <pc:docMk/>
            <pc:sldMk cId="457554112" sldId="336"/>
            <ac:spMk id="116" creationId="{9721D1CF-2847-4D44-8DAA-CF993BF45176}"/>
          </ac:spMkLst>
        </pc:spChg>
        <pc:spChg chg="add del mod">
          <ac:chgData name="Deep Singh" userId="218171febb998cc3" providerId="LiveId" clId="{A631849A-FE2E-4D2F-A2E6-41A2D3869678}" dt="2020-04-02T16:30:12.907" v="11241"/>
          <ac:spMkLst>
            <pc:docMk/>
            <pc:sldMk cId="457554112" sldId="336"/>
            <ac:spMk id="117" creationId="{7C5A1436-D714-4F1E-A0C5-E02F29703356}"/>
          </ac:spMkLst>
        </pc:spChg>
        <pc:spChg chg="add del">
          <ac:chgData name="Deep Singh" userId="218171febb998cc3" providerId="LiveId" clId="{A631849A-FE2E-4D2F-A2E6-41A2D3869678}" dt="2020-04-02T16:30:12.907" v="11241"/>
          <ac:spMkLst>
            <pc:docMk/>
            <pc:sldMk cId="457554112" sldId="336"/>
            <ac:spMk id="118" creationId="{631C907B-9A12-4B75-868B-9844C98001D2}"/>
          </ac:spMkLst>
        </pc:spChg>
        <pc:spChg chg="add del">
          <ac:chgData name="Deep Singh" userId="218171febb998cc3" providerId="LiveId" clId="{A631849A-FE2E-4D2F-A2E6-41A2D3869678}" dt="2020-04-02T16:30:12.907" v="11241"/>
          <ac:spMkLst>
            <pc:docMk/>
            <pc:sldMk cId="457554112" sldId="336"/>
            <ac:spMk id="119" creationId="{113380E0-5ABC-428B-9771-F90E912DD3FA}"/>
          </ac:spMkLst>
        </pc:spChg>
        <pc:spChg chg="add del">
          <ac:chgData name="Deep Singh" userId="218171febb998cc3" providerId="LiveId" clId="{A631849A-FE2E-4D2F-A2E6-41A2D3869678}" dt="2020-04-02T16:30:12.907" v="11241"/>
          <ac:spMkLst>
            <pc:docMk/>
            <pc:sldMk cId="457554112" sldId="336"/>
            <ac:spMk id="120" creationId="{9F04B12D-9811-4B98-882B-02522D367D53}"/>
          </ac:spMkLst>
        </pc:spChg>
        <pc:spChg chg="add del">
          <ac:chgData name="Deep Singh" userId="218171febb998cc3" providerId="LiveId" clId="{A631849A-FE2E-4D2F-A2E6-41A2D3869678}" dt="2020-04-02T16:30:12.907" v="11241"/>
          <ac:spMkLst>
            <pc:docMk/>
            <pc:sldMk cId="457554112" sldId="336"/>
            <ac:spMk id="121" creationId="{7B403A0E-38F9-47A1-A78D-D196BF1252E6}"/>
          </ac:spMkLst>
        </pc:spChg>
        <pc:spChg chg="add del">
          <ac:chgData name="Deep Singh" userId="218171febb998cc3" providerId="LiveId" clId="{A631849A-FE2E-4D2F-A2E6-41A2D3869678}" dt="2020-04-02T16:30:12.907" v="11241"/>
          <ac:spMkLst>
            <pc:docMk/>
            <pc:sldMk cId="457554112" sldId="336"/>
            <ac:spMk id="122" creationId="{EF080C1A-7465-49CA-8146-5A1485FE8471}"/>
          </ac:spMkLst>
        </pc:spChg>
        <pc:spChg chg="add del">
          <ac:chgData name="Deep Singh" userId="218171febb998cc3" providerId="LiveId" clId="{A631849A-FE2E-4D2F-A2E6-41A2D3869678}" dt="2020-04-02T16:30:12.907" v="11241"/>
          <ac:spMkLst>
            <pc:docMk/>
            <pc:sldMk cId="457554112" sldId="336"/>
            <ac:spMk id="123" creationId="{5C0905A6-CE26-4E41-8F6D-77C62A9BB79F}"/>
          </ac:spMkLst>
        </pc:spChg>
        <pc:spChg chg="add del">
          <ac:chgData name="Deep Singh" userId="218171febb998cc3" providerId="LiveId" clId="{A631849A-FE2E-4D2F-A2E6-41A2D3869678}" dt="2020-04-02T16:30:12.907" v="11241"/>
          <ac:spMkLst>
            <pc:docMk/>
            <pc:sldMk cId="457554112" sldId="336"/>
            <ac:spMk id="124" creationId="{9D104E9C-02FC-48CE-A4BF-8804B2E7AB22}"/>
          </ac:spMkLst>
        </pc:spChg>
        <pc:spChg chg="add del">
          <ac:chgData name="Deep Singh" userId="218171febb998cc3" providerId="LiveId" clId="{A631849A-FE2E-4D2F-A2E6-41A2D3869678}" dt="2020-04-02T16:30:12.907" v="11241"/>
          <ac:spMkLst>
            <pc:docMk/>
            <pc:sldMk cId="457554112" sldId="336"/>
            <ac:spMk id="125" creationId="{3090735F-61BE-4F78-AAFF-1BF2F37C4F73}"/>
          </ac:spMkLst>
        </pc:spChg>
        <pc:spChg chg="add del">
          <ac:chgData name="Deep Singh" userId="218171febb998cc3" providerId="LiveId" clId="{A631849A-FE2E-4D2F-A2E6-41A2D3869678}" dt="2020-04-02T16:30:12.907" v="11241"/>
          <ac:spMkLst>
            <pc:docMk/>
            <pc:sldMk cId="457554112" sldId="336"/>
            <ac:spMk id="126" creationId="{DA53EDB4-5DFD-49DC-96F5-4EF4306268F9}"/>
          </ac:spMkLst>
        </pc:spChg>
        <pc:spChg chg="add del">
          <ac:chgData name="Deep Singh" userId="218171febb998cc3" providerId="LiveId" clId="{A631849A-FE2E-4D2F-A2E6-41A2D3869678}" dt="2020-04-02T16:30:12.907" v="11241"/>
          <ac:spMkLst>
            <pc:docMk/>
            <pc:sldMk cId="457554112" sldId="336"/>
            <ac:spMk id="127" creationId="{9BDA52FC-3581-42C4-ADD8-F224D018C306}"/>
          </ac:spMkLst>
        </pc:spChg>
        <pc:spChg chg="add del mod">
          <ac:chgData name="Deep Singh" userId="218171febb998cc3" providerId="LiveId" clId="{A631849A-FE2E-4D2F-A2E6-41A2D3869678}" dt="2020-04-02T17:42:04.438" v="13007" actId="478"/>
          <ac:spMkLst>
            <pc:docMk/>
            <pc:sldMk cId="457554112" sldId="336"/>
            <ac:spMk id="129" creationId="{A17EEC17-B2A9-49A8-ABB6-5F232304A22C}"/>
          </ac:spMkLst>
        </pc:spChg>
        <pc:spChg chg="add mod">
          <ac:chgData name="Deep Singh" userId="218171febb998cc3" providerId="LiveId" clId="{A631849A-FE2E-4D2F-A2E6-41A2D3869678}" dt="2020-04-02T17:39:44.900" v="12959" actId="207"/>
          <ac:spMkLst>
            <pc:docMk/>
            <pc:sldMk cId="457554112" sldId="336"/>
            <ac:spMk id="130" creationId="{FB7A65AA-AB31-488C-A688-057852F2E0F1}"/>
          </ac:spMkLst>
        </pc:spChg>
        <pc:spChg chg="add mod">
          <ac:chgData name="Deep Singh" userId="218171febb998cc3" providerId="LiveId" clId="{A631849A-FE2E-4D2F-A2E6-41A2D3869678}" dt="2020-04-02T17:03:21.768" v="12128" actId="14100"/>
          <ac:spMkLst>
            <pc:docMk/>
            <pc:sldMk cId="457554112" sldId="336"/>
            <ac:spMk id="131" creationId="{7BF2789E-68BC-4A0E-83D9-AE4FCC5A3DEB}"/>
          </ac:spMkLst>
        </pc:spChg>
        <pc:spChg chg="add mod">
          <ac:chgData name="Deep Singh" userId="218171febb998cc3" providerId="LiveId" clId="{A631849A-FE2E-4D2F-A2E6-41A2D3869678}" dt="2020-04-02T17:42:28.380" v="13083" actId="1037"/>
          <ac:spMkLst>
            <pc:docMk/>
            <pc:sldMk cId="457554112" sldId="336"/>
            <ac:spMk id="132" creationId="{8776A2E8-46A4-45AB-B878-742BF3499227}"/>
          </ac:spMkLst>
        </pc:spChg>
        <pc:spChg chg="add mod">
          <ac:chgData name="Deep Singh" userId="218171febb998cc3" providerId="LiveId" clId="{A631849A-FE2E-4D2F-A2E6-41A2D3869678}" dt="2020-04-02T17:27:28.891" v="12661" actId="20577"/>
          <ac:spMkLst>
            <pc:docMk/>
            <pc:sldMk cId="457554112" sldId="336"/>
            <ac:spMk id="133" creationId="{02A05340-19ED-41C2-86B6-4626CB3F32E4}"/>
          </ac:spMkLst>
        </pc:spChg>
        <pc:spChg chg="add mod">
          <ac:chgData name="Deep Singh" userId="218171febb998cc3" providerId="LiveId" clId="{A631849A-FE2E-4D2F-A2E6-41A2D3869678}" dt="2020-04-02T17:27:42.325" v="12681" actId="20577"/>
          <ac:spMkLst>
            <pc:docMk/>
            <pc:sldMk cId="457554112" sldId="336"/>
            <ac:spMk id="134" creationId="{690B676B-2947-4464-8597-CF50D7B4B2F8}"/>
          </ac:spMkLst>
        </pc:spChg>
        <pc:spChg chg="add del mod">
          <ac:chgData name="Deep Singh" userId="218171febb998cc3" providerId="LiveId" clId="{A631849A-FE2E-4D2F-A2E6-41A2D3869678}" dt="2020-04-02T17:05:03.792" v="12219" actId="20577"/>
          <ac:spMkLst>
            <pc:docMk/>
            <pc:sldMk cId="457554112" sldId="336"/>
            <ac:spMk id="160" creationId="{3680989D-F517-43B7-9396-42E1897E2C10}"/>
          </ac:spMkLst>
        </pc:spChg>
        <pc:spChg chg="add del mod">
          <ac:chgData name="Deep Singh" userId="218171febb998cc3" providerId="LiveId" clId="{A631849A-FE2E-4D2F-A2E6-41A2D3869678}" dt="2020-04-02T17:42:57.383" v="13088" actId="478"/>
          <ac:spMkLst>
            <pc:docMk/>
            <pc:sldMk cId="457554112" sldId="336"/>
            <ac:spMk id="161" creationId="{8718D3B2-3887-4918-8064-A178827DDA0B}"/>
          </ac:spMkLst>
        </pc:spChg>
        <pc:spChg chg="add del mod">
          <ac:chgData name="Deep Singh" userId="218171febb998cc3" providerId="LiveId" clId="{A631849A-FE2E-4D2F-A2E6-41A2D3869678}" dt="2020-04-02T17:21:43.414" v="12535" actId="478"/>
          <ac:spMkLst>
            <pc:docMk/>
            <pc:sldMk cId="457554112" sldId="336"/>
            <ac:spMk id="162" creationId="{831D7826-EAA9-435D-BCCD-5C18B21191E0}"/>
          </ac:spMkLst>
        </pc:spChg>
        <pc:spChg chg="add del">
          <ac:chgData name="Deep Singh" userId="218171febb998cc3" providerId="LiveId" clId="{A631849A-FE2E-4D2F-A2E6-41A2D3869678}" dt="2020-04-02T17:05:06.606" v="12220" actId="478"/>
          <ac:spMkLst>
            <pc:docMk/>
            <pc:sldMk cId="457554112" sldId="336"/>
            <ac:spMk id="163" creationId="{3B95BEBB-A3A4-4D79-AFBA-481F79043F50}"/>
          </ac:spMkLst>
        </pc:spChg>
        <pc:spChg chg="add del mod">
          <ac:chgData name="Deep Singh" userId="218171febb998cc3" providerId="LiveId" clId="{A631849A-FE2E-4D2F-A2E6-41A2D3869678}" dt="2020-04-02T17:48:08.643" v="13278" actId="478"/>
          <ac:spMkLst>
            <pc:docMk/>
            <pc:sldMk cId="457554112" sldId="336"/>
            <ac:spMk id="164" creationId="{EBB36904-17B7-402E-AE2F-53E601467FCC}"/>
          </ac:spMkLst>
        </pc:spChg>
        <pc:spChg chg="add mod">
          <ac:chgData name="Deep Singh" userId="218171febb998cc3" providerId="LiveId" clId="{A631849A-FE2E-4D2F-A2E6-41A2D3869678}" dt="2020-04-02T17:42:48.240" v="13086" actId="20577"/>
          <ac:spMkLst>
            <pc:docMk/>
            <pc:sldMk cId="457554112" sldId="336"/>
            <ac:spMk id="165" creationId="{03E9BA6D-8E7F-49B9-B598-DA8819EFC563}"/>
          </ac:spMkLst>
        </pc:spChg>
        <pc:spChg chg="add">
          <ac:chgData name="Deep Singh" userId="218171febb998cc3" providerId="LiveId" clId="{A631849A-FE2E-4D2F-A2E6-41A2D3869678}" dt="2020-04-02T16:30:12.982" v="11242"/>
          <ac:spMkLst>
            <pc:docMk/>
            <pc:sldMk cId="457554112" sldId="336"/>
            <ac:spMk id="166" creationId="{97777D3E-2D38-41F5-84CF-1FF3378F0E5B}"/>
          </ac:spMkLst>
        </pc:spChg>
        <pc:spChg chg="add mod">
          <ac:chgData name="Deep Singh" userId="218171febb998cc3" providerId="LiveId" clId="{A631849A-FE2E-4D2F-A2E6-41A2D3869678}" dt="2020-04-02T17:47:59.917" v="13277" actId="1076"/>
          <ac:spMkLst>
            <pc:docMk/>
            <pc:sldMk cId="457554112" sldId="336"/>
            <ac:spMk id="167" creationId="{39F5B588-74F2-49FF-BE67-3243FED0C6F0}"/>
          </ac:spMkLst>
        </pc:spChg>
        <pc:spChg chg="add del mod">
          <ac:chgData name="Deep Singh" userId="218171febb998cc3" providerId="LiveId" clId="{A631849A-FE2E-4D2F-A2E6-41A2D3869678}" dt="2020-04-02T17:42:54.555" v="13087" actId="478"/>
          <ac:spMkLst>
            <pc:docMk/>
            <pc:sldMk cId="457554112" sldId="336"/>
            <ac:spMk id="168" creationId="{CA4AD350-6C4A-4DF7-885F-D23F8E383FE8}"/>
          </ac:spMkLst>
        </pc:spChg>
        <pc:spChg chg="add mod">
          <ac:chgData name="Deep Singh" userId="218171febb998cc3" providerId="LiveId" clId="{A631849A-FE2E-4D2F-A2E6-41A2D3869678}" dt="2020-04-02T17:48:35.200" v="13297" actId="1076"/>
          <ac:spMkLst>
            <pc:docMk/>
            <pc:sldMk cId="457554112" sldId="336"/>
            <ac:spMk id="169" creationId="{46BB3E4C-6A22-4F94-B31A-2AFA240FACB5}"/>
          </ac:spMkLst>
        </pc:spChg>
        <pc:spChg chg="add del">
          <ac:chgData name="Deep Singh" userId="218171febb998cc3" providerId="LiveId" clId="{A631849A-FE2E-4D2F-A2E6-41A2D3869678}" dt="2020-04-02T17:13:57.353" v="12402" actId="478"/>
          <ac:spMkLst>
            <pc:docMk/>
            <pc:sldMk cId="457554112" sldId="336"/>
            <ac:spMk id="170" creationId="{A246E04D-23CD-4F17-91B7-A305AD37A85B}"/>
          </ac:spMkLst>
        </pc:spChg>
        <pc:spChg chg="add del mod">
          <ac:chgData name="Deep Singh" userId="218171febb998cc3" providerId="LiveId" clId="{A631849A-FE2E-4D2F-A2E6-41A2D3869678}" dt="2020-04-02T17:41:59.496" v="13005" actId="478"/>
          <ac:spMkLst>
            <pc:docMk/>
            <pc:sldMk cId="457554112" sldId="336"/>
            <ac:spMk id="171" creationId="{491F6146-770D-4F2F-8EE1-CC7E8458BAC2}"/>
          </ac:spMkLst>
        </pc:spChg>
        <pc:spChg chg="add del">
          <ac:chgData name="Deep Singh" userId="218171febb998cc3" providerId="LiveId" clId="{A631849A-FE2E-4D2F-A2E6-41A2D3869678}" dt="2020-04-02T17:05:26.817" v="12229" actId="478"/>
          <ac:spMkLst>
            <pc:docMk/>
            <pc:sldMk cId="457554112" sldId="336"/>
            <ac:spMk id="172" creationId="{BE21B782-DC21-4D08-993C-9101E482415A}"/>
          </ac:spMkLst>
        </pc:spChg>
        <pc:spChg chg="add del mod">
          <ac:chgData name="Deep Singh" userId="218171febb998cc3" providerId="LiveId" clId="{A631849A-FE2E-4D2F-A2E6-41A2D3869678}" dt="2020-04-02T17:00:10.932" v="12054" actId="478"/>
          <ac:spMkLst>
            <pc:docMk/>
            <pc:sldMk cId="457554112" sldId="336"/>
            <ac:spMk id="173" creationId="{F2978428-8DD5-4D45-88AF-FEF5E281599C}"/>
          </ac:spMkLst>
        </pc:spChg>
        <pc:spChg chg="add del">
          <ac:chgData name="Deep Singh" userId="218171febb998cc3" providerId="LiveId" clId="{A631849A-FE2E-4D2F-A2E6-41A2D3869678}" dt="2020-04-02T17:00:10.932" v="12054" actId="478"/>
          <ac:spMkLst>
            <pc:docMk/>
            <pc:sldMk cId="457554112" sldId="336"/>
            <ac:spMk id="174" creationId="{E9E67F39-611C-431F-90DD-8929A3F231B0}"/>
          </ac:spMkLst>
        </pc:spChg>
        <pc:spChg chg="add del mod">
          <ac:chgData name="Deep Singh" userId="218171febb998cc3" providerId="LiveId" clId="{A631849A-FE2E-4D2F-A2E6-41A2D3869678}" dt="2020-04-02T17:00:10.932" v="12054" actId="478"/>
          <ac:spMkLst>
            <pc:docMk/>
            <pc:sldMk cId="457554112" sldId="336"/>
            <ac:spMk id="175" creationId="{450E8DB1-516B-4BD3-8144-EFC94AC00A3F}"/>
          </ac:spMkLst>
        </pc:spChg>
        <pc:spChg chg="add del">
          <ac:chgData name="Deep Singh" userId="218171febb998cc3" providerId="LiveId" clId="{A631849A-FE2E-4D2F-A2E6-41A2D3869678}" dt="2020-04-02T17:00:10.932" v="12054" actId="478"/>
          <ac:spMkLst>
            <pc:docMk/>
            <pc:sldMk cId="457554112" sldId="336"/>
            <ac:spMk id="176" creationId="{ABB9BA95-DD35-4EB2-84DC-A55FB34270C2}"/>
          </ac:spMkLst>
        </pc:spChg>
        <pc:spChg chg="add del mod">
          <ac:chgData name="Deep Singh" userId="218171febb998cc3" providerId="LiveId" clId="{A631849A-FE2E-4D2F-A2E6-41A2D3869678}" dt="2020-04-02T17:00:10.932" v="12054" actId="478"/>
          <ac:spMkLst>
            <pc:docMk/>
            <pc:sldMk cId="457554112" sldId="336"/>
            <ac:spMk id="177" creationId="{30291350-F413-46A8-AE39-2FAF3B2A0C2D}"/>
          </ac:spMkLst>
        </pc:spChg>
        <pc:spChg chg="add del">
          <ac:chgData name="Deep Singh" userId="218171febb998cc3" providerId="LiveId" clId="{A631849A-FE2E-4D2F-A2E6-41A2D3869678}" dt="2020-04-02T17:00:10.932" v="12054" actId="478"/>
          <ac:spMkLst>
            <pc:docMk/>
            <pc:sldMk cId="457554112" sldId="336"/>
            <ac:spMk id="178" creationId="{C90CAC8D-0BB3-413B-BEB1-B92B7BE0A7DA}"/>
          </ac:spMkLst>
        </pc:spChg>
        <pc:spChg chg="add del mod">
          <ac:chgData name="Deep Singh" userId="218171febb998cc3" providerId="LiveId" clId="{A631849A-FE2E-4D2F-A2E6-41A2D3869678}" dt="2020-04-02T17:00:10.932" v="12054" actId="478"/>
          <ac:spMkLst>
            <pc:docMk/>
            <pc:sldMk cId="457554112" sldId="336"/>
            <ac:spMk id="179" creationId="{73BE40FB-0A18-4AC7-B9B8-89AF38B40B21}"/>
          </ac:spMkLst>
        </pc:spChg>
        <pc:spChg chg="add del">
          <ac:chgData name="Deep Singh" userId="218171febb998cc3" providerId="LiveId" clId="{A631849A-FE2E-4D2F-A2E6-41A2D3869678}" dt="2020-04-02T17:00:10.932" v="12054" actId="478"/>
          <ac:spMkLst>
            <pc:docMk/>
            <pc:sldMk cId="457554112" sldId="336"/>
            <ac:spMk id="180" creationId="{94D36263-A3AB-4601-A160-EF33A7A6FB22}"/>
          </ac:spMkLst>
        </pc:spChg>
        <pc:spChg chg="add del mod">
          <ac:chgData name="Deep Singh" userId="218171febb998cc3" providerId="LiveId" clId="{A631849A-FE2E-4D2F-A2E6-41A2D3869678}" dt="2020-04-02T17:00:10.932" v="12054" actId="478"/>
          <ac:spMkLst>
            <pc:docMk/>
            <pc:sldMk cId="457554112" sldId="336"/>
            <ac:spMk id="181" creationId="{C4D06CFE-32DE-4D71-9E6A-6D3FA957CC16}"/>
          </ac:spMkLst>
        </pc:spChg>
        <pc:spChg chg="add del">
          <ac:chgData name="Deep Singh" userId="218171febb998cc3" providerId="LiveId" clId="{A631849A-FE2E-4D2F-A2E6-41A2D3869678}" dt="2020-04-02T17:00:10.932" v="12054" actId="478"/>
          <ac:spMkLst>
            <pc:docMk/>
            <pc:sldMk cId="457554112" sldId="336"/>
            <ac:spMk id="182" creationId="{2A699C35-3120-41DC-8E57-80A17025B31D}"/>
          </ac:spMkLst>
        </pc:spChg>
        <pc:spChg chg="add del mod">
          <ac:chgData name="Deep Singh" userId="218171febb998cc3" providerId="LiveId" clId="{A631849A-FE2E-4D2F-A2E6-41A2D3869678}" dt="2020-04-02T17:00:10.932" v="12054" actId="478"/>
          <ac:spMkLst>
            <pc:docMk/>
            <pc:sldMk cId="457554112" sldId="336"/>
            <ac:spMk id="183" creationId="{38122191-57C4-40EC-BF04-02BCEE1A95C5}"/>
          </ac:spMkLst>
        </pc:spChg>
        <pc:spChg chg="add del">
          <ac:chgData name="Deep Singh" userId="218171febb998cc3" providerId="LiveId" clId="{A631849A-FE2E-4D2F-A2E6-41A2D3869678}" dt="2020-04-02T17:00:10.932" v="12054" actId="478"/>
          <ac:spMkLst>
            <pc:docMk/>
            <pc:sldMk cId="457554112" sldId="336"/>
            <ac:spMk id="184" creationId="{7C2D6AD2-0850-4294-928C-9266A310A59A}"/>
          </ac:spMkLst>
        </pc:spChg>
        <pc:spChg chg="add del mod">
          <ac:chgData name="Deep Singh" userId="218171febb998cc3" providerId="LiveId" clId="{A631849A-FE2E-4D2F-A2E6-41A2D3869678}" dt="2020-04-02T17:00:10.932" v="12054" actId="478"/>
          <ac:spMkLst>
            <pc:docMk/>
            <pc:sldMk cId="457554112" sldId="336"/>
            <ac:spMk id="185" creationId="{08E03197-20D8-4941-B681-5B5A5A574772}"/>
          </ac:spMkLst>
        </pc:spChg>
        <pc:spChg chg="add del">
          <ac:chgData name="Deep Singh" userId="218171febb998cc3" providerId="LiveId" clId="{A631849A-FE2E-4D2F-A2E6-41A2D3869678}" dt="2020-04-02T17:00:10.932" v="12054" actId="478"/>
          <ac:spMkLst>
            <pc:docMk/>
            <pc:sldMk cId="457554112" sldId="336"/>
            <ac:spMk id="186" creationId="{281DDBF5-F39E-45D2-8238-69358B609B55}"/>
          </ac:spMkLst>
        </pc:spChg>
        <pc:spChg chg="add del mod">
          <ac:chgData name="Deep Singh" userId="218171febb998cc3" providerId="LiveId" clId="{A631849A-FE2E-4D2F-A2E6-41A2D3869678}" dt="2020-04-02T17:00:10.932" v="12054" actId="478"/>
          <ac:spMkLst>
            <pc:docMk/>
            <pc:sldMk cId="457554112" sldId="336"/>
            <ac:spMk id="187" creationId="{39DB76F0-45E9-4BFF-8A94-0C0C7EB4F399}"/>
          </ac:spMkLst>
        </pc:spChg>
        <pc:spChg chg="add del">
          <ac:chgData name="Deep Singh" userId="218171febb998cc3" providerId="LiveId" clId="{A631849A-FE2E-4D2F-A2E6-41A2D3869678}" dt="2020-04-02T17:00:10.932" v="12054" actId="478"/>
          <ac:spMkLst>
            <pc:docMk/>
            <pc:sldMk cId="457554112" sldId="336"/>
            <ac:spMk id="188" creationId="{2DEBCF59-CDA8-4EDA-9626-5B189A56FAA8}"/>
          </ac:spMkLst>
        </pc:spChg>
        <pc:spChg chg="add del mod">
          <ac:chgData name="Deep Singh" userId="218171febb998cc3" providerId="LiveId" clId="{A631849A-FE2E-4D2F-A2E6-41A2D3869678}" dt="2020-04-02T17:00:10.932" v="12054" actId="478"/>
          <ac:spMkLst>
            <pc:docMk/>
            <pc:sldMk cId="457554112" sldId="336"/>
            <ac:spMk id="189" creationId="{5FDCAA71-C205-421F-94B3-957D99B42EA6}"/>
          </ac:spMkLst>
        </pc:spChg>
        <pc:spChg chg="add del">
          <ac:chgData name="Deep Singh" userId="218171febb998cc3" providerId="LiveId" clId="{A631849A-FE2E-4D2F-A2E6-41A2D3869678}" dt="2020-04-02T17:00:10.932" v="12054" actId="478"/>
          <ac:spMkLst>
            <pc:docMk/>
            <pc:sldMk cId="457554112" sldId="336"/>
            <ac:spMk id="190" creationId="{05F0E78A-D4B3-46B4-AA8F-28867C996FCB}"/>
          </ac:spMkLst>
        </pc:spChg>
        <pc:spChg chg="add del mod">
          <ac:chgData name="Deep Singh" userId="218171febb998cc3" providerId="LiveId" clId="{A631849A-FE2E-4D2F-A2E6-41A2D3869678}" dt="2020-04-02T17:00:10.932" v="12054" actId="478"/>
          <ac:spMkLst>
            <pc:docMk/>
            <pc:sldMk cId="457554112" sldId="336"/>
            <ac:spMk id="191" creationId="{E5665161-E0E1-4C10-9531-807FCC7237D1}"/>
          </ac:spMkLst>
        </pc:spChg>
        <pc:spChg chg="add del">
          <ac:chgData name="Deep Singh" userId="218171febb998cc3" providerId="LiveId" clId="{A631849A-FE2E-4D2F-A2E6-41A2D3869678}" dt="2020-04-02T17:00:10.932" v="12054" actId="478"/>
          <ac:spMkLst>
            <pc:docMk/>
            <pc:sldMk cId="457554112" sldId="336"/>
            <ac:spMk id="192" creationId="{6A57FCAE-6B54-4233-8BA3-770BF892F3B9}"/>
          </ac:spMkLst>
        </pc:spChg>
        <pc:spChg chg="add del mod">
          <ac:chgData name="Deep Singh" userId="218171febb998cc3" providerId="LiveId" clId="{A631849A-FE2E-4D2F-A2E6-41A2D3869678}" dt="2020-04-02T17:00:10.932" v="12054" actId="478"/>
          <ac:spMkLst>
            <pc:docMk/>
            <pc:sldMk cId="457554112" sldId="336"/>
            <ac:spMk id="193" creationId="{34E01B03-B551-4741-994D-1BB33F7BEDE2}"/>
          </ac:spMkLst>
        </pc:spChg>
        <pc:spChg chg="add del">
          <ac:chgData name="Deep Singh" userId="218171febb998cc3" providerId="LiveId" clId="{A631849A-FE2E-4D2F-A2E6-41A2D3869678}" dt="2020-04-02T17:00:10.932" v="12054" actId="478"/>
          <ac:spMkLst>
            <pc:docMk/>
            <pc:sldMk cId="457554112" sldId="336"/>
            <ac:spMk id="194" creationId="{1DBF45BB-B855-4DE8-BB09-9A02F8BBF63A}"/>
          </ac:spMkLst>
        </pc:spChg>
        <pc:spChg chg="add del mod">
          <ac:chgData name="Deep Singh" userId="218171febb998cc3" providerId="LiveId" clId="{A631849A-FE2E-4D2F-A2E6-41A2D3869678}" dt="2020-04-02T17:00:10.932" v="12054" actId="478"/>
          <ac:spMkLst>
            <pc:docMk/>
            <pc:sldMk cId="457554112" sldId="336"/>
            <ac:spMk id="195" creationId="{D0A764C4-9255-4489-8006-979CB94725E4}"/>
          </ac:spMkLst>
        </pc:spChg>
        <pc:spChg chg="add del">
          <ac:chgData name="Deep Singh" userId="218171febb998cc3" providerId="LiveId" clId="{A631849A-FE2E-4D2F-A2E6-41A2D3869678}" dt="2020-04-02T17:00:10.932" v="12054" actId="478"/>
          <ac:spMkLst>
            <pc:docMk/>
            <pc:sldMk cId="457554112" sldId="336"/>
            <ac:spMk id="196" creationId="{29AC3AAE-4E7A-4398-AB12-E5493575728F}"/>
          </ac:spMkLst>
        </pc:spChg>
        <pc:spChg chg="add mod">
          <ac:chgData name="Deep Singh" userId="218171febb998cc3" providerId="LiveId" clId="{A631849A-FE2E-4D2F-A2E6-41A2D3869678}" dt="2020-04-02T17:49:09.333" v="13306" actId="113"/>
          <ac:spMkLst>
            <pc:docMk/>
            <pc:sldMk cId="457554112" sldId="336"/>
            <ac:spMk id="197" creationId="{D337DD25-BDE5-437F-ABE6-8D3E8A0B4997}"/>
          </ac:spMkLst>
        </pc:spChg>
        <pc:spChg chg="add del mod">
          <ac:chgData name="Deep Singh" userId="218171febb998cc3" providerId="LiveId" clId="{A631849A-FE2E-4D2F-A2E6-41A2D3869678}" dt="2020-04-02T17:06:07.083" v="12230" actId="478"/>
          <ac:spMkLst>
            <pc:docMk/>
            <pc:sldMk cId="457554112" sldId="336"/>
            <ac:spMk id="198" creationId="{7A1256C0-BC3B-4F15-9BCD-E2CE5C5DE7C2}"/>
          </ac:spMkLst>
        </pc:spChg>
        <pc:spChg chg="add del mod">
          <ac:chgData name="Deep Singh" userId="218171febb998cc3" providerId="LiveId" clId="{A631849A-FE2E-4D2F-A2E6-41A2D3869678}" dt="2020-04-02T17:06:07.083" v="12230" actId="478"/>
          <ac:spMkLst>
            <pc:docMk/>
            <pc:sldMk cId="457554112" sldId="336"/>
            <ac:spMk id="199" creationId="{665E7B3F-2462-4F92-B9A9-D02CAEC14426}"/>
          </ac:spMkLst>
        </pc:spChg>
        <pc:spChg chg="add del mod">
          <ac:chgData name="Deep Singh" userId="218171febb998cc3" providerId="LiveId" clId="{A631849A-FE2E-4D2F-A2E6-41A2D3869678}" dt="2020-04-02T17:06:21.940" v="12234" actId="478"/>
          <ac:spMkLst>
            <pc:docMk/>
            <pc:sldMk cId="457554112" sldId="336"/>
            <ac:spMk id="200" creationId="{59ED38D3-AFE0-4070-B6D0-65A9C73FE22B}"/>
          </ac:spMkLst>
        </pc:spChg>
        <pc:spChg chg="add del mod">
          <ac:chgData name="Deep Singh" userId="218171febb998cc3" providerId="LiveId" clId="{A631849A-FE2E-4D2F-A2E6-41A2D3869678}" dt="2020-04-02T17:06:25.511" v="12236" actId="478"/>
          <ac:spMkLst>
            <pc:docMk/>
            <pc:sldMk cId="457554112" sldId="336"/>
            <ac:spMk id="201" creationId="{E99502ED-EF08-49F6-998B-F7BA9FA2655D}"/>
          </ac:spMkLst>
        </pc:spChg>
        <pc:spChg chg="add del">
          <ac:chgData name="Deep Singh" userId="218171febb998cc3" providerId="LiveId" clId="{A631849A-FE2E-4D2F-A2E6-41A2D3869678}" dt="2020-04-02T17:42:08.764" v="13008" actId="478"/>
          <ac:spMkLst>
            <pc:docMk/>
            <pc:sldMk cId="457554112" sldId="336"/>
            <ac:spMk id="202" creationId="{2F636436-F785-4C5E-AEAB-0C180F477560}"/>
          </ac:spMkLst>
        </pc:spChg>
        <pc:spChg chg="add del">
          <ac:chgData name="Deep Singh" userId="218171febb998cc3" providerId="LiveId" clId="{A631849A-FE2E-4D2F-A2E6-41A2D3869678}" dt="2020-04-02T17:42:13.186" v="13009" actId="478"/>
          <ac:spMkLst>
            <pc:docMk/>
            <pc:sldMk cId="457554112" sldId="336"/>
            <ac:spMk id="203" creationId="{906AED05-E502-4F19-B3C5-6CDBB61E002F}"/>
          </ac:spMkLst>
        </pc:spChg>
        <pc:spChg chg="add mod">
          <ac:chgData name="Deep Singh" userId="218171febb998cc3" providerId="LiveId" clId="{A631849A-FE2E-4D2F-A2E6-41A2D3869678}" dt="2020-04-02T17:40:41.500" v="12961" actId="20577"/>
          <ac:spMkLst>
            <pc:docMk/>
            <pc:sldMk cId="457554112" sldId="336"/>
            <ac:spMk id="204" creationId="{D44E9BAF-93AA-43F6-8327-A6E359C056C0}"/>
          </ac:spMkLst>
        </pc:spChg>
        <pc:spChg chg="add">
          <ac:chgData name="Deep Singh" userId="218171febb998cc3" providerId="LiveId" clId="{A631849A-FE2E-4D2F-A2E6-41A2D3869678}" dt="2020-04-02T16:30:12.982" v="11242"/>
          <ac:spMkLst>
            <pc:docMk/>
            <pc:sldMk cId="457554112" sldId="336"/>
            <ac:spMk id="205" creationId="{6F1DE95F-2683-4845-A917-322245A0259D}"/>
          </ac:spMkLst>
        </pc:spChg>
        <pc:spChg chg="add mod">
          <ac:chgData name="Deep Singh" userId="218171febb998cc3" providerId="LiveId" clId="{A631849A-FE2E-4D2F-A2E6-41A2D3869678}" dt="2020-04-02T17:11:50.664" v="12386" actId="1076"/>
          <ac:spMkLst>
            <pc:docMk/>
            <pc:sldMk cId="457554112" sldId="336"/>
            <ac:spMk id="208" creationId="{0C7F2781-5A79-4831-9AB6-11EF28700E0D}"/>
          </ac:spMkLst>
        </pc:spChg>
        <pc:spChg chg="add mod">
          <ac:chgData name="Deep Singh" userId="218171febb998cc3" providerId="LiveId" clId="{A631849A-FE2E-4D2F-A2E6-41A2D3869678}" dt="2020-04-02T17:45:56.053" v="13167" actId="14100"/>
          <ac:spMkLst>
            <pc:docMk/>
            <pc:sldMk cId="457554112" sldId="336"/>
            <ac:spMk id="209" creationId="{DA88DF55-2F1A-45AA-992C-A27FDC1A6FE1}"/>
          </ac:spMkLst>
        </pc:spChg>
        <pc:spChg chg="add mod">
          <ac:chgData name="Deep Singh" userId="218171febb998cc3" providerId="LiveId" clId="{A631849A-FE2E-4D2F-A2E6-41A2D3869678}" dt="2020-04-02T17:45:49.286" v="13166" actId="14100"/>
          <ac:spMkLst>
            <pc:docMk/>
            <pc:sldMk cId="457554112" sldId="336"/>
            <ac:spMk id="210" creationId="{2D50AD2D-0413-4804-BB8F-73370705F7C8}"/>
          </ac:spMkLst>
        </pc:spChg>
        <pc:spChg chg="add mod">
          <ac:chgData name="Deep Singh" userId="218171febb998cc3" providerId="LiveId" clId="{A631849A-FE2E-4D2F-A2E6-41A2D3869678}" dt="2020-04-02T17:45:32.954" v="13162" actId="14100"/>
          <ac:spMkLst>
            <pc:docMk/>
            <pc:sldMk cId="457554112" sldId="336"/>
            <ac:spMk id="211" creationId="{E575CF16-EADF-429A-81BF-A8FF59E3D2F0}"/>
          </ac:spMkLst>
        </pc:spChg>
        <pc:spChg chg="add mod">
          <ac:chgData name="Deep Singh" userId="218171febb998cc3" providerId="LiveId" clId="{A631849A-FE2E-4D2F-A2E6-41A2D3869678}" dt="2020-04-02T17:47:19.830" v="13223" actId="1037"/>
          <ac:spMkLst>
            <pc:docMk/>
            <pc:sldMk cId="457554112" sldId="336"/>
            <ac:spMk id="212" creationId="{E568E3B0-0C7D-4AD1-8226-DCD3369A7887}"/>
          </ac:spMkLst>
        </pc:spChg>
        <pc:spChg chg="add mod">
          <ac:chgData name="Deep Singh" userId="218171febb998cc3" providerId="LiveId" clId="{A631849A-FE2E-4D2F-A2E6-41A2D3869678}" dt="2020-04-02T17:47:34.116" v="13246" actId="1035"/>
          <ac:spMkLst>
            <pc:docMk/>
            <pc:sldMk cId="457554112" sldId="336"/>
            <ac:spMk id="213" creationId="{91FD6CC1-5C6E-4C6F-9787-C954F65241DA}"/>
          </ac:spMkLst>
        </pc:spChg>
        <pc:spChg chg="add del mod">
          <ac:chgData name="Deep Singh" userId="218171febb998cc3" providerId="LiveId" clId="{A631849A-FE2E-4D2F-A2E6-41A2D3869678}" dt="2020-04-02T17:33:47.822" v="12886" actId="478"/>
          <ac:spMkLst>
            <pc:docMk/>
            <pc:sldMk cId="457554112" sldId="336"/>
            <ac:spMk id="214" creationId="{B6EF0877-C391-4160-9EAF-9334E7DE4188}"/>
          </ac:spMkLst>
        </pc:spChg>
        <pc:spChg chg="add del mod">
          <ac:chgData name="Deep Singh" userId="218171febb998cc3" providerId="LiveId" clId="{A631849A-FE2E-4D2F-A2E6-41A2D3869678}" dt="2020-04-02T17:02:39.968" v="12124" actId="478"/>
          <ac:spMkLst>
            <pc:docMk/>
            <pc:sldMk cId="457554112" sldId="336"/>
            <ac:spMk id="215" creationId="{15C26E99-57F7-42E7-BA35-24776764F7ED}"/>
          </ac:spMkLst>
        </pc:spChg>
        <pc:spChg chg="add del mod">
          <ac:chgData name="Deep Singh" userId="218171febb998cc3" providerId="LiveId" clId="{A631849A-FE2E-4D2F-A2E6-41A2D3869678}" dt="2020-04-02T17:16:46.716" v="12480" actId="478"/>
          <ac:spMkLst>
            <pc:docMk/>
            <pc:sldMk cId="457554112" sldId="336"/>
            <ac:spMk id="216" creationId="{E53AD709-D728-468E-99F9-E77B0FEFE3F5}"/>
          </ac:spMkLst>
        </pc:spChg>
        <pc:spChg chg="add del mod">
          <ac:chgData name="Deep Singh" userId="218171febb998cc3" providerId="LiveId" clId="{A631849A-FE2E-4D2F-A2E6-41A2D3869678}" dt="2020-04-02T17:16:42.391" v="12479" actId="478"/>
          <ac:spMkLst>
            <pc:docMk/>
            <pc:sldMk cId="457554112" sldId="336"/>
            <ac:spMk id="217" creationId="{C4333819-3A6E-487C-919F-13EB03EE47D8}"/>
          </ac:spMkLst>
        </pc:spChg>
        <pc:spChg chg="add mod">
          <ac:chgData name="Deep Singh" userId="218171febb998cc3" providerId="LiveId" clId="{A631849A-FE2E-4D2F-A2E6-41A2D3869678}" dt="2020-04-02T17:35:12.013" v="12932" actId="20577"/>
          <ac:spMkLst>
            <pc:docMk/>
            <pc:sldMk cId="457554112" sldId="336"/>
            <ac:spMk id="218" creationId="{354C72FD-C67E-4CBB-B499-9436A5E370C5}"/>
          </ac:spMkLst>
        </pc:spChg>
        <pc:spChg chg="add del mod">
          <ac:chgData name="Deep Singh" userId="218171febb998cc3" providerId="LiveId" clId="{A631849A-FE2E-4D2F-A2E6-41A2D3869678}" dt="2020-04-02T17:37:25.318" v="12943" actId="478"/>
          <ac:spMkLst>
            <pc:docMk/>
            <pc:sldMk cId="457554112" sldId="336"/>
            <ac:spMk id="219" creationId="{6EBD66CE-251D-4DB6-A820-03B98AF66678}"/>
          </ac:spMkLst>
        </pc:spChg>
        <pc:spChg chg="add mod">
          <ac:chgData name="Deep Singh" userId="218171febb998cc3" providerId="LiveId" clId="{A631849A-FE2E-4D2F-A2E6-41A2D3869678}" dt="2020-04-02T17:32:00.430" v="12803" actId="1037"/>
          <ac:spMkLst>
            <pc:docMk/>
            <pc:sldMk cId="457554112" sldId="336"/>
            <ac:spMk id="220" creationId="{B111A626-6440-458B-A50D-B80977F119DF}"/>
          </ac:spMkLst>
        </pc:spChg>
        <pc:spChg chg="add del mod">
          <ac:chgData name="Deep Singh" userId="218171febb998cc3" providerId="LiveId" clId="{A631849A-FE2E-4D2F-A2E6-41A2D3869678}" dt="2020-04-02T17:16:51.630" v="12481" actId="478"/>
          <ac:spMkLst>
            <pc:docMk/>
            <pc:sldMk cId="457554112" sldId="336"/>
            <ac:spMk id="221" creationId="{FA1BD5C5-ADF2-4CC5-BBDC-049994779406}"/>
          </ac:spMkLst>
        </pc:spChg>
        <pc:spChg chg="add del mod">
          <ac:chgData name="Deep Singh" userId="218171febb998cc3" providerId="LiveId" clId="{A631849A-FE2E-4D2F-A2E6-41A2D3869678}" dt="2020-04-02T17:22:23.279" v="12585" actId="478"/>
          <ac:spMkLst>
            <pc:docMk/>
            <pc:sldMk cId="457554112" sldId="336"/>
            <ac:spMk id="222" creationId="{94E5DBCF-EC54-442D-B824-4AC39A03D6D8}"/>
          </ac:spMkLst>
        </pc:spChg>
        <pc:spChg chg="add del mod">
          <ac:chgData name="Deep Singh" userId="218171febb998cc3" providerId="LiveId" clId="{A631849A-FE2E-4D2F-A2E6-41A2D3869678}" dt="2020-04-02T17:17:06.931" v="12482" actId="478"/>
          <ac:spMkLst>
            <pc:docMk/>
            <pc:sldMk cId="457554112" sldId="336"/>
            <ac:spMk id="223" creationId="{57357523-DCFF-4F98-A795-13F56D46BC6B}"/>
          </ac:spMkLst>
        </pc:spChg>
        <pc:spChg chg="add del mod">
          <ac:chgData name="Deep Singh" userId="218171febb998cc3" providerId="LiveId" clId="{A631849A-FE2E-4D2F-A2E6-41A2D3869678}" dt="2020-04-02T17:17:12.345" v="12483" actId="478"/>
          <ac:spMkLst>
            <pc:docMk/>
            <pc:sldMk cId="457554112" sldId="336"/>
            <ac:spMk id="224" creationId="{5ECB7E30-2D3C-4958-BB85-87F672F6E03D}"/>
          </ac:spMkLst>
        </pc:spChg>
        <pc:spChg chg="add mod">
          <ac:chgData name="Deep Singh" userId="218171febb998cc3" providerId="LiveId" clId="{A631849A-FE2E-4D2F-A2E6-41A2D3869678}" dt="2020-04-02T17:31:16.946" v="12762" actId="1037"/>
          <ac:spMkLst>
            <pc:docMk/>
            <pc:sldMk cId="457554112" sldId="336"/>
            <ac:spMk id="225" creationId="{F04DFC94-2D3E-43F1-92FF-F906A22C93CE}"/>
          </ac:spMkLst>
        </pc:spChg>
        <pc:spChg chg="add mod">
          <ac:chgData name="Deep Singh" userId="218171febb998cc3" providerId="LiveId" clId="{A631849A-FE2E-4D2F-A2E6-41A2D3869678}" dt="2020-04-02T17:31:10.149" v="12753" actId="1038"/>
          <ac:spMkLst>
            <pc:docMk/>
            <pc:sldMk cId="457554112" sldId="336"/>
            <ac:spMk id="226" creationId="{96F12989-FED8-4EAD-83A6-D0161606AF23}"/>
          </ac:spMkLst>
        </pc:spChg>
        <pc:spChg chg="add mod">
          <ac:chgData name="Deep Singh" userId="218171febb998cc3" providerId="LiveId" clId="{A631849A-FE2E-4D2F-A2E6-41A2D3869678}" dt="2020-04-02T17:30:55.473" v="12740" actId="1037"/>
          <ac:spMkLst>
            <pc:docMk/>
            <pc:sldMk cId="457554112" sldId="336"/>
            <ac:spMk id="227" creationId="{F9FAC4C5-8FA0-42DA-A100-E254C301CEF4}"/>
          </ac:spMkLst>
        </pc:spChg>
        <pc:spChg chg="add del">
          <ac:chgData name="Deep Singh" userId="218171febb998cc3" providerId="LiveId" clId="{A631849A-FE2E-4D2F-A2E6-41A2D3869678}" dt="2020-04-02T17:02:07.552" v="12120"/>
          <ac:spMkLst>
            <pc:docMk/>
            <pc:sldMk cId="457554112" sldId="336"/>
            <ac:spMk id="228" creationId="{26B8C667-3B64-4095-B042-429145C1EE95}"/>
          </ac:spMkLst>
        </pc:spChg>
        <pc:spChg chg="add del">
          <ac:chgData name="Deep Singh" userId="218171febb998cc3" providerId="LiveId" clId="{A631849A-FE2E-4D2F-A2E6-41A2D3869678}" dt="2020-04-02T17:06:11.674" v="12232"/>
          <ac:spMkLst>
            <pc:docMk/>
            <pc:sldMk cId="457554112" sldId="336"/>
            <ac:spMk id="229" creationId="{F9E69954-7772-4E8D-9281-A6EC047C6685}"/>
          </ac:spMkLst>
        </pc:spChg>
        <pc:spChg chg="add del">
          <ac:chgData name="Deep Singh" userId="218171febb998cc3" providerId="LiveId" clId="{A631849A-FE2E-4D2F-A2E6-41A2D3869678}" dt="2020-04-02T17:06:11.674" v="12232"/>
          <ac:spMkLst>
            <pc:docMk/>
            <pc:sldMk cId="457554112" sldId="336"/>
            <ac:spMk id="230" creationId="{E2122A3D-FE6C-49F9-822C-FC34107E887B}"/>
          </ac:spMkLst>
        </pc:spChg>
        <pc:spChg chg="add">
          <ac:chgData name="Deep Singh" userId="218171febb998cc3" providerId="LiveId" clId="{A631849A-FE2E-4D2F-A2E6-41A2D3869678}" dt="2020-04-02T17:06:11.688" v="12233"/>
          <ac:spMkLst>
            <pc:docMk/>
            <pc:sldMk cId="457554112" sldId="336"/>
            <ac:spMk id="231" creationId="{E79FAFB7-7FE0-4BE1-97B1-1BBD6CABECB4}"/>
          </ac:spMkLst>
        </pc:spChg>
        <pc:spChg chg="add">
          <ac:chgData name="Deep Singh" userId="218171febb998cc3" providerId="LiveId" clId="{A631849A-FE2E-4D2F-A2E6-41A2D3869678}" dt="2020-04-02T17:06:11.688" v="12233"/>
          <ac:spMkLst>
            <pc:docMk/>
            <pc:sldMk cId="457554112" sldId="336"/>
            <ac:spMk id="232" creationId="{0A5C8B25-4006-44DD-983B-95B0293E1DA5}"/>
          </ac:spMkLst>
        </pc:spChg>
        <pc:spChg chg="add del">
          <ac:chgData name="Deep Singh" userId="218171febb998cc3" providerId="LiveId" clId="{A631849A-FE2E-4D2F-A2E6-41A2D3869678}" dt="2020-04-02T17:06:28.565" v="12238"/>
          <ac:spMkLst>
            <pc:docMk/>
            <pc:sldMk cId="457554112" sldId="336"/>
            <ac:spMk id="233" creationId="{68FB097E-B6D0-47FD-823E-CEAA22E0A38A}"/>
          </ac:spMkLst>
        </pc:spChg>
        <pc:spChg chg="add del">
          <ac:chgData name="Deep Singh" userId="218171febb998cc3" providerId="LiveId" clId="{A631849A-FE2E-4D2F-A2E6-41A2D3869678}" dt="2020-04-02T17:06:28.565" v="12238"/>
          <ac:spMkLst>
            <pc:docMk/>
            <pc:sldMk cId="457554112" sldId="336"/>
            <ac:spMk id="234" creationId="{47736490-5322-4786-B901-EB06EBCC7A02}"/>
          </ac:spMkLst>
        </pc:spChg>
        <pc:spChg chg="add del">
          <ac:chgData name="Deep Singh" userId="218171febb998cc3" providerId="LiveId" clId="{A631849A-FE2E-4D2F-A2E6-41A2D3869678}" dt="2020-04-02T17:06:42.517" v="12240"/>
          <ac:spMkLst>
            <pc:docMk/>
            <pc:sldMk cId="457554112" sldId="336"/>
            <ac:spMk id="235" creationId="{09AD11CB-7E96-4DEE-A66C-9EEB798F4EF3}"/>
          </ac:spMkLst>
        </pc:spChg>
        <pc:spChg chg="add del">
          <ac:chgData name="Deep Singh" userId="218171febb998cc3" providerId="LiveId" clId="{A631849A-FE2E-4D2F-A2E6-41A2D3869678}" dt="2020-04-02T17:06:42.517" v="12240"/>
          <ac:spMkLst>
            <pc:docMk/>
            <pc:sldMk cId="457554112" sldId="336"/>
            <ac:spMk id="236" creationId="{C7A47837-2503-48C3-BF1A-3D8A1CA09318}"/>
          </ac:spMkLst>
        </pc:spChg>
        <pc:spChg chg="add mod">
          <ac:chgData name="Deep Singh" userId="218171febb998cc3" providerId="LiveId" clId="{A631849A-FE2E-4D2F-A2E6-41A2D3869678}" dt="2020-04-02T17:42:28.380" v="13083" actId="1037"/>
          <ac:spMkLst>
            <pc:docMk/>
            <pc:sldMk cId="457554112" sldId="336"/>
            <ac:spMk id="237" creationId="{5A2AF31E-BEEC-40F4-A5F4-A352BC814D07}"/>
          </ac:spMkLst>
        </pc:spChg>
        <pc:spChg chg="add mod">
          <ac:chgData name="Deep Singh" userId="218171febb998cc3" providerId="LiveId" clId="{A631849A-FE2E-4D2F-A2E6-41A2D3869678}" dt="2020-04-02T17:42:28.380" v="13083" actId="1037"/>
          <ac:spMkLst>
            <pc:docMk/>
            <pc:sldMk cId="457554112" sldId="336"/>
            <ac:spMk id="238" creationId="{A4534A46-0DA5-463E-B5EB-5F3505EC6C93}"/>
          </ac:spMkLst>
        </pc:spChg>
        <pc:spChg chg="add mod">
          <ac:chgData name="Deep Singh" userId="218171febb998cc3" providerId="LiveId" clId="{A631849A-FE2E-4D2F-A2E6-41A2D3869678}" dt="2020-04-02T17:14:20.842" v="12439" actId="571"/>
          <ac:spMkLst>
            <pc:docMk/>
            <pc:sldMk cId="457554112" sldId="336"/>
            <ac:spMk id="242" creationId="{CA45C33C-32B0-4FAF-8B9E-360C994A4BCF}"/>
          </ac:spMkLst>
        </pc:spChg>
        <pc:spChg chg="add mod">
          <ac:chgData name="Deep Singh" userId="218171febb998cc3" providerId="LiveId" clId="{A631849A-FE2E-4D2F-A2E6-41A2D3869678}" dt="2020-04-02T17:14:20.842" v="12439" actId="571"/>
          <ac:spMkLst>
            <pc:docMk/>
            <pc:sldMk cId="457554112" sldId="336"/>
            <ac:spMk id="243" creationId="{3E51CA4B-3B0E-432C-B23C-DD0B97BE6663}"/>
          </ac:spMkLst>
        </pc:spChg>
        <pc:spChg chg="add mod">
          <ac:chgData name="Deep Singh" userId="218171febb998cc3" providerId="LiveId" clId="{A631849A-FE2E-4D2F-A2E6-41A2D3869678}" dt="2020-04-02T17:14:20.842" v="12439" actId="571"/>
          <ac:spMkLst>
            <pc:docMk/>
            <pc:sldMk cId="457554112" sldId="336"/>
            <ac:spMk id="244" creationId="{146BA592-2791-43AA-B40D-F3A34B505E4D}"/>
          </ac:spMkLst>
        </pc:spChg>
        <pc:spChg chg="add mod">
          <ac:chgData name="Deep Singh" userId="218171febb998cc3" providerId="LiveId" clId="{A631849A-FE2E-4D2F-A2E6-41A2D3869678}" dt="2020-04-02T17:19:25.181" v="12508" actId="571"/>
          <ac:spMkLst>
            <pc:docMk/>
            <pc:sldMk cId="457554112" sldId="336"/>
            <ac:spMk id="245" creationId="{368A381D-599E-418C-A2B5-F2B466CAEAF4}"/>
          </ac:spMkLst>
        </pc:spChg>
        <pc:spChg chg="add mod">
          <ac:chgData name="Deep Singh" userId="218171febb998cc3" providerId="LiveId" clId="{A631849A-FE2E-4D2F-A2E6-41A2D3869678}" dt="2020-04-02T17:19:25.181" v="12508" actId="571"/>
          <ac:spMkLst>
            <pc:docMk/>
            <pc:sldMk cId="457554112" sldId="336"/>
            <ac:spMk id="246" creationId="{4BCF9F18-E043-4728-8219-E976C1D191BF}"/>
          </ac:spMkLst>
        </pc:spChg>
        <pc:spChg chg="add mod">
          <ac:chgData name="Deep Singh" userId="218171febb998cc3" providerId="LiveId" clId="{A631849A-FE2E-4D2F-A2E6-41A2D3869678}" dt="2020-04-02T17:19:25.181" v="12508" actId="571"/>
          <ac:spMkLst>
            <pc:docMk/>
            <pc:sldMk cId="457554112" sldId="336"/>
            <ac:spMk id="247" creationId="{A4AAEC1A-5A7D-4D91-8C9F-9C96BD0B4948}"/>
          </ac:spMkLst>
        </pc:spChg>
        <pc:spChg chg="add mod">
          <ac:chgData name="Deep Singh" userId="218171febb998cc3" providerId="LiveId" clId="{A631849A-FE2E-4D2F-A2E6-41A2D3869678}" dt="2020-04-02T17:30:22.294" v="12731" actId="14100"/>
          <ac:spMkLst>
            <pc:docMk/>
            <pc:sldMk cId="457554112" sldId="336"/>
            <ac:spMk id="249" creationId="{983220E9-111B-457D-A1CB-3DAF76DB4958}"/>
          </ac:spMkLst>
        </pc:spChg>
        <pc:spChg chg="add mod">
          <ac:chgData name="Deep Singh" userId="218171febb998cc3" providerId="LiveId" clId="{A631849A-FE2E-4D2F-A2E6-41A2D3869678}" dt="2020-04-02T17:36:05.197" v="12937" actId="20577"/>
          <ac:spMkLst>
            <pc:docMk/>
            <pc:sldMk cId="457554112" sldId="336"/>
            <ac:spMk id="255" creationId="{951F4A06-E743-4A9D-839F-43756558AC6A}"/>
          </ac:spMkLst>
        </pc:spChg>
        <pc:spChg chg="add mod">
          <ac:chgData name="Deep Singh" userId="218171febb998cc3" providerId="LiveId" clId="{A631849A-FE2E-4D2F-A2E6-41A2D3869678}" dt="2020-04-02T17:49:38.842" v="13320" actId="20577"/>
          <ac:spMkLst>
            <pc:docMk/>
            <pc:sldMk cId="457554112" sldId="336"/>
            <ac:spMk id="264" creationId="{E9900692-AC0B-4CBD-94B4-40F44FE61F79}"/>
          </ac:spMkLst>
        </pc:spChg>
        <pc:picChg chg="add del">
          <ac:chgData name="Deep Singh" userId="218171febb998cc3" providerId="LiveId" clId="{A631849A-FE2E-4D2F-A2E6-41A2D3869678}" dt="2020-04-02T16:30:12.907" v="11241"/>
          <ac:picMkLst>
            <pc:docMk/>
            <pc:sldMk cId="457554112" sldId="336"/>
            <ac:picMk id="50" creationId="{D0798C46-0E97-4568-B991-D54EC98EF4C0}"/>
          </ac:picMkLst>
        </pc:picChg>
        <pc:picChg chg="add del">
          <ac:chgData name="Deep Singh" userId="218171febb998cc3" providerId="LiveId" clId="{A631849A-FE2E-4D2F-A2E6-41A2D3869678}" dt="2020-04-02T16:30:12.907" v="11241"/>
          <ac:picMkLst>
            <pc:docMk/>
            <pc:sldMk cId="457554112" sldId="336"/>
            <ac:picMk id="58" creationId="{827EDC4F-E50B-4D2B-AFFC-7488AABB862D}"/>
          </ac:picMkLst>
        </pc:picChg>
        <pc:picChg chg="add del">
          <ac:chgData name="Deep Singh" userId="218171febb998cc3" providerId="LiveId" clId="{A631849A-FE2E-4D2F-A2E6-41A2D3869678}" dt="2020-04-02T16:30:12.907" v="11241"/>
          <ac:picMkLst>
            <pc:docMk/>
            <pc:sldMk cId="457554112" sldId="336"/>
            <ac:picMk id="59" creationId="{D0B5C6A3-621F-4C54-AC8A-FE3CDE73094E}"/>
          </ac:picMkLst>
        </pc:picChg>
        <pc:picChg chg="add del">
          <ac:chgData name="Deep Singh" userId="218171febb998cc3" providerId="LiveId" clId="{A631849A-FE2E-4D2F-A2E6-41A2D3869678}" dt="2020-04-02T16:30:12.907" v="11241"/>
          <ac:picMkLst>
            <pc:docMk/>
            <pc:sldMk cId="457554112" sldId="336"/>
            <ac:picMk id="60" creationId="{1B292D5C-7A00-4722-9092-09F167F885A5}"/>
          </ac:picMkLst>
        </pc:picChg>
        <pc:picChg chg="add del">
          <ac:chgData name="Deep Singh" userId="218171febb998cc3" providerId="LiveId" clId="{A631849A-FE2E-4D2F-A2E6-41A2D3869678}" dt="2020-04-02T16:30:12.907" v="11241"/>
          <ac:picMkLst>
            <pc:docMk/>
            <pc:sldMk cId="457554112" sldId="336"/>
            <ac:picMk id="61" creationId="{584E3DC8-C4A1-4935-8C03-7664AAE7E147}"/>
          </ac:picMkLst>
        </pc:picChg>
        <pc:picChg chg="add del">
          <ac:chgData name="Deep Singh" userId="218171febb998cc3" providerId="LiveId" clId="{A631849A-FE2E-4D2F-A2E6-41A2D3869678}" dt="2020-04-02T16:30:12.907" v="11241"/>
          <ac:picMkLst>
            <pc:docMk/>
            <pc:sldMk cId="457554112" sldId="336"/>
            <ac:picMk id="62" creationId="{24B736AA-00C0-47D0-8EDB-616376CD1A82}"/>
          </ac:picMkLst>
        </pc:picChg>
        <pc:picChg chg="add del">
          <ac:chgData name="Deep Singh" userId="218171febb998cc3" providerId="LiveId" clId="{A631849A-FE2E-4D2F-A2E6-41A2D3869678}" dt="2020-04-02T16:30:12.907" v="11241"/>
          <ac:picMkLst>
            <pc:docMk/>
            <pc:sldMk cId="457554112" sldId="336"/>
            <ac:picMk id="63" creationId="{AA820A71-174D-4311-8CB0-4C252B3367B6}"/>
          </ac:picMkLst>
        </pc:picChg>
        <pc:picChg chg="add del">
          <ac:chgData name="Deep Singh" userId="218171febb998cc3" providerId="LiveId" clId="{A631849A-FE2E-4D2F-A2E6-41A2D3869678}" dt="2020-04-02T16:30:12.907" v="11241"/>
          <ac:picMkLst>
            <pc:docMk/>
            <pc:sldMk cId="457554112" sldId="336"/>
            <ac:picMk id="64" creationId="{0EE658F4-DB21-4816-B8B9-383DE6598F4E}"/>
          </ac:picMkLst>
        </pc:picChg>
        <pc:picChg chg="add del">
          <ac:chgData name="Deep Singh" userId="218171febb998cc3" providerId="LiveId" clId="{A631849A-FE2E-4D2F-A2E6-41A2D3869678}" dt="2020-04-02T16:30:12.907" v="11241"/>
          <ac:picMkLst>
            <pc:docMk/>
            <pc:sldMk cId="457554112" sldId="336"/>
            <ac:picMk id="65" creationId="{1D982FD0-AE97-4A20-A321-CEF507EE72DE}"/>
          </ac:picMkLst>
        </pc:picChg>
        <pc:picChg chg="add del">
          <ac:chgData name="Deep Singh" userId="218171febb998cc3" providerId="LiveId" clId="{A631849A-FE2E-4D2F-A2E6-41A2D3869678}" dt="2020-04-02T16:30:12.907" v="11241"/>
          <ac:picMkLst>
            <pc:docMk/>
            <pc:sldMk cId="457554112" sldId="336"/>
            <ac:picMk id="66" creationId="{EECA4B3B-C470-4695-9B4F-10E498D8D1BD}"/>
          </ac:picMkLst>
        </pc:picChg>
        <pc:picChg chg="add del">
          <ac:chgData name="Deep Singh" userId="218171febb998cc3" providerId="LiveId" clId="{A631849A-FE2E-4D2F-A2E6-41A2D3869678}" dt="2020-04-02T16:30:12.907" v="11241"/>
          <ac:picMkLst>
            <pc:docMk/>
            <pc:sldMk cId="457554112" sldId="336"/>
            <ac:picMk id="67" creationId="{FA2AFB80-253E-4C8C-A05C-E6ECC7CD62CE}"/>
          </ac:picMkLst>
        </pc:picChg>
        <pc:picChg chg="add del">
          <ac:chgData name="Deep Singh" userId="218171febb998cc3" providerId="LiveId" clId="{A631849A-FE2E-4D2F-A2E6-41A2D3869678}" dt="2020-04-02T16:30:12.907" v="11241"/>
          <ac:picMkLst>
            <pc:docMk/>
            <pc:sldMk cId="457554112" sldId="336"/>
            <ac:picMk id="68" creationId="{BACC5B2A-D31C-4CD4-8D42-0F7FC706ECF0}"/>
          </ac:picMkLst>
        </pc:picChg>
        <pc:picChg chg="add del">
          <ac:chgData name="Deep Singh" userId="218171febb998cc3" providerId="LiveId" clId="{A631849A-FE2E-4D2F-A2E6-41A2D3869678}" dt="2020-04-02T16:30:12.907" v="11241"/>
          <ac:picMkLst>
            <pc:docMk/>
            <pc:sldMk cId="457554112" sldId="336"/>
            <ac:picMk id="69" creationId="{AFC4B99A-D17B-4A46-9AE5-999022C5FDA0}"/>
          </ac:picMkLst>
        </pc:picChg>
        <pc:picChg chg="add del">
          <ac:chgData name="Deep Singh" userId="218171febb998cc3" providerId="LiveId" clId="{A631849A-FE2E-4D2F-A2E6-41A2D3869678}" dt="2020-04-02T16:30:12.907" v="11241"/>
          <ac:picMkLst>
            <pc:docMk/>
            <pc:sldMk cId="457554112" sldId="336"/>
            <ac:picMk id="70" creationId="{D739740D-762E-4923-BA0E-408E2796841E}"/>
          </ac:picMkLst>
        </pc:picChg>
        <pc:picChg chg="add del">
          <ac:chgData name="Deep Singh" userId="218171febb998cc3" providerId="LiveId" clId="{A631849A-FE2E-4D2F-A2E6-41A2D3869678}" dt="2020-04-02T16:30:12.907" v="11241"/>
          <ac:picMkLst>
            <pc:docMk/>
            <pc:sldMk cId="457554112" sldId="336"/>
            <ac:picMk id="78" creationId="{6BDE0426-E690-4105-826E-D45BB600E697}"/>
          </ac:picMkLst>
        </pc:picChg>
        <pc:picChg chg="add del">
          <ac:chgData name="Deep Singh" userId="218171febb998cc3" providerId="LiveId" clId="{A631849A-FE2E-4D2F-A2E6-41A2D3869678}" dt="2020-04-02T16:30:12.907" v="11241"/>
          <ac:picMkLst>
            <pc:docMk/>
            <pc:sldMk cId="457554112" sldId="336"/>
            <ac:picMk id="80" creationId="{41AADB75-F10F-43F0-BE11-BF34BFA0744A}"/>
          </ac:picMkLst>
        </pc:picChg>
        <pc:picChg chg="add">
          <ac:chgData name="Deep Singh" userId="218171febb998cc3" providerId="LiveId" clId="{A631849A-FE2E-4D2F-A2E6-41A2D3869678}" dt="2020-04-02T16:30:12.982" v="11242"/>
          <ac:picMkLst>
            <pc:docMk/>
            <pc:sldMk cId="457554112" sldId="336"/>
            <ac:picMk id="128" creationId="{C08C6CC2-9970-4AC6-9838-291817A75813}"/>
          </ac:picMkLst>
        </pc:picChg>
        <pc:picChg chg="add del">
          <ac:chgData name="Deep Singh" userId="218171febb998cc3" providerId="LiveId" clId="{A631849A-FE2E-4D2F-A2E6-41A2D3869678}" dt="2020-04-02T17:00:10.932" v="12054" actId="478"/>
          <ac:picMkLst>
            <pc:docMk/>
            <pc:sldMk cId="457554112" sldId="336"/>
            <ac:picMk id="136" creationId="{A96D8BF9-C7D1-4BA4-8931-5C55F9268419}"/>
          </ac:picMkLst>
        </pc:picChg>
        <pc:picChg chg="add del">
          <ac:chgData name="Deep Singh" userId="218171febb998cc3" providerId="LiveId" clId="{A631849A-FE2E-4D2F-A2E6-41A2D3869678}" dt="2020-04-02T17:00:10.932" v="12054" actId="478"/>
          <ac:picMkLst>
            <pc:docMk/>
            <pc:sldMk cId="457554112" sldId="336"/>
            <ac:picMk id="137" creationId="{A72F306C-A274-4FD5-8279-A270AD91EC56}"/>
          </ac:picMkLst>
        </pc:picChg>
        <pc:picChg chg="add del">
          <ac:chgData name="Deep Singh" userId="218171febb998cc3" providerId="LiveId" clId="{A631849A-FE2E-4D2F-A2E6-41A2D3869678}" dt="2020-04-02T17:00:10.932" v="12054" actId="478"/>
          <ac:picMkLst>
            <pc:docMk/>
            <pc:sldMk cId="457554112" sldId="336"/>
            <ac:picMk id="138" creationId="{C8D264EA-0906-417F-A50A-A53BFE4DCF57}"/>
          </ac:picMkLst>
        </pc:picChg>
        <pc:picChg chg="add del">
          <ac:chgData name="Deep Singh" userId="218171febb998cc3" providerId="LiveId" clId="{A631849A-FE2E-4D2F-A2E6-41A2D3869678}" dt="2020-04-02T17:00:10.932" v="12054" actId="478"/>
          <ac:picMkLst>
            <pc:docMk/>
            <pc:sldMk cId="457554112" sldId="336"/>
            <ac:picMk id="139" creationId="{EE1BCF59-2447-4959-814E-724E5669D009}"/>
          </ac:picMkLst>
        </pc:picChg>
        <pc:picChg chg="add del">
          <ac:chgData name="Deep Singh" userId="218171febb998cc3" providerId="LiveId" clId="{A631849A-FE2E-4D2F-A2E6-41A2D3869678}" dt="2020-04-02T17:00:10.932" v="12054" actId="478"/>
          <ac:picMkLst>
            <pc:docMk/>
            <pc:sldMk cId="457554112" sldId="336"/>
            <ac:picMk id="140" creationId="{EDA132DB-39AA-42A3-8114-5ABDC9944F28}"/>
          </ac:picMkLst>
        </pc:picChg>
        <pc:picChg chg="add del">
          <ac:chgData name="Deep Singh" userId="218171febb998cc3" providerId="LiveId" clId="{A631849A-FE2E-4D2F-A2E6-41A2D3869678}" dt="2020-04-02T17:00:10.932" v="12054" actId="478"/>
          <ac:picMkLst>
            <pc:docMk/>
            <pc:sldMk cId="457554112" sldId="336"/>
            <ac:picMk id="141" creationId="{6C41BEE9-4F3E-4D94-ACC3-1DC5822CCEDB}"/>
          </ac:picMkLst>
        </pc:picChg>
        <pc:picChg chg="add del">
          <ac:chgData name="Deep Singh" userId="218171febb998cc3" providerId="LiveId" clId="{A631849A-FE2E-4D2F-A2E6-41A2D3869678}" dt="2020-04-02T17:00:10.932" v="12054" actId="478"/>
          <ac:picMkLst>
            <pc:docMk/>
            <pc:sldMk cId="457554112" sldId="336"/>
            <ac:picMk id="142" creationId="{7BA3663E-C408-4085-9B8E-50AA0DE028C1}"/>
          </ac:picMkLst>
        </pc:picChg>
        <pc:picChg chg="add del">
          <ac:chgData name="Deep Singh" userId="218171febb998cc3" providerId="LiveId" clId="{A631849A-FE2E-4D2F-A2E6-41A2D3869678}" dt="2020-04-02T17:00:10.932" v="12054" actId="478"/>
          <ac:picMkLst>
            <pc:docMk/>
            <pc:sldMk cId="457554112" sldId="336"/>
            <ac:picMk id="143" creationId="{2F0DFF2F-43C9-4855-A5B2-B3C4FB234C79}"/>
          </ac:picMkLst>
        </pc:picChg>
        <pc:picChg chg="add del">
          <ac:chgData name="Deep Singh" userId="218171febb998cc3" providerId="LiveId" clId="{A631849A-FE2E-4D2F-A2E6-41A2D3869678}" dt="2020-04-02T17:00:10.932" v="12054" actId="478"/>
          <ac:picMkLst>
            <pc:docMk/>
            <pc:sldMk cId="457554112" sldId="336"/>
            <ac:picMk id="144" creationId="{184599B5-F84A-4505-9898-779045EF66AF}"/>
          </ac:picMkLst>
        </pc:picChg>
        <pc:picChg chg="add del">
          <ac:chgData name="Deep Singh" userId="218171febb998cc3" providerId="LiveId" clId="{A631849A-FE2E-4D2F-A2E6-41A2D3869678}" dt="2020-04-02T17:00:10.932" v="12054" actId="478"/>
          <ac:picMkLst>
            <pc:docMk/>
            <pc:sldMk cId="457554112" sldId="336"/>
            <ac:picMk id="145" creationId="{65407A62-2DB4-412B-A575-2501BB964B78}"/>
          </ac:picMkLst>
        </pc:picChg>
        <pc:picChg chg="add del">
          <ac:chgData name="Deep Singh" userId="218171febb998cc3" providerId="LiveId" clId="{A631849A-FE2E-4D2F-A2E6-41A2D3869678}" dt="2020-04-02T17:00:10.932" v="12054" actId="478"/>
          <ac:picMkLst>
            <pc:docMk/>
            <pc:sldMk cId="457554112" sldId="336"/>
            <ac:picMk id="146" creationId="{6CE079E4-C633-4DF1-AEEE-850E033F1D81}"/>
          </ac:picMkLst>
        </pc:picChg>
        <pc:picChg chg="add del">
          <ac:chgData name="Deep Singh" userId="218171febb998cc3" providerId="LiveId" clId="{A631849A-FE2E-4D2F-A2E6-41A2D3869678}" dt="2020-04-02T17:00:10.932" v="12054" actId="478"/>
          <ac:picMkLst>
            <pc:docMk/>
            <pc:sldMk cId="457554112" sldId="336"/>
            <ac:picMk id="147" creationId="{B996ECD0-B400-48E0-9ECD-FDB30E8A5CD1}"/>
          </ac:picMkLst>
        </pc:picChg>
        <pc:picChg chg="add">
          <ac:chgData name="Deep Singh" userId="218171febb998cc3" providerId="LiveId" clId="{A631849A-FE2E-4D2F-A2E6-41A2D3869678}" dt="2020-04-02T16:30:12.982" v="11242"/>
          <ac:picMkLst>
            <pc:docMk/>
            <pc:sldMk cId="457554112" sldId="336"/>
            <ac:picMk id="148" creationId="{A6F96808-2030-4C88-9305-C7A0928DCD29}"/>
          </ac:picMkLst>
        </pc:picChg>
        <pc:picChg chg="add">
          <ac:chgData name="Deep Singh" userId="218171febb998cc3" providerId="LiveId" clId="{A631849A-FE2E-4D2F-A2E6-41A2D3869678}" dt="2020-04-02T16:30:12.982" v="11242"/>
          <ac:picMkLst>
            <pc:docMk/>
            <pc:sldMk cId="457554112" sldId="336"/>
            <ac:picMk id="156" creationId="{93F3E9E5-5996-4FED-9CBF-70190CBEF155}"/>
          </ac:picMkLst>
        </pc:picChg>
        <pc:picChg chg="add">
          <ac:chgData name="Deep Singh" userId="218171febb998cc3" providerId="LiveId" clId="{A631849A-FE2E-4D2F-A2E6-41A2D3869678}" dt="2020-04-02T16:30:12.982" v="11242"/>
          <ac:picMkLst>
            <pc:docMk/>
            <pc:sldMk cId="457554112" sldId="336"/>
            <ac:picMk id="158" creationId="{0752F856-422C-4C6D-874A-90FA52680026}"/>
          </ac:picMkLst>
        </pc:picChg>
        <pc:picChg chg="add mod">
          <ac:chgData name="Deep Singh" userId="218171febb998cc3" providerId="LiveId" clId="{A631849A-FE2E-4D2F-A2E6-41A2D3869678}" dt="2020-04-02T16:41:48.248" v="11485" actId="571"/>
          <ac:picMkLst>
            <pc:docMk/>
            <pc:sldMk cId="457554112" sldId="336"/>
            <ac:picMk id="206" creationId="{59217BCA-5A62-4AF2-9152-F1D3DE7C5A9B}"/>
          </ac:picMkLst>
        </pc:picChg>
        <pc:picChg chg="add mod">
          <ac:chgData name="Deep Singh" userId="218171febb998cc3" providerId="LiveId" clId="{A631849A-FE2E-4D2F-A2E6-41A2D3869678}" dt="2020-04-02T16:41:48.248" v="11485" actId="571"/>
          <ac:picMkLst>
            <pc:docMk/>
            <pc:sldMk cId="457554112" sldId="336"/>
            <ac:picMk id="207" creationId="{B9EE0841-47BA-4E67-8BDD-9BE9A7E3EB85}"/>
          </ac:picMkLst>
        </pc:picChg>
        <pc:picChg chg="add del">
          <ac:chgData name="Deep Singh" userId="218171febb998cc3" providerId="LiveId" clId="{A631849A-FE2E-4D2F-A2E6-41A2D3869678}" dt="2020-04-02T17:11:58.850" v="12387" actId="478"/>
          <ac:picMkLst>
            <pc:docMk/>
            <pc:sldMk cId="457554112" sldId="336"/>
            <ac:picMk id="240" creationId="{D0924895-6379-41D7-AED3-20D6795C8830}"/>
          </ac:picMkLst>
        </pc:picChg>
        <pc:cxnChg chg="add del">
          <ac:chgData name="Deep Singh" userId="218171febb998cc3" providerId="LiveId" clId="{A631849A-FE2E-4D2F-A2E6-41A2D3869678}" dt="2020-04-02T16:30:12.907" v="11241"/>
          <ac:cxnSpMkLst>
            <pc:docMk/>
            <pc:sldMk cId="457554112" sldId="336"/>
            <ac:cxnSpMk id="57" creationId="{86E77B7D-1D95-4C60-8F67-0DC5297CDB2E}"/>
          </ac:cxnSpMkLst>
        </pc:cxnChg>
        <pc:cxnChg chg="add del">
          <ac:chgData name="Deep Singh" userId="218171febb998cc3" providerId="LiveId" clId="{A631849A-FE2E-4D2F-A2E6-41A2D3869678}" dt="2020-04-02T16:30:12.907" v="11241"/>
          <ac:cxnSpMkLst>
            <pc:docMk/>
            <pc:sldMk cId="457554112" sldId="336"/>
            <ac:cxnSpMk id="71" creationId="{E544B49E-8B20-415A-BE1C-04083296D40A}"/>
          </ac:cxnSpMkLst>
        </pc:cxnChg>
        <pc:cxnChg chg="add del">
          <ac:chgData name="Deep Singh" userId="218171febb998cc3" providerId="LiveId" clId="{A631849A-FE2E-4D2F-A2E6-41A2D3869678}" dt="2020-04-02T16:30:12.907" v="11241"/>
          <ac:cxnSpMkLst>
            <pc:docMk/>
            <pc:sldMk cId="457554112" sldId="336"/>
            <ac:cxnSpMk id="72" creationId="{FFA314A1-32ED-4E7A-AA75-B75FA927FD36}"/>
          </ac:cxnSpMkLst>
        </pc:cxnChg>
        <pc:cxnChg chg="add del">
          <ac:chgData name="Deep Singh" userId="218171febb998cc3" providerId="LiveId" clId="{A631849A-FE2E-4D2F-A2E6-41A2D3869678}" dt="2020-04-02T16:30:12.907" v="11241"/>
          <ac:cxnSpMkLst>
            <pc:docMk/>
            <pc:sldMk cId="457554112" sldId="336"/>
            <ac:cxnSpMk id="73" creationId="{E4884A97-C6CB-4F6B-ADDB-7B9F2ED3F163}"/>
          </ac:cxnSpMkLst>
        </pc:cxnChg>
        <pc:cxnChg chg="add del">
          <ac:chgData name="Deep Singh" userId="218171febb998cc3" providerId="LiveId" clId="{A631849A-FE2E-4D2F-A2E6-41A2D3869678}" dt="2020-04-02T16:30:12.907" v="11241"/>
          <ac:cxnSpMkLst>
            <pc:docMk/>
            <pc:sldMk cId="457554112" sldId="336"/>
            <ac:cxnSpMk id="74" creationId="{880B73C1-9E92-42CD-8B71-7AB17F236994}"/>
          </ac:cxnSpMkLst>
        </pc:cxnChg>
        <pc:cxnChg chg="add del">
          <ac:chgData name="Deep Singh" userId="218171febb998cc3" providerId="LiveId" clId="{A631849A-FE2E-4D2F-A2E6-41A2D3869678}" dt="2020-04-02T16:30:12.907" v="11241"/>
          <ac:cxnSpMkLst>
            <pc:docMk/>
            <pc:sldMk cId="457554112" sldId="336"/>
            <ac:cxnSpMk id="75" creationId="{7ADAC2F2-720A-4366-8DB2-CEA339C5265A}"/>
          </ac:cxnSpMkLst>
        </pc:cxnChg>
        <pc:cxnChg chg="add del">
          <ac:chgData name="Deep Singh" userId="218171febb998cc3" providerId="LiveId" clId="{A631849A-FE2E-4D2F-A2E6-41A2D3869678}" dt="2020-04-02T16:30:12.907" v="11241"/>
          <ac:cxnSpMkLst>
            <pc:docMk/>
            <pc:sldMk cId="457554112" sldId="336"/>
            <ac:cxnSpMk id="76" creationId="{C5E653A1-F8B1-48A3-9320-A4487A81D367}"/>
          </ac:cxnSpMkLst>
        </pc:cxnChg>
        <pc:cxnChg chg="add del">
          <ac:chgData name="Deep Singh" userId="218171febb998cc3" providerId="LiveId" clId="{A631849A-FE2E-4D2F-A2E6-41A2D3869678}" dt="2020-04-02T16:30:12.907" v="11241"/>
          <ac:cxnSpMkLst>
            <pc:docMk/>
            <pc:sldMk cId="457554112" sldId="336"/>
            <ac:cxnSpMk id="77" creationId="{1CADA6BF-651C-40C3-A74E-16A8C5D0FF2F}"/>
          </ac:cxnSpMkLst>
        </pc:cxnChg>
        <pc:cxnChg chg="add del">
          <ac:chgData name="Deep Singh" userId="218171febb998cc3" providerId="LiveId" clId="{A631849A-FE2E-4D2F-A2E6-41A2D3869678}" dt="2020-04-02T16:30:12.907" v="11241"/>
          <ac:cxnSpMkLst>
            <pc:docMk/>
            <pc:sldMk cId="457554112" sldId="336"/>
            <ac:cxnSpMk id="79" creationId="{D18F54BF-1EB2-4FA8-AED4-77BEDC22D295}"/>
          </ac:cxnSpMkLst>
        </pc:cxnChg>
        <pc:cxnChg chg="add del">
          <ac:chgData name="Deep Singh" userId="218171febb998cc3" providerId="LiveId" clId="{A631849A-FE2E-4D2F-A2E6-41A2D3869678}" dt="2020-04-02T16:30:12.907" v="11241"/>
          <ac:cxnSpMkLst>
            <pc:docMk/>
            <pc:sldMk cId="457554112" sldId="336"/>
            <ac:cxnSpMk id="81" creationId="{439A2915-C397-491C-93FD-19D39423E1B0}"/>
          </ac:cxnSpMkLst>
        </pc:cxnChg>
        <pc:cxnChg chg="add">
          <ac:chgData name="Deep Singh" userId="218171febb998cc3" providerId="LiveId" clId="{A631849A-FE2E-4D2F-A2E6-41A2D3869678}" dt="2020-04-02T16:30:12.982" v="11242"/>
          <ac:cxnSpMkLst>
            <pc:docMk/>
            <pc:sldMk cId="457554112" sldId="336"/>
            <ac:cxnSpMk id="135" creationId="{D63CED5A-6EA9-4D8E-A12A-497347CA4507}"/>
          </ac:cxnSpMkLst>
        </pc:cxnChg>
        <pc:cxnChg chg="add mod">
          <ac:chgData name="Deep Singh" userId="218171febb998cc3" providerId="LiveId" clId="{A631849A-FE2E-4D2F-A2E6-41A2D3869678}" dt="2020-04-02T17:30:46.851" v="12735" actId="1076"/>
          <ac:cxnSpMkLst>
            <pc:docMk/>
            <pc:sldMk cId="457554112" sldId="336"/>
            <ac:cxnSpMk id="149" creationId="{00EDEF2A-57BD-4007-882C-2B045C234F2B}"/>
          </ac:cxnSpMkLst>
        </pc:cxnChg>
        <pc:cxnChg chg="add mod">
          <ac:chgData name="Deep Singh" userId="218171febb998cc3" providerId="LiveId" clId="{A631849A-FE2E-4D2F-A2E6-41A2D3869678}" dt="2020-04-02T17:12:03.118" v="12388" actId="14100"/>
          <ac:cxnSpMkLst>
            <pc:docMk/>
            <pc:sldMk cId="457554112" sldId="336"/>
            <ac:cxnSpMk id="150" creationId="{E607936A-A270-48B0-A189-7A9335AB90FE}"/>
          </ac:cxnSpMkLst>
        </pc:cxnChg>
        <pc:cxnChg chg="add del mod">
          <ac:chgData name="Deep Singh" userId="218171febb998cc3" providerId="LiveId" clId="{A631849A-FE2E-4D2F-A2E6-41A2D3869678}" dt="2020-04-02T17:47:19.830" v="13223" actId="1037"/>
          <ac:cxnSpMkLst>
            <pc:docMk/>
            <pc:sldMk cId="457554112" sldId="336"/>
            <ac:cxnSpMk id="151" creationId="{75A93F4A-3FDE-4277-95D5-2F98A51CEE2E}"/>
          </ac:cxnSpMkLst>
        </pc:cxnChg>
        <pc:cxnChg chg="add del">
          <ac:chgData name="Deep Singh" userId="218171febb998cc3" providerId="LiveId" clId="{A631849A-FE2E-4D2F-A2E6-41A2D3869678}" dt="2020-04-02T17:43:00.564" v="13089" actId="478"/>
          <ac:cxnSpMkLst>
            <pc:docMk/>
            <pc:sldMk cId="457554112" sldId="336"/>
            <ac:cxnSpMk id="152" creationId="{E9C3D48E-4182-4BA0-A818-F03324A72231}"/>
          </ac:cxnSpMkLst>
        </pc:cxnChg>
        <pc:cxnChg chg="add del mod">
          <ac:chgData name="Deep Singh" userId="218171febb998cc3" providerId="LiveId" clId="{A631849A-FE2E-4D2F-A2E6-41A2D3869678}" dt="2020-04-02T17:43:06.428" v="13090" actId="478"/>
          <ac:cxnSpMkLst>
            <pc:docMk/>
            <pc:sldMk cId="457554112" sldId="336"/>
            <ac:cxnSpMk id="153" creationId="{9084DFA2-1709-4E43-B55E-63D46E6ABE43}"/>
          </ac:cxnSpMkLst>
        </pc:cxnChg>
        <pc:cxnChg chg="add mod">
          <ac:chgData name="Deep Singh" userId="218171febb998cc3" providerId="LiveId" clId="{A631849A-FE2E-4D2F-A2E6-41A2D3869678}" dt="2020-04-02T17:47:59.917" v="13277" actId="1076"/>
          <ac:cxnSpMkLst>
            <pc:docMk/>
            <pc:sldMk cId="457554112" sldId="336"/>
            <ac:cxnSpMk id="154" creationId="{1E88856F-83E4-4D3D-86B0-AF1EA2DD960F}"/>
          </ac:cxnSpMkLst>
        </pc:cxnChg>
        <pc:cxnChg chg="add mod">
          <ac:chgData name="Deep Singh" userId="218171febb998cc3" providerId="LiveId" clId="{A631849A-FE2E-4D2F-A2E6-41A2D3869678}" dt="2020-04-02T17:48:16.742" v="13280" actId="14100"/>
          <ac:cxnSpMkLst>
            <pc:docMk/>
            <pc:sldMk cId="457554112" sldId="336"/>
            <ac:cxnSpMk id="155" creationId="{F7143D0C-1E1F-4847-A2DD-1C0129811F8E}"/>
          </ac:cxnSpMkLst>
        </pc:cxnChg>
        <pc:cxnChg chg="add mod">
          <ac:chgData name="Deep Singh" userId="218171febb998cc3" providerId="LiveId" clId="{A631849A-FE2E-4D2F-A2E6-41A2D3869678}" dt="2020-04-02T17:45:26.347" v="13161" actId="14100"/>
          <ac:cxnSpMkLst>
            <pc:docMk/>
            <pc:sldMk cId="457554112" sldId="336"/>
            <ac:cxnSpMk id="157" creationId="{492B7BB8-20A0-4A73-ADAC-007A14E61860}"/>
          </ac:cxnSpMkLst>
        </pc:cxnChg>
        <pc:cxnChg chg="add del mod">
          <ac:chgData name="Deep Singh" userId="218171febb998cc3" providerId="LiveId" clId="{A631849A-FE2E-4D2F-A2E6-41A2D3869678}" dt="2020-04-02T17:33:55.571" v="12887" actId="478"/>
          <ac:cxnSpMkLst>
            <pc:docMk/>
            <pc:sldMk cId="457554112" sldId="336"/>
            <ac:cxnSpMk id="159" creationId="{63919DA2-DA5F-40E2-B60A-9BBE3C82B526}"/>
          </ac:cxnSpMkLst>
        </pc:cxnChg>
        <pc:cxnChg chg="add mod">
          <ac:chgData name="Deep Singh" userId="218171febb998cc3" providerId="LiveId" clId="{A631849A-FE2E-4D2F-A2E6-41A2D3869678}" dt="2020-04-02T17:48:35.200" v="13297" actId="1076"/>
          <ac:cxnSpMkLst>
            <pc:docMk/>
            <pc:sldMk cId="457554112" sldId="336"/>
            <ac:cxnSpMk id="251" creationId="{A897BC0F-8F27-44C8-9199-04298C8C05B5}"/>
          </ac:cxnSpMkLst>
        </pc:cxnChg>
      </pc:sldChg>
      <pc:sldChg chg="modSp add del">
        <pc:chgData name="Deep Singh" userId="218171febb998cc3" providerId="LiveId" clId="{A631849A-FE2E-4D2F-A2E6-41A2D3869678}" dt="2020-04-02T16:21:35.777" v="11098"/>
        <pc:sldMkLst>
          <pc:docMk/>
          <pc:sldMk cId="2399215764" sldId="336"/>
        </pc:sldMkLst>
        <pc:spChg chg="mod">
          <ac:chgData name="Deep Singh" userId="218171febb998cc3" providerId="LiveId" clId="{A631849A-FE2E-4D2F-A2E6-41A2D3869678}" dt="2020-04-02T16:21:35.777" v="11098"/>
          <ac:spMkLst>
            <pc:docMk/>
            <pc:sldMk cId="2399215764" sldId="336"/>
            <ac:spMk id="2" creationId="{A5FE6F0A-07FD-4B30-BC74-F54D6DFF7060}"/>
          </ac:spMkLst>
        </pc:spChg>
        <pc:spChg chg="mod">
          <ac:chgData name="Deep Singh" userId="218171febb998cc3" providerId="LiveId" clId="{A631849A-FE2E-4D2F-A2E6-41A2D3869678}" dt="2020-04-02T16:21:35.777" v="11098"/>
          <ac:spMkLst>
            <pc:docMk/>
            <pc:sldMk cId="2399215764" sldId="336"/>
            <ac:spMk id="17" creationId="{7FD7452E-7D92-477C-B2E3-5D12C6885F3B}"/>
          </ac:spMkLst>
        </pc:spChg>
        <pc:spChg chg="mod">
          <ac:chgData name="Deep Singh" userId="218171febb998cc3" providerId="LiveId" clId="{A631849A-FE2E-4D2F-A2E6-41A2D3869678}" dt="2020-04-02T16:21:35.777" v="11098"/>
          <ac:spMkLst>
            <pc:docMk/>
            <pc:sldMk cId="2399215764" sldId="336"/>
            <ac:spMk id="19" creationId="{844A6E11-43C7-44B4-B2FB-EEC4D56ED3D9}"/>
          </ac:spMkLst>
        </pc:spChg>
        <pc:spChg chg="mod">
          <ac:chgData name="Deep Singh" userId="218171febb998cc3" providerId="LiveId" clId="{A631849A-FE2E-4D2F-A2E6-41A2D3869678}" dt="2020-04-02T16:21:35.777" v="11098"/>
          <ac:spMkLst>
            <pc:docMk/>
            <pc:sldMk cId="2399215764" sldId="336"/>
            <ac:spMk id="21" creationId="{B7214C92-998A-45D6-9F9E-E22256992E87}"/>
          </ac:spMkLst>
        </pc:spChg>
        <pc:spChg chg="mod">
          <ac:chgData name="Deep Singh" userId="218171febb998cc3" providerId="LiveId" clId="{A631849A-FE2E-4D2F-A2E6-41A2D3869678}" dt="2020-04-02T16:21:35.777" v="11098"/>
          <ac:spMkLst>
            <pc:docMk/>
            <pc:sldMk cId="2399215764" sldId="336"/>
            <ac:spMk id="23" creationId="{5ED6AEA2-4A9C-4C6C-A779-F11A0491D4D3}"/>
          </ac:spMkLst>
        </pc:spChg>
        <pc:spChg chg="mod">
          <ac:chgData name="Deep Singh" userId="218171febb998cc3" providerId="LiveId" clId="{A631849A-FE2E-4D2F-A2E6-41A2D3869678}" dt="2020-04-02T16:21:35.777" v="11098"/>
          <ac:spMkLst>
            <pc:docMk/>
            <pc:sldMk cId="2399215764" sldId="336"/>
            <ac:spMk id="25" creationId="{CD12E115-F745-4EE7-8C73-8FB7D3EE6870}"/>
          </ac:spMkLst>
        </pc:spChg>
        <pc:spChg chg="mod">
          <ac:chgData name="Deep Singh" userId="218171febb998cc3" providerId="LiveId" clId="{A631849A-FE2E-4D2F-A2E6-41A2D3869678}" dt="2020-04-02T16:21:35.777" v="11098"/>
          <ac:spMkLst>
            <pc:docMk/>
            <pc:sldMk cId="2399215764" sldId="336"/>
            <ac:spMk id="27" creationId="{6D329F2F-00B3-45E6-9A83-116B815FF161}"/>
          </ac:spMkLst>
        </pc:spChg>
        <pc:spChg chg="mod">
          <ac:chgData name="Deep Singh" userId="218171febb998cc3" providerId="LiveId" clId="{A631849A-FE2E-4D2F-A2E6-41A2D3869678}" dt="2020-04-02T16:21:35.777" v="11098"/>
          <ac:spMkLst>
            <pc:docMk/>
            <pc:sldMk cId="2399215764" sldId="336"/>
            <ac:spMk id="29" creationId="{99DE9ED5-D183-45A2-834C-A0225DE6BFB8}"/>
          </ac:spMkLst>
        </pc:spChg>
        <pc:spChg chg="mod">
          <ac:chgData name="Deep Singh" userId="218171febb998cc3" providerId="LiveId" clId="{A631849A-FE2E-4D2F-A2E6-41A2D3869678}" dt="2020-04-02T16:21:35.777" v="11098"/>
          <ac:spMkLst>
            <pc:docMk/>
            <pc:sldMk cId="2399215764" sldId="336"/>
            <ac:spMk id="31" creationId="{1E308E97-C834-4F47-A766-18201855A027}"/>
          </ac:spMkLst>
        </pc:spChg>
        <pc:spChg chg="mod">
          <ac:chgData name="Deep Singh" userId="218171febb998cc3" providerId="LiveId" clId="{A631849A-FE2E-4D2F-A2E6-41A2D3869678}" dt="2020-04-02T16:21:35.777" v="11098"/>
          <ac:spMkLst>
            <pc:docMk/>
            <pc:sldMk cId="2399215764" sldId="336"/>
            <ac:spMk id="33" creationId="{5E19C830-F631-48BA-8F96-F2C87E21606C}"/>
          </ac:spMkLst>
        </pc:spChg>
        <pc:spChg chg="mod">
          <ac:chgData name="Deep Singh" userId="218171febb998cc3" providerId="LiveId" clId="{A631849A-FE2E-4D2F-A2E6-41A2D3869678}" dt="2020-04-02T16:21:35.777" v="11098"/>
          <ac:spMkLst>
            <pc:docMk/>
            <pc:sldMk cId="2399215764" sldId="336"/>
            <ac:spMk id="35" creationId="{0594C6FC-3F11-4B1A-84C7-CA9145D3CFC7}"/>
          </ac:spMkLst>
        </pc:spChg>
        <pc:spChg chg="mod">
          <ac:chgData name="Deep Singh" userId="218171febb998cc3" providerId="LiveId" clId="{A631849A-FE2E-4D2F-A2E6-41A2D3869678}" dt="2020-04-02T16:21:35.777" v="11098"/>
          <ac:spMkLst>
            <pc:docMk/>
            <pc:sldMk cId="2399215764" sldId="336"/>
            <ac:spMk id="37" creationId="{1EE92CA1-10B8-4E58-9AAF-641087D819CF}"/>
          </ac:spMkLst>
        </pc:spChg>
        <pc:spChg chg="mod">
          <ac:chgData name="Deep Singh" userId="218171febb998cc3" providerId="LiveId" clId="{A631849A-FE2E-4D2F-A2E6-41A2D3869678}" dt="2020-04-02T16:21:35.777" v="11098"/>
          <ac:spMkLst>
            <pc:docMk/>
            <pc:sldMk cId="2399215764" sldId="336"/>
            <ac:spMk id="39" creationId="{5F6CFB84-557C-4CF6-8243-112384746C78}"/>
          </ac:spMkLst>
        </pc:spChg>
      </pc:sldChg>
      <pc:sldChg chg="addSp delSp modSp add del">
        <pc:chgData name="Deep Singh" userId="218171febb998cc3" providerId="LiveId" clId="{A631849A-FE2E-4D2F-A2E6-41A2D3869678}" dt="2020-04-02T16:23:11.454" v="11140"/>
        <pc:sldMkLst>
          <pc:docMk/>
          <pc:sldMk cId="2756783290" sldId="336"/>
        </pc:sldMkLst>
        <pc:spChg chg="add del mod">
          <ac:chgData name="Deep Singh" userId="218171febb998cc3" providerId="LiveId" clId="{A631849A-FE2E-4D2F-A2E6-41A2D3869678}" dt="2020-04-02T16:23:11.454" v="11140"/>
          <ac:spMkLst>
            <pc:docMk/>
            <pc:sldMk cId="2756783290" sldId="336"/>
            <ac:spMk id="2" creationId="{23A5B30D-A2C7-49DA-9447-A084308A5455}"/>
          </ac:spMkLst>
        </pc:spChg>
        <pc:spChg chg="add del">
          <ac:chgData name="Deep Singh" userId="218171febb998cc3" providerId="LiveId" clId="{A631849A-FE2E-4D2F-A2E6-41A2D3869678}" dt="2020-04-02T16:23:10.352" v="11138"/>
          <ac:spMkLst>
            <pc:docMk/>
            <pc:sldMk cId="2756783290" sldId="336"/>
            <ac:spMk id="3" creationId="{DDD3B913-B9E9-469D-9E6C-937FBB3924A1}"/>
          </ac:spMkLst>
        </pc:spChg>
        <pc:spChg chg="add del">
          <ac:chgData name="Deep Singh" userId="218171febb998cc3" providerId="LiveId" clId="{A631849A-FE2E-4D2F-A2E6-41A2D3869678}" dt="2020-04-02T16:23:10.352" v="11138"/>
          <ac:spMkLst>
            <pc:docMk/>
            <pc:sldMk cId="2756783290" sldId="336"/>
            <ac:spMk id="4" creationId="{FF91CE7A-E817-4294-BC5E-47C1C7101372}"/>
          </ac:spMkLst>
        </pc:spChg>
        <pc:spChg chg="add del">
          <ac:chgData name="Deep Singh" userId="218171febb998cc3" providerId="LiveId" clId="{A631849A-FE2E-4D2F-A2E6-41A2D3869678}" dt="2020-04-02T16:23:10.352" v="11138"/>
          <ac:spMkLst>
            <pc:docMk/>
            <pc:sldMk cId="2756783290" sldId="336"/>
            <ac:spMk id="5" creationId="{EC24E4CC-C934-4A81-8459-9C753E29A29B}"/>
          </ac:spMkLst>
        </pc:spChg>
        <pc:spChg chg="add del">
          <ac:chgData name="Deep Singh" userId="218171febb998cc3" providerId="LiveId" clId="{A631849A-FE2E-4D2F-A2E6-41A2D3869678}" dt="2020-04-02T16:23:10.352" v="11138"/>
          <ac:spMkLst>
            <pc:docMk/>
            <pc:sldMk cId="2756783290" sldId="336"/>
            <ac:spMk id="6" creationId="{2A6DEF99-ADB2-41A7-B86A-06879FBC80D7}"/>
          </ac:spMkLst>
        </pc:spChg>
        <pc:spChg chg="add del">
          <ac:chgData name="Deep Singh" userId="218171febb998cc3" providerId="LiveId" clId="{A631849A-FE2E-4D2F-A2E6-41A2D3869678}" dt="2020-04-02T16:23:10.352" v="11138"/>
          <ac:spMkLst>
            <pc:docMk/>
            <pc:sldMk cId="2756783290" sldId="336"/>
            <ac:spMk id="7" creationId="{0EDB6AC9-03B9-42F7-85EF-9468AC9A032A}"/>
          </ac:spMkLst>
        </pc:spChg>
        <pc:spChg chg="add del">
          <ac:chgData name="Deep Singh" userId="218171febb998cc3" providerId="LiveId" clId="{A631849A-FE2E-4D2F-A2E6-41A2D3869678}" dt="2020-04-02T16:23:10.352" v="11138"/>
          <ac:spMkLst>
            <pc:docMk/>
            <pc:sldMk cId="2756783290" sldId="336"/>
            <ac:spMk id="8" creationId="{182CFCF0-6F5F-46DE-9C76-94A80D650F45}"/>
          </ac:spMkLst>
        </pc:spChg>
        <pc:spChg chg="add del">
          <ac:chgData name="Deep Singh" userId="218171febb998cc3" providerId="LiveId" clId="{A631849A-FE2E-4D2F-A2E6-41A2D3869678}" dt="2020-04-02T16:23:10.352" v="11138"/>
          <ac:spMkLst>
            <pc:docMk/>
            <pc:sldMk cId="2756783290" sldId="336"/>
            <ac:spMk id="9" creationId="{75C132FC-A56A-41E4-84D8-BD283C5F4C3B}"/>
          </ac:spMkLst>
        </pc:spChg>
        <pc:spChg chg="add del">
          <ac:chgData name="Deep Singh" userId="218171febb998cc3" providerId="LiveId" clId="{A631849A-FE2E-4D2F-A2E6-41A2D3869678}" dt="2020-04-02T16:23:10.352" v="11138"/>
          <ac:spMkLst>
            <pc:docMk/>
            <pc:sldMk cId="2756783290" sldId="336"/>
            <ac:spMk id="10" creationId="{D51E32D8-32C2-4A0F-9BC4-FDCAEF250A9F}"/>
          </ac:spMkLst>
        </pc:spChg>
        <pc:spChg chg="add del">
          <ac:chgData name="Deep Singh" userId="218171febb998cc3" providerId="LiveId" clId="{A631849A-FE2E-4D2F-A2E6-41A2D3869678}" dt="2020-04-02T16:23:10.352" v="11138"/>
          <ac:spMkLst>
            <pc:docMk/>
            <pc:sldMk cId="2756783290" sldId="336"/>
            <ac:spMk id="11" creationId="{95527634-C894-44DD-8BE8-E285FA7F60AB}"/>
          </ac:spMkLst>
        </pc:spChg>
        <pc:spChg chg="add del">
          <ac:chgData name="Deep Singh" userId="218171febb998cc3" providerId="LiveId" clId="{A631849A-FE2E-4D2F-A2E6-41A2D3869678}" dt="2020-04-02T16:23:10.352" v="11138"/>
          <ac:spMkLst>
            <pc:docMk/>
            <pc:sldMk cId="2756783290" sldId="336"/>
            <ac:spMk id="12" creationId="{C4138CD5-5F98-407D-8C6A-99DD38007E27}"/>
          </ac:spMkLst>
        </pc:spChg>
        <pc:spChg chg="add del">
          <ac:chgData name="Deep Singh" userId="218171febb998cc3" providerId="LiveId" clId="{A631849A-FE2E-4D2F-A2E6-41A2D3869678}" dt="2020-04-02T16:23:10.352" v="11138"/>
          <ac:spMkLst>
            <pc:docMk/>
            <pc:sldMk cId="2756783290" sldId="336"/>
            <ac:spMk id="13" creationId="{65A0FBB0-05AF-4F3C-B026-4904D989FE2D}"/>
          </ac:spMkLst>
        </pc:spChg>
        <pc:spChg chg="add del">
          <ac:chgData name="Deep Singh" userId="218171febb998cc3" providerId="LiveId" clId="{A631849A-FE2E-4D2F-A2E6-41A2D3869678}" dt="2020-04-02T16:23:10.352" v="11138"/>
          <ac:spMkLst>
            <pc:docMk/>
            <pc:sldMk cId="2756783290" sldId="336"/>
            <ac:spMk id="14" creationId="{DB3D322F-0609-45C9-ACA7-FFB06D52AD29}"/>
          </ac:spMkLst>
        </pc:spChg>
        <pc:spChg chg="add del">
          <ac:chgData name="Deep Singh" userId="218171febb998cc3" providerId="LiveId" clId="{A631849A-FE2E-4D2F-A2E6-41A2D3869678}" dt="2020-04-02T16:23:10.352" v="11138"/>
          <ac:spMkLst>
            <pc:docMk/>
            <pc:sldMk cId="2756783290" sldId="336"/>
            <ac:spMk id="15" creationId="{CFFE9FE4-362C-4B3A-8931-6E1CF4A2C1CE}"/>
          </ac:spMkLst>
        </pc:spChg>
        <pc:spChg chg="add del">
          <ac:chgData name="Deep Singh" userId="218171febb998cc3" providerId="LiveId" clId="{A631849A-FE2E-4D2F-A2E6-41A2D3869678}" dt="2020-04-02T16:23:10.352" v="11138"/>
          <ac:spMkLst>
            <pc:docMk/>
            <pc:sldMk cId="2756783290" sldId="336"/>
            <ac:spMk id="16" creationId="{29EC0478-09A1-4682-99A8-417DCD2459F5}"/>
          </ac:spMkLst>
        </pc:spChg>
        <pc:spChg chg="add del mod">
          <ac:chgData name="Deep Singh" userId="218171febb998cc3" providerId="LiveId" clId="{A631849A-FE2E-4D2F-A2E6-41A2D3869678}" dt="2020-04-02T16:23:11.454" v="11140"/>
          <ac:spMkLst>
            <pc:docMk/>
            <pc:sldMk cId="2756783290" sldId="336"/>
            <ac:spMk id="17" creationId="{FC171485-8097-4C8F-922C-A655B0471D0B}"/>
          </ac:spMkLst>
        </pc:spChg>
        <pc:spChg chg="add del">
          <ac:chgData name="Deep Singh" userId="218171febb998cc3" providerId="LiveId" clId="{A631849A-FE2E-4D2F-A2E6-41A2D3869678}" dt="2020-04-02T16:23:10.352" v="11138"/>
          <ac:spMkLst>
            <pc:docMk/>
            <pc:sldMk cId="2756783290" sldId="336"/>
            <ac:spMk id="18" creationId="{9B5DCE88-0F0B-4C21-A813-B65D6980C8EC}"/>
          </ac:spMkLst>
        </pc:spChg>
        <pc:spChg chg="add del mod">
          <ac:chgData name="Deep Singh" userId="218171febb998cc3" providerId="LiveId" clId="{A631849A-FE2E-4D2F-A2E6-41A2D3869678}" dt="2020-04-02T16:23:11.454" v="11140"/>
          <ac:spMkLst>
            <pc:docMk/>
            <pc:sldMk cId="2756783290" sldId="336"/>
            <ac:spMk id="19" creationId="{657FDADC-1504-418F-9690-E07C12F80BD3}"/>
          </ac:spMkLst>
        </pc:spChg>
        <pc:spChg chg="add del">
          <ac:chgData name="Deep Singh" userId="218171febb998cc3" providerId="LiveId" clId="{A631849A-FE2E-4D2F-A2E6-41A2D3869678}" dt="2020-04-02T16:23:10.352" v="11138"/>
          <ac:spMkLst>
            <pc:docMk/>
            <pc:sldMk cId="2756783290" sldId="336"/>
            <ac:spMk id="20" creationId="{AF99BEDD-B417-47E6-8A4D-39F93F1FBD1F}"/>
          </ac:spMkLst>
        </pc:spChg>
        <pc:spChg chg="add del mod">
          <ac:chgData name="Deep Singh" userId="218171febb998cc3" providerId="LiveId" clId="{A631849A-FE2E-4D2F-A2E6-41A2D3869678}" dt="2020-04-02T16:23:11.454" v="11140"/>
          <ac:spMkLst>
            <pc:docMk/>
            <pc:sldMk cId="2756783290" sldId="336"/>
            <ac:spMk id="21" creationId="{B2258B36-653A-487D-97C0-9C0603E095D2}"/>
          </ac:spMkLst>
        </pc:spChg>
        <pc:spChg chg="add del">
          <ac:chgData name="Deep Singh" userId="218171febb998cc3" providerId="LiveId" clId="{A631849A-FE2E-4D2F-A2E6-41A2D3869678}" dt="2020-04-02T16:23:10.352" v="11138"/>
          <ac:spMkLst>
            <pc:docMk/>
            <pc:sldMk cId="2756783290" sldId="336"/>
            <ac:spMk id="22" creationId="{15B1BD69-5925-4F25-A9F4-00A369CFB1F2}"/>
          </ac:spMkLst>
        </pc:spChg>
        <pc:spChg chg="add del mod">
          <ac:chgData name="Deep Singh" userId="218171febb998cc3" providerId="LiveId" clId="{A631849A-FE2E-4D2F-A2E6-41A2D3869678}" dt="2020-04-02T16:23:11.454" v="11140"/>
          <ac:spMkLst>
            <pc:docMk/>
            <pc:sldMk cId="2756783290" sldId="336"/>
            <ac:spMk id="23" creationId="{CD336772-7A50-47A4-BFBD-D0492C6D16E0}"/>
          </ac:spMkLst>
        </pc:spChg>
        <pc:spChg chg="add del">
          <ac:chgData name="Deep Singh" userId="218171febb998cc3" providerId="LiveId" clId="{A631849A-FE2E-4D2F-A2E6-41A2D3869678}" dt="2020-04-02T16:23:10.352" v="11138"/>
          <ac:spMkLst>
            <pc:docMk/>
            <pc:sldMk cId="2756783290" sldId="336"/>
            <ac:spMk id="24" creationId="{D9E00017-5F2D-4CAC-B43C-DC6B334F5C69}"/>
          </ac:spMkLst>
        </pc:spChg>
        <pc:spChg chg="add del mod">
          <ac:chgData name="Deep Singh" userId="218171febb998cc3" providerId="LiveId" clId="{A631849A-FE2E-4D2F-A2E6-41A2D3869678}" dt="2020-04-02T16:23:11.454" v="11140"/>
          <ac:spMkLst>
            <pc:docMk/>
            <pc:sldMk cId="2756783290" sldId="336"/>
            <ac:spMk id="25" creationId="{5B9B2E5B-CFE7-4EB0-968A-FD75457D61AD}"/>
          </ac:spMkLst>
        </pc:spChg>
        <pc:spChg chg="add del">
          <ac:chgData name="Deep Singh" userId="218171febb998cc3" providerId="LiveId" clId="{A631849A-FE2E-4D2F-A2E6-41A2D3869678}" dt="2020-04-02T16:23:10.352" v="11138"/>
          <ac:spMkLst>
            <pc:docMk/>
            <pc:sldMk cId="2756783290" sldId="336"/>
            <ac:spMk id="26" creationId="{4FA3DCC4-BB92-4755-AD61-9B8DE1C99443}"/>
          </ac:spMkLst>
        </pc:spChg>
        <pc:spChg chg="add del mod">
          <ac:chgData name="Deep Singh" userId="218171febb998cc3" providerId="LiveId" clId="{A631849A-FE2E-4D2F-A2E6-41A2D3869678}" dt="2020-04-02T16:23:11.454" v="11140"/>
          <ac:spMkLst>
            <pc:docMk/>
            <pc:sldMk cId="2756783290" sldId="336"/>
            <ac:spMk id="27" creationId="{54344073-DBE6-4FFE-8613-5B3D2F062EB8}"/>
          </ac:spMkLst>
        </pc:spChg>
        <pc:spChg chg="add del">
          <ac:chgData name="Deep Singh" userId="218171febb998cc3" providerId="LiveId" clId="{A631849A-FE2E-4D2F-A2E6-41A2D3869678}" dt="2020-04-02T16:23:10.352" v="11138"/>
          <ac:spMkLst>
            <pc:docMk/>
            <pc:sldMk cId="2756783290" sldId="336"/>
            <ac:spMk id="28" creationId="{6941A092-59C2-4F11-9F3D-BF035C224EED}"/>
          </ac:spMkLst>
        </pc:spChg>
        <pc:spChg chg="add del mod">
          <ac:chgData name="Deep Singh" userId="218171febb998cc3" providerId="LiveId" clId="{A631849A-FE2E-4D2F-A2E6-41A2D3869678}" dt="2020-04-02T16:23:11.454" v="11140"/>
          <ac:spMkLst>
            <pc:docMk/>
            <pc:sldMk cId="2756783290" sldId="336"/>
            <ac:spMk id="29" creationId="{121D2956-FB67-4C63-9B69-6F40DB6477C2}"/>
          </ac:spMkLst>
        </pc:spChg>
        <pc:spChg chg="add del">
          <ac:chgData name="Deep Singh" userId="218171febb998cc3" providerId="LiveId" clId="{A631849A-FE2E-4D2F-A2E6-41A2D3869678}" dt="2020-04-02T16:23:10.352" v="11138"/>
          <ac:spMkLst>
            <pc:docMk/>
            <pc:sldMk cId="2756783290" sldId="336"/>
            <ac:spMk id="30" creationId="{D835B0D4-7A9A-4737-A0A4-07F69AAB2188}"/>
          </ac:spMkLst>
        </pc:spChg>
        <pc:spChg chg="add del mod">
          <ac:chgData name="Deep Singh" userId="218171febb998cc3" providerId="LiveId" clId="{A631849A-FE2E-4D2F-A2E6-41A2D3869678}" dt="2020-04-02T16:23:11.454" v="11140"/>
          <ac:spMkLst>
            <pc:docMk/>
            <pc:sldMk cId="2756783290" sldId="336"/>
            <ac:spMk id="31" creationId="{156E36F4-CFC5-40D1-9255-AA4BF50AA7E8}"/>
          </ac:spMkLst>
        </pc:spChg>
        <pc:spChg chg="add del">
          <ac:chgData name="Deep Singh" userId="218171febb998cc3" providerId="LiveId" clId="{A631849A-FE2E-4D2F-A2E6-41A2D3869678}" dt="2020-04-02T16:23:10.352" v="11138"/>
          <ac:spMkLst>
            <pc:docMk/>
            <pc:sldMk cId="2756783290" sldId="336"/>
            <ac:spMk id="32" creationId="{57F979EE-882C-498E-99EA-0D68C9AA4FBA}"/>
          </ac:spMkLst>
        </pc:spChg>
        <pc:spChg chg="add del mod">
          <ac:chgData name="Deep Singh" userId="218171febb998cc3" providerId="LiveId" clId="{A631849A-FE2E-4D2F-A2E6-41A2D3869678}" dt="2020-04-02T16:23:11.454" v="11140"/>
          <ac:spMkLst>
            <pc:docMk/>
            <pc:sldMk cId="2756783290" sldId="336"/>
            <ac:spMk id="33" creationId="{728BA597-5587-4B6E-92A3-AA88875CB2B5}"/>
          </ac:spMkLst>
        </pc:spChg>
        <pc:spChg chg="add del">
          <ac:chgData name="Deep Singh" userId="218171febb998cc3" providerId="LiveId" clId="{A631849A-FE2E-4D2F-A2E6-41A2D3869678}" dt="2020-04-02T16:23:10.352" v="11138"/>
          <ac:spMkLst>
            <pc:docMk/>
            <pc:sldMk cId="2756783290" sldId="336"/>
            <ac:spMk id="34" creationId="{E82887BB-F7BE-4D37-8B76-E5491E35A567}"/>
          </ac:spMkLst>
        </pc:spChg>
        <pc:spChg chg="add del mod">
          <ac:chgData name="Deep Singh" userId="218171febb998cc3" providerId="LiveId" clId="{A631849A-FE2E-4D2F-A2E6-41A2D3869678}" dt="2020-04-02T16:23:11.454" v="11140"/>
          <ac:spMkLst>
            <pc:docMk/>
            <pc:sldMk cId="2756783290" sldId="336"/>
            <ac:spMk id="35" creationId="{AFBF0F92-BDF6-4EBA-8605-39449CB66408}"/>
          </ac:spMkLst>
        </pc:spChg>
        <pc:spChg chg="add del">
          <ac:chgData name="Deep Singh" userId="218171febb998cc3" providerId="LiveId" clId="{A631849A-FE2E-4D2F-A2E6-41A2D3869678}" dt="2020-04-02T16:23:10.352" v="11138"/>
          <ac:spMkLst>
            <pc:docMk/>
            <pc:sldMk cId="2756783290" sldId="336"/>
            <ac:spMk id="36" creationId="{8E4299BE-92D4-482E-8EEC-F53E17B83320}"/>
          </ac:spMkLst>
        </pc:spChg>
        <pc:spChg chg="add del mod">
          <ac:chgData name="Deep Singh" userId="218171febb998cc3" providerId="LiveId" clId="{A631849A-FE2E-4D2F-A2E6-41A2D3869678}" dt="2020-04-02T16:23:11.454" v="11140"/>
          <ac:spMkLst>
            <pc:docMk/>
            <pc:sldMk cId="2756783290" sldId="336"/>
            <ac:spMk id="37" creationId="{CC0C9BBC-3628-4AF0-8678-824F385AB077}"/>
          </ac:spMkLst>
        </pc:spChg>
        <pc:spChg chg="add del">
          <ac:chgData name="Deep Singh" userId="218171febb998cc3" providerId="LiveId" clId="{A631849A-FE2E-4D2F-A2E6-41A2D3869678}" dt="2020-04-02T16:23:10.352" v="11138"/>
          <ac:spMkLst>
            <pc:docMk/>
            <pc:sldMk cId="2756783290" sldId="336"/>
            <ac:spMk id="38" creationId="{5CAA2C4D-7330-4BF2-9CE8-55CD975CBA59}"/>
          </ac:spMkLst>
        </pc:spChg>
        <pc:spChg chg="add del mod">
          <ac:chgData name="Deep Singh" userId="218171febb998cc3" providerId="LiveId" clId="{A631849A-FE2E-4D2F-A2E6-41A2D3869678}" dt="2020-04-02T16:23:11.454" v="11140"/>
          <ac:spMkLst>
            <pc:docMk/>
            <pc:sldMk cId="2756783290" sldId="336"/>
            <ac:spMk id="39" creationId="{EA94D6BD-F28D-4AD9-BECF-2A06F1E3D471}"/>
          </ac:spMkLst>
        </pc:spChg>
        <pc:spChg chg="add del">
          <ac:chgData name="Deep Singh" userId="218171febb998cc3" providerId="LiveId" clId="{A631849A-FE2E-4D2F-A2E6-41A2D3869678}" dt="2020-04-02T16:23:10.352" v="11138"/>
          <ac:spMkLst>
            <pc:docMk/>
            <pc:sldMk cId="2756783290" sldId="336"/>
            <ac:spMk id="40" creationId="{D53AFAF2-4762-47DC-8DFA-F047F41E8C4D}"/>
          </ac:spMkLst>
        </pc:spChg>
        <pc:spChg chg="add del">
          <ac:chgData name="Deep Singh" userId="218171febb998cc3" providerId="LiveId" clId="{A631849A-FE2E-4D2F-A2E6-41A2D3869678}" dt="2020-04-02T16:23:10.352" v="11138"/>
          <ac:spMkLst>
            <pc:docMk/>
            <pc:sldMk cId="2756783290" sldId="336"/>
            <ac:spMk id="41" creationId="{7504635F-70C6-40E3-BBEC-4FACA88D51D8}"/>
          </ac:spMkLst>
        </pc:spChg>
        <pc:spChg chg="add del">
          <ac:chgData name="Deep Singh" userId="218171febb998cc3" providerId="LiveId" clId="{A631849A-FE2E-4D2F-A2E6-41A2D3869678}" dt="2020-04-02T16:23:10.352" v="11138"/>
          <ac:spMkLst>
            <pc:docMk/>
            <pc:sldMk cId="2756783290" sldId="336"/>
            <ac:spMk id="42" creationId="{FE0B70E9-8F19-4710-9FFC-C396CD239C2E}"/>
          </ac:spMkLst>
        </pc:spChg>
        <pc:spChg chg="add del">
          <ac:chgData name="Deep Singh" userId="218171febb998cc3" providerId="LiveId" clId="{A631849A-FE2E-4D2F-A2E6-41A2D3869678}" dt="2020-04-02T16:23:10.352" v="11138"/>
          <ac:spMkLst>
            <pc:docMk/>
            <pc:sldMk cId="2756783290" sldId="336"/>
            <ac:spMk id="43" creationId="{D6CD26E3-DFA4-4C96-856C-3EDFE77A5ABA}"/>
          </ac:spMkLst>
        </pc:spChg>
        <pc:spChg chg="add del">
          <ac:chgData name="Deep Singh" userId="218171febb998cc3" providerId="LiveId" clId="{A631849A-FE2E-4D2F-A2E6-41A2D3869678}" dt="2020-04-02T16:23:10.352" v="11138"/>
          <ac:spMkLst>
            <pc:docMk/>
            <pc:sldMk cId="2756783290" sldId="336"/>
            <ac:spMk id="44" creationId="{D8E0170B-0AFE-4972-BCD2-80BFC7EC0888}"/>
          </ac:spMkLst>
        </pc:spChg>
        <pc:spChg chg="add del">
          <ac:chgData name="Deep Singh" userId="218171febb998cc3" providerId="LiveId" clId="{A631849A-FE2E-4D2F-A2E6-41A2D3869678}" dt="2020-04-02T16:23:10.352" v="11138"/>
          <ac:spMkLst>
            <pc:docMk/>
            <pc:sldMk cId="2756783290" sldId="336"/>
            <ac:spMk id="45" creationId="{72C5EB0A-0D5B-4B6F-B413-4B793FC3155B}"/>
          </ac:spMkLst>
        </pc:spChg>
        <pc:spChg chg="add del">
          <ac:chgData name="Deep Singh" userId="218171febb998cc3" providerId="LiveId" clId="{A631849A-FE2E-4D2F-A2E6-41A2D3869678}" dt="2020-04-02T16:23:10.352" v="11138"/>
          <ac:spMkLst>
            <pc:docMk/>
            <pc:sldMk cId="2756783290" sldId="336"/>
            <ac:spMk id="46" creationId="{B4823366-CD08-4609-88BD-0DFE28442B9B}"/>
          </ac:spMkLst>
        </pc:spChg>
        <pc:spChg chg="add del">
          <ac:chgData name="Deep Singh" userId="218171febb998cc3" providerId="LiveId" clId="{A631849A-FE2E-4D2F-A2E6-41A2D3869678}" dt="2020-04-02T16:23:10.352" v="11138"/>
          <ac:spMkLst>
            <pc:docMk/>
            <pc:sldMk cId="2756783290" sldId="336"/>
            <ac:spMk id="47" creationId="{1B370168-2B79-49E9-BF41-495AAC16E651}"/>
          </ac:spMkLst>
        </pc:spChg>
        <pc:spChg chg="add del">
          <ac:chgData name="Deep Singh" userId="218171febb998cc3" providerId="LiveId" clId="{A631849A-FE2E-4D2F-A2E6-41A2D3869678}" dt="2020-04-02T16:23:10.352" v="11138"/>
          <ac:spMkLst>
            <pc:docMk/>
            <pc:sldMk cId="2756783290" sldId="336"/>
            <ac:spMk id="48" creationId="{0F15FA66-B8EB-410D-AD46-618EE2483970}"/>
          </ac:spMkLst>
        </pc:spChg>
        <pc:spChg chg="add del">
          <ac:chgData name="Deep Singh" userId="218171febb998cc3" providerId="LiveId" clId="{A631849A-FE2E-4D2F-A2E6-41A2D3869678}" dt="2020-04-02T16:23:10.352" v="11138"/>
          <ac:spMkLst>
            <pc:docMk/>
            <pc:sldMk cId="2756783290" sldId="336"/>
            <ac:spMk id="49" creationId="{572172D9-ED3F-4F7A-AB3E-233E15858249}"/>
          </ac:spMkLst>
        </pc:spChg>
        <pc:spChg chg="add del mod">
          <ac:chgData name="Deep Singh" userId="218171febb998cc3" providerId="LiveId" clId="{A631849A-FE2E-4D2F-A2E6-41A2D3869678}" dt="2020-04-02T16:22:02.088" v="11129"/>
          <ac:spMkLst>
            <pc:docMk/>
            <pc:sldMk cId="2756783290" sldId="336"/>
            <ac:spMk id="50" creationId="{68EED099-8046-4568-841A-ABE452D888D6}"/>
          </ac:spMkLst>
        </pc:spChg>
        <pc:spChg chg="add del">
          <ac:chgData name="Deep Singh" userId="218171febb998cc3" providerId="LiveId" clId="{A631849A-FE2E-4D2F-A2E6-41A2D3869678}" dt="2020-04-02T16:22:02.088" v="11129"/>
          <ac:spMkLst>
            <pc:docMk/>
            <pc:sldMk cId="2756783290" sldId="336"/>
            <ac:spMk id="51" creationId="{30E7B561-AA0E-41C9-B696-49830EF4369C}"/>
          </ac:spMkLst>
        </pc:spChg>
        <pc:spChg chg="add del">
          <ac:chgData name="Deep Singh" userId="218171febb998cc3" providerId="LiveId" clId="{A631849A-FE2E-4D2F-A2E6-41A2D3869678}" dt="2020-04-02T16:22:02.088" v="11129"/>
          <ac:spMkLst>
            <pc:docMk/>
            <pc:sldMk cId="2756783290" sldId="336"/>
            <ac:spMk id="52" creationId="{72D153EB-A7AA-4437-B1C1-AD9974E5AE47}"/>
          </ac:spMkLst>
        </pc:spChg>
        <pc:spChg chg="add del mod">
          <ac:chgData name="Deep Singh" userId="218171febb998cc3" providerId="LiveId" clId="{A631849A-FE2E-4D2F-A2E6-41A2D3869678}" dt="2020-04-02T16:22:02.088" v="11129"/>
          <ac:spMkLst>
            <pc:docMk/>
            <pc:sldMk cId="2756783290" sldId="336"/>
            <ac:spMk id="53" creationId="{5765C2BD-E780-490F-BE93-E0B51F09CE20}"/>
          </ac:spMkLst>
        </pc:spChg>
        <pc:spChg chg="add del">
          <ac:chgData name="Deep Singh" userId="218171febb998cc3" providerId="LiveId" clId="{A631849A-FE2E-4D2F-A2E6-41A2D3869678}" dt="2020-04-02T16:22:02.088" v="11129"/>
          <ac:spMkLst>
            <pc:docMk/>
            <pc:sldMk cId="2756783290" sldId="336"/>
            <ac:spMk id="54" creationId="{2A8C73F6-A3D7-4061-B396-DD7D82C6C78D}"/>
          </ac:spMkLst>
        </pc:spChg>
        <pc:spChg chg="add del">
          <ac:chgData name="Deep Singh" userId="218171febb998cc3" providerId="LiveId" clId="{A631849A-FE2E-4D2F-A2E6-41A2D3869678}" dt="2020-04-02T16:22:02.088" v="11129"/>
          <ac:spMkLst>
            <pc:docMk/>
            <pc:sldMk cId="2756783290" sldId="336"/>
            <ac:spMk id="55" creationId="{7E28B0C5-8438-4521-A9A5-9992E8A7E216}"/>
          </ac:spMkLst>
        </pc:spChg>
        <pc:spChg chg="add del mod">
          <ac:chgData name="Deep Singh" userId="218171febb998cc3" providerId="LiveId" clId="{A631849A-FE2E-4D2F-A2E6-41A2D3869678}" dt="2020-04-02T16:22:02.088" v="11129"/>
          <ac:spMkLst>
            <pc:docMk/>
            <pc:sldMk cId="2756783290" sldId="336"/>
            <ac:spMk id="56" creationId="{A6EFD69D-61A7-40A5-8F48-FB69031A7772}"/>
          </ac:spMkLst>
        </pc:spChg>
        <pc:spChg chg="add del">
          <ac:chgData name="Deep Singh" userId="218171febb998cc3" providerId="LiveId" clId="{A631849A-FE2E-4D2F-A2E6-41A2D3869678}" dt="2020-04-02T16:22:02.088" v="11129"/>
          <ac:spMkLst>
            <pc:docMk/>
            <pc:sldMk cId="2756783290" sldId="336"/>
            <ac:spMk id="57" creationId="{DDE33FD3-4634-4E8F-BB6D-3FC3ADE9D80E}"/>
          </ac:spMkLst>
        </pc:spChg>
        <pc:spChg chg="add del">
          <ac:chgData name="Deep Singh" userId="218171febb998cc3" providerId="LiveId" clId="{A631849A-FE2E-4D2F-A2E6-41A2D3869678}" dt="2020-04-02T16:22:02.088" v="11129"/>
          <ac:spMkLst>
            <pc:docMk/>
            <pc:sldMk cId="2756783290" sldId="336"/>
            <ac:spMk id="58" creationId="{BB1BF925-E8E0-48F7-AE9D-ACA368667F12}"/>
          </ac:spMkLst>
        </pc:spChg>
        <pc:spChg chg="add del mod">
          <ac:chgData name="Deep Singh" userId="218171febb998cc3" providerId="LiveId" clId="{A631849A-FE2E-4D2F-A2E6-41A2D3869678}" dt="2020-04-02T16:22:02.088" v="11129"/>
          <ac:spMkLst>
            <pc:docMk/>
            <pc:sldMk cId="2756783290" sldId="336"/>
            <ac:spMk id="59" creationId="{209D5807-2FEE-4C2A-A41D-297CB8AF3F5A}"/>
          </ac:spMkLst>
        </pc:spChg>
        <pc:spChg chg="add del">
          <ac:chgData name="Deep Singh" userId="218171febb998cc3" providerId="LiveId" clId="{A631849A-FE2E-4D2F-A2E6-41A2D3869678}" dt="2020-04-02T16:22:02.088" v="11129"/>
          <ac:spMkLst>
            <pc:docMk/>
            <pc:sldMk cId="2756783290" sldId="336"/>
            <ac:spMk id="60" creationId="{AF0FDBC9-CD89-40F1-9571-D3D0647E75EE}"/>
          </ac:spMkLst>
        </pc:spChg>
        <pc:spChg chg="add del">
          <ac:chgData name="Deep Singh" userId="218171febb998cc3" providerId="LiveId" clId="{A631849A-FE2E-4D2F-A2E6-41A2D3869678}" dt="2020-04-02T16:22:02.088" v="11129"/>
          <ac:spMkLst>
            <pc:docMk/>
            <pc:sldMk cId="2756783290" sldId="336"/>
            <ac:spMk id="61" creationId="{D66B7617-89A8-452B-8D51-7BEDB7147CF5}"/>
          </ac:spMkLst>
        </pc:spChg>
        <pc:spChg chg="add del mod">
          <ac:chgData name="Deep Singh" userId="218171febb998cc3" providerId="LiveId" clId="{A631849A-FE2E-4D2F-A2E6-41A2D3869678}" dt="2020-04-02T16:22:02.088" v="11129"/>
          <ac:spMkLst>
            <pc:docMk/>
            <pc:sldMk cId="2756783290" sldId="336"/>
            <ac:spMk id="62" creationId="{A8F9BBB9-53F5-442A-8AC9-3FBCF5DAF3B3}"/>
          </ac:spMkLst>
        </pc:spChg>
        <pc:spChg chg="add del">
          <ac:chgData name="Deep Singh" userId="218171febb998cc3" providerId="LiveId" clId="{A631849A-FE2E-4D2F-A2E6-41A2D3869678}" dt="2020-04-02T16:22:02.088" v="11129"/>
          <ac:spMkLst>
            <pc:docMk/>
            <pc:sldMk cId="2756783290" sldId="336"/>
            <ac:spMk id="63" creationId="{EECDAA6F-D78D-4657-B273-48909F69651B}"/>
          </ac:spMkLst>
        </pc:spChg>
        <pc:spChg chg="add del">
          <ac:chgData name="Deep Singh" userId="218171febb998cc3" providerId="LiveId" clId="{A631849A-FE2E-4D2F-A2E6-41A2D3869678}" dt="2020-04-02T16:22:02.088" v="11129"/>
          <ac:spMkLst>
            <pc:docMk/>
            <pc:sldMk cId="2756783290" sldId="336"/>
            <ac:spMk id="64" creationId="{9872F9A6-259B-4B3A-8D4A-5B1FD3092B88}"/>
          </ac:spMkLst>
        </pc:spChg>
        <pc:spChg chg="add del mod">
          <ac:chgData name="Deep Singh" userId="218171febb998cc3" providerId="LiveId" clId="{A631849A-FE2E-4D2F-A2E6-41A2D3869678}" dt="2020-04-02T16:22:02.088" v="11129"/>
          <ac:spMkLst>
            <pc:docMk/>
            <pc:sldMk cId="2756783290" sldId="336"/>
            <ac:spMk id="65" creationId="{955E33E5-319C-4FF1-A939-2E7E620C583D}"/>
          </ac:spMkLst>
        </pc:spChg>
        <pc:spChg chg="add del">
          <ac:chgData name="Deep Singh" userId="218171febb998cc3" providerId="LiveId" clId="{A631849A-FE2E-4D2F-A2E6-41A2D3869678}" dt="2020-04-02T16:22:02.088" v="11129"/>
          <ac:spMkLst>
            <pc:docMk/>
            <pc:sldMk cId="2756783290" sldId="336"/>
            <ac:spMk id="66" creationId="{64644430-8FFB-4E3C-BED5-095E80002E53}"/>
          </ac:spMkLst>
        </pc:spChg>
        <pc:spChg chg="add del">
          <ac:chgData name="Deep Singh" userId="218171febb998cc3" providerId="LiveId" clId="{A631849A-FE2E-4D2F-A2E6-41A2D3869678}" dt="2020-04-02T16:22:02.088" v="11129"/>
          <ac:spMkLst>
            <pc:docMk/>
            <pc:sldMk cId="2756783290" sldId="336"/>
            <ac:spMk id="67" creationId="{C19FBDFB-5736-4ECE-8977-ED283BF62ED4}"/>
          </ac:spMkLst>
        </pc:spChg>
        <pc:spChg chg="add del mod">
          <ac:chgData name="Deep Singh" userId="218171febb998cc3" providerId="LiveId" clId="{A631849A-FE2E-4D2F-A2E6-41A2D3869678}" dt="2020-04-02T16:22:02.088" v="11129"/>
          <ac:spMkLst>
            <pc:docMk/>
            <pc:sldMk cId="2756783290" sldId="336"/>
            <ac:spMk id="68" creationId="{11FCA991-1267-4120-9BDE-713877E3B898}"/>
          </ac:spMkLst>
        </pc:spChg>
        <pc:spChg chg="add del">
          <ac:chgData name="Deep Singh" userId="218171febb998cc3" providerId="LiveId" clId="{A631849A-FE2E-4D2F-A2E6-41A2D3869678}" dt="2020-04-02T16:22:02.088" v="11129"/>
          <ac:spMkLst>
            <pc:docMk/>
            <pc:sldMk cId="2756783290" sldId="336"/>
            <ac:spMk id="69" creationId="{7D7EF9C7-A272-4FB0-A19D-BA57A52E1157}"/>
          </ac:spMkLst>
        </pc:spChg>
        <pc:spChg chg="add del mod">
          <ac:chgData name="Deep Singh" userId="218171febb998cc3" providerId="LiveId" clId="{A631849A-FE2E-4D2F-A2E6-41A2D3869678}" dt="2020-04-02T16:22:02.088" v="11129"/>
          <ac:spMkLst>
            <pc:docMk/>
            <pc:sldMk cId="2756783290" sldId="336"/>
            <ac:spMk id="70" creationId="{E422279A-FCF1-4848-8313-7DE2A49E9BE2}"/>
          </ac:spMkLst>
        </pc:spChg>
        <pc:spChg chg="add del">
          <ac:chgData name="Deep Singh" userId="218171febb998cc3" providerId="LiveId" clId="{A631849A-FE2E-4D2F-A2E6-41A2D3869678}" dt="2020-04-02T16:22:02.088" v="11129"/>
          <ac:spMkLst>
            <pc:docMk/>
            <pc:sldMk cId="2756783290" sldId="336"/>
            <ac:spMk id="71" creationId="{C4A23E5A-E64E-4D08-B35D-27FDE1D98FBF}"/>
          </ac:spMkLst>
        </pc:spChg>
        <pc:spChg chg="add del mod">
          <ac:chgData name="Deep Singh" userId="218171febb998cc3" providerId="LiveId" clId="{A631849A-FE2E-4D2F-A2E6-41A2D3869678}" dt="2020-04-02T16:22:02.088" v="11129"/>
          <ac:spMkLst>
            <pc:docMk/>
            <pc:sldMk cId="2756783290" sldId="336"/>
            <ac:spMk id="72" creationId="{933DC26D-447F-4411-847B-F9A94C15C476}"/>
          </ac:spMkLst>
        </pc:spChg>
        <pc:spChg chg="add del">
          <ac:chgData name="Deep Singh" userId="218171febb998cc3" providerId="LiveId" clId="{A631849A-FE2E-4D2F-A2E6-41A2D3869678}" dt="2020-04-02T16:22:02.088" v="11129"/>
          <ac:spMkLst>
            <pc:docMk/>
            <pc:sldMk cId="2756783290" sldId="336"/>
            <ac:spMk id="73" creationId="{85F4AE2B-453C-4F3F-91E1-833C1A4A2403}"/>
          </ac:spMkLst>
        </pc:spChg>
        <pc:spChg chg="add del mod">
          <ac:chgData name="Deep Singh" userId="218171febb998cc3" providerId="LiveId" clId="{A631849A-FE2E-4D2F-A2E6-41A2D3869678}" dt="2020-04-02T16:22:02.088" v="11129"/>
          <ac:spMkLst>
            <pc:docMk/>
            <pc:sldMk cId="2756783290" sldId="336"/>
            <ac:spMk id="74" creationId="{CB400E1B-9CFD-4ED5-8BCF-695C0D296D78}"/>
          </ac:spMkLst>
        </pc:spChg>
        <pc:spChg chg="add del">
          <ac:chgData name="Deep Singh" userId="218171febb998cc3" providerId="LiveId" clId="{A631849A-FE2E-4D2F-A2E6-41A2D3869678}" dt="2020-04-02T16:22:02.088" v="11129"/>
          <ac:spMkLst>
            <pc:docMk/>
            <pc:sldMk cId="2756783290" sldId="336"/>
            <ac:spMk id="75" creationId="{65EE5449-6C59-4D4F-91C3-E87C0B8B69C2}"/>
          </ac:spMkLst>
        </pc:spChg>
        <pc:spChg chg="add del mod">
          <ac:chgData name="Deep Singh" userId="218171febb998cc3" providerId="LiveId" clId="{A631849A-FE2E-4D2F-A2E6-41A2D3869678}" dt="2020-04-02T16:22:02.088" v="11129"/>
          <ac:spMkLst>
            <pc:docMk/>
            <pc:sldMk cId="2756783290" sldId="336"/>
            <ac:spMk id="76" creationId="{FA268922-2101-4803-B220-A91A8044D83B}"/>
          </ac:spMkLst>
        </pc:spChg>
        <pc:spChg chg="add del">
          <ac:chgData name="Deep Singh" userId="218171febb998cc3" providerId="LiveId" clId="{A631849A-FE2E-4D2F-A2E6-41A2D3869678}" dt="2020-04-02T16:22:02.088" v="11129"/>
          <ac:spMkLst>
            <pc:docMk/>
            <pc:sldMk cId="2756783290" sldId="336"/>
            <ac:spMk id="77" creationId="{CA7440C8-C9DB-4551-9705-5B3BBA520368}"/>
          </ac:spMkLst>
        </pc:spChg>
        <pc:spChg chg="add del mod">
          <ac:chgData name="Deep Singh" userId="218171febb998cc3" providerId="LiveId" clId="{A631849A-FE2E-4D2F-A2E6-41A2D3869678}" dt="2020-04-02T16:22:02.088" v="11129"/>
          <ac:spMkLst>
            <pc:docMk/>
            <pc:sldMk cId="2756783290" sldId="336"/>
            <ac:spMk id="78" creationId="{9AE6BD00-742B-48CF-ABD2-8CF86585730A}"/>
          </ac:spMkLst>
        </pc:spChg>
        <pc:spChg chg="add del">
          <ac:chgData name="Deep Singh" userId="218171febb998cc3" providerId="LiveId" clId="{A631849A-FE2E-4D2F-A2E6-41A2D3869678}" dt="2020-04-02T16:22:02.088" v="11129"/>
          <ac:spMkLst>
            <pc:docMk/>
            <pc:sldMk cId="2756783290" sldId="336"/>
            <ac:spMk id="79" creationId="{D0CC616D-6D84-4547-8823-0C8446E5C65C}"/>
          </ac:spMkLst>
        </pc:spChg>
        <pc:spChg chg="add del mod">
          <ac:chgData name="Deep Singh" userId="218171febb998cc3" providerId="LiveId" clId="{A631849A-FE2E-4D2F-A2E6-41A2D3869678}" dt="2020-04-02T16:22:02.088" v="11129"/>
          <ac:spMkLst>
            <pc:docMk/>
            <pc:sldMk cId="2756783290" sldId="336"/>
            <ac:spMk id="80" creationId="{44AE45AB-670B-402C-9E83-FEE352E6EAC9}"/>
          </ac:spMkLst>
        </pc:spChg>
        <pc:spChg chg="add del">
          <ac:chgData name="Deep Singh" userId="218171febb998cc3" providerId="LiveId" clId="{A631849A-FE2E-4D2F-A2E6-41A2D3869678}" dt="2020-04-02T16:22:02.088" v="11129"/>
          <ac:spMkLst>
            <pc:docMk/>
            <pc:sldMk cId="2756783290" sldId="336"/>
            <ac:spMk id="81" creationId="{ED88D804-1CD9-4556-8CF9-FD6149FD4A17}"/>
          </ac:spMkLst>
        </pc:spChg>
        <pc:spChg chg="add del">
          <ac:chgData name="Deep Singh" userId="218171febb998cc3" providerId="LiveId" clId="{A631849A-FE2E-4D2F-A2E6-41A2D3869678}" dt="2020-04-02T16:22:02.088" v="11129"/>
          <ac:spMkLst>
            <pc:docMk/>
            <pc:sldMk cId="2756783290" sldId="336"/>
            <ac:spMk id="82" creationId="{7428BAFC-457C-4328-9516-9A8F31AE6054}"/>
          </ac:spMkLst>
        </pc:spChg>
        <pc:spChg chg="add del">
          <ac:chgData name="Deep Singh" userId="218171febb998cc3" providerId="LiveId" clId="{A631849A-FE2E-4D2F-A2E6-41A2D3869678}" dt="2020-04-02T16:22:02.088" v="11129"/>
          <ac:spMkLst>
            <pc:docMk/>
            <pc:sldMk cId="2756783290" sldId="336"/>
            <ac:spMk id="83" creationId="{CC4F3AB7-52F1-4BC6-991F-2D5EED096C24}"/>
          </ac:spMkLst>
        </pc:spChg>
        <pc:spChg chg="add del">
          <ac:chgData name="Deep Singh" userId="218171febb998cc3" providerId="LiveId" clId="{A631849A-FE2E-4D2F-A2E6-41A2D3869678}" dt="2020-04-02T16:22:02.088" v="11129"/>
          <ac:spMkLst>
            <pc:docMk/>
            <pc:sldMk cId="2756783290" sldId="336"/>
            <ac:spMk id="84" creationId="{87EDDE89-5ECF-44E4-868F-DE9FB71806D5}"/>
          </ac:spMkLst>
        </pc:spChg>
        <pc:spChg chg="add del">
          <ac:chgData name="Deep Singh" userId="218171febb998cc3" providerId="LiveId" clId="{A631849A-FE2E-4D2F-A2E6-41A2D3869678}" dt="2020-04-02T16:22:02.088" v="11129"/>
          <ac:spMkLst>
            <pc:docMk/>
            <pc:sldMk cId="2756783290" sldId="336"/>
            <ac:spMk id="85" creationId="{A2993012-214E-4997-A94A-D85764099F49}"/>
          </ac:spMkLst>
        </pc:spChg>
        <pc:spChg chg="add del">
          <ac:chgData name="Deep Singh" userId="218171febb998cc3" providerId="LiveId" clId="{A631849A-FE2E-4D2F-A2E6-41A2D3869678}" dt="2020-04-02T16:22:02.088" v="11129"/>
          <ac:spMkLst>
            <pc:docMk/>
            <pc:sldMk cId="2756783290" sldId="336"/>
            <ac:spMk id="86" creationId="{9EE634AE-300E-42F7-A11B-18D4EC1D61D8}"/>
          </ac:spMkLst>
        </pc:spChg>
        <pc:spChg chg="add del">
          <ac:chgData name="Deep Singh" userId="218171febb998cc3" providerId="LiveId" clId="{A631849A-FE2E-4D2F-A2E6-41A2D3869678}" dt="2020-04-02T16:22:02.088" v="11129"/>
          <ac:spMkLst>
            <pc:docMk/>
            <pc:sldMk cId="2756783290" sldId="336"/>
            <ac:spMk id="87" creationId="{11689E84-5FA1-4090-BE62-2F285C2272C7}"/>
          </ac:spMkLst>
        </pc:spChg>
        <pc:spChg chg="add del">
          <ac:chgData name="Deep Singh" userId="218171febb998cc3" providerId="LiveId" clId="{A631849A-FE2E-4D2F-A2E6-41A2D3869678}" dt="2020-04-02T16:22:02.088" v="11129"/>
          <ac:spMkLst>
            <pc:docMk/>
            <pc:sldMk cId="2756783290" sldId="336"/>
            <ac:spMk id="88" creationId="{88D50F9F-18C1-4843-BF58-41BDD76342BB}"/>
          </ac:spMkLst>
        </pc:spChg>
        <pc:spChg chg="add del">
          <ac:chgData name="Deep Singh" userId="218171febb998cc3" providerId="LiveId" clId="{A631849A-FE2E-4D2F-A2E6-41A2D3869678}" dt="2020-04-02T16:22:02.088" v="11129"/>
          <ac:spMkLst>
            <pc:docMk/>
            <pc:sldMk cId="2756783290" sldId="336"/>
            <ac:spMk id="89" creationId="{CB721CE7-C10C-4254-9DDE-CB9869CA4DA9}"/>
          </ac:spMkLst>
        </pc:spChg>
        <pc:spChg chg="add del mod">
          <ac:chgData name="Deep Singh" userId="218171febb998cc3" providerId="LiveId" clId="{A631849A-FE2E-4D2F-A2E6-41A2D3869678}" dt="2020-04-02T16:23:08.531" v="11137"/>
          <ac:spMkLst>
            <pc:docMk/>
            <pc:sldMk cId="2756783290" sldId="336"/>
            <ac:spMk id="90" creationId="{E525D572-09FC-4BC7-A1C4-0514C245319A}"/>
          </ac:spMkLst>
        </pc:spChg>
        <pc:spChg chg="add del">
          <ac:chgData name="Deep Singh" userId="218171febb998cc3" providerId="LiveId" clId="{A631849A-FE2E-4D2F-A2E6-41A2D3869678}" dt="2020-04-02T16:23:08.531" v="11137"/>
          <ac:spMkLst>
            <pc:docMk/>
            <pc:sldMk cId="2756783290" sldId="336"/>
            <ac:spMk id="91" creationId="{069084DB-DD06-4B2E-B4AD-0AF3A97CA9D1}"/>
          </ac:spMkLst>
        </pc:spChg>
        <pc:spChg chg="add del">
          <ac:chgData name="Deep Singh" userId="218171febb998cc3" providerId="LiveId" clId="{A631849A-FE2E-4D2F-A2E6-41A2D3869678}" dt="2020-04-02T16:23:08.531" v="11137"/>
          <ac:spMkLst>
            <pc:docMk/>
            <pc:sldMk cId="2756783290" sldId="336"/>
            <ac:spMk id="92" creationId="{D66FC1A9-FB05-4A8F-AD56-67612BE74ED1}"/>
          </ac:spMkLst>
        </pc:spChg>
        <pc:spChg chg="add del">
          <ac:chgData name="Deep Singh" userId="218171febb998cc3" providerId="LiveId" clId="{A631849A-FE2E-4D2F-A2E6-41A2D3869678}" dt="2020-04-02T16:23:08.531" v="11137"/>
          <ac:spMkLst>
            <pc:docMk/>
            <pc:sldMk cId="2756783290" sldId="336"/>
            <ac:spMk id="93" creationId="{E53F3286-AD36-4584-8BEA-E97B3A2684B5}"/>
          </ac:spMkLst>
        </pc:spChg>
        <pc:spChg chg="add del">
          <ac:chgData name="Deep Singh" userId="218171febb998cc3" providerId="LiveId" clId="{A631849A-FE2E-4D2F-A2E6-41A2D3869678}" dt="2020-04-02T16:23:08.531" v="11137"/>
          <ac:spMkLst>
            <pc:docMk/>
            <pc:sldMk cId="2756783290" sldId="336"/>
            <ac:spMk id="94" creationId="{2131815A-35A9-4550-B88A-4ACA45605E64}"/>
          </ac:spMkLst>
        </pc:spChg>
        <pc:spChg chg="add del">
          <ac:chgData name="Deep Singh" userId="218171febb998cc3" providerId="LiveId" clId="{A631849A-FE2E-4D2F-A2E6-41A2D3869678}" dt="2020-04-02T16:23:08.531" v="11137"/>
          <ac:spMkLst>
            <pc:docMk/>
            <pc:sldMk cId="2756783290" sldId="336"/>
            <ac:spMk id="95" creationId="{463333AE-69D9-4FCB-9ECB-4B9839DD9B00}"/>
          </ac:spMkLst>
        </pc:spChg>
        <pc:spChg chg="add del">
          <ac:chgData name="Deep Singh" userId="218171febb998cc3" providerId="LiveId" clId="{A631849A-FE2E-4D2F-A2E6-41A2D3869678}" dt="2020-04-02T16:23:08.531" v="11137"/>
          <ac:spMkLst>
            <pc:docMk/>
            <pc:sldMk cId="2756783290" sldId="336"/>
            <ac:spMk id="96" creationId="{6C7FB565-B09C-4E35-B588-E639C445A8DC}"/>
          </ac:spMkLst>
        </pc:spChg>
        <pc:spChg chg="add del">
          <ac:chgData name="Deep Singh" userId="218171febb998cc3" providerId="LiveId" clId="{A631849A-FE2E-4D2F-A2E6-41A2D3869678}" dt="2020-04-02T16:23:08.531" v="11137"/>
          <ac:spMkLst>
            <pc:docMk/>
            <pc:sldMk cId="2756783290" sldId="336"/>
            <ac:spMk id="97" creationId="{C0294B4F-1C62-4D85-ACB9-498887AE41AA}"/>
          </ac:spMkLst>
        </pc:spChg>
        <pc:spChg chg="add del">
          <ac:chgData name="Deep Singh" userId="218171febb998cc3" providerId="LiveId" clId="{A631849A-FE2E-4D2F-A2E6-41A2D3869678}" dt="2020-04-02T16:23:08.531" v="11137"/>
          <ac:spMkLst>
            <pc:docMk/>
            <pc:sldMk cId="2756783290" sldId="336"/>
            <ac:spMk id="98" creationId="{B35797FC-2C25-4DFA-9C42-FEEDBBA55D89}"/>
          </ac:spMkLst>
        </pc:spChg>
        <pc:spChg chg="add del">
          <ac:chgData name="Deep Singh" userId="218171febb998cc3" providerId="LiveId" clId="{A631849A-FE2E-4D2F-A2E6-41A2D3869678}" dt="2020-04-02T16:23:08.531" v="11137"/>
          <ac:spMkLst>
            <pc:docMk/>
            <pc:sldMk cId="2756783290" sldId="336"/>
            <ac:spMk id="99" creationId="{56A0BD73-57B9-4EFF-88B2-E4D51E6CDD88}"/>
          </ac:spMkLst>
        </pc:spChg>
        <pc:spChg chg="add del">
          <ac:chgData name="Deep Singh" userId="218171febb998cc3" providerId="LiveId" clId="{A631849A-FE2E-4D2F-A2E6-41A2D3869678}" dt="2020-04-02T16:23:08.531" v="11137"/>
          <ac:spMkLst>
            <pc:docMk/>
            <pc:sldMk cId="2756783290" sldId="336"/>
            <ac:spMk id="100" creationId="{C2E89B7F-319A-4268-951B-C67AD5631CD9}"/>
          </ac:spMkLst>
        </pc:spChg>
        <pc:spChg chg="add del">
          <ac:chgData name="Deep Singh" userId="218171febb998cc3" providerId="LiveId" clId="{A631849A-FE2E-4D2F-A2E6-41A2D3869678}" dt="2020-04-02T16:23:08.531" v="11137"/>
          <ac:spMkLst>
            <pc:docMk/>
            <pc:sldMk cId="2756783290" sldId="336"/>
            <ac:spMk id="101" creationId="{8F10EF89-CA7D-4E84-9EDC-CB9153E0A4E1}"/>
          </ac:spMkLst>
        </pc:spChg>
        <pc:spChg chg="add del">
          <ac:chgData name="Deep Singh" userId="218171febb998cc3" providerId="LiveId" clId="{A631849A-FE2E-4D2F-A2E6-41A2D3869678}" dt="2020-04-02T16:23:08.531" v="11137"/>
          <ac:spMkLst>
            <pc:docMk/>
            <pc:sldMk cId="2756783290" sldId="336"/>
            <ac:spMk id="102" creationId="{E82F8472-FF33-49B5-AD1B-BF69030BA12C}"/>
          </ac:spMkLst>
        </pc:spChg>
        <pc:spChg chg="add del">
          <ac:chgData name="Deep Singh" userId="218171febb998cc3" providerId="LiveId" clId="{A631849A-FE2E-4D2F-A2E6-41A2D3869678}" dt="2020-04-02T16:23:08.531" v="11137"/>
          <ac:spMkLst>
            <pc:docMk/>
            <pc:sldMk cId="2756783290" sldId="336"/>
            <ac:spMk id="103" creationId="{34A985F5-ED5B-4736-861D-827D30530546}"/>
          </ac:spMkLst>
        </pc:spChg>
        <pc:spChg chg="add del">
          <ac:chgData name="Deep Singh" userId="218171febb998cc3" providerId="LiveId" clId="{A631849A-FE2E-4D2F-A2E6-41A2D3869678}" dt="2020-04-02T16:23:08.531" v="11137"/>
          <ac:spMkLst>
            <pc:docMk/>
            <pc:sldMk cId="2756783290" sldId="336"/>
            <ac:spMk id="104" creationId="{BF46003D-4101-441F-9142-A119D1ADD686}"/>
          </ac:spMkLst>
        </pc:spChg>
        <pc:spChg chg="add del">
          <ac:chgData name="Deep Singh" userId="218171febb998cc3" providerId="LiveId" clId="{A631849A-FE2E-4D2F-A2E6-41A2D3869678}" dt="2020-04-02T16:23:08.531" v="11137"/>
          <ac:spMkLst>
            <pc:docMk/>
            <pc:sldMk cId="2756783290" sldId="336"/>
            <ac:spMk id="105" creationId="{1E32F3DA-B8BA-49F2-B9E9-C028AC7F7866}"/>
          </ac:spMkLst>
        </pc:spChg>
        <pc:spChg chg="add del">
          <ac:chgData name="Deep Singh" userId="218171febb998cc3" providerId="LiveId" clId="{A631849A-FE2E-4D2F-A2E6-41A2D3869678}" dt="2020-04-02T16:23:08.531" v="11137"/>
          <ac:spMkLst>
            <pc:docMk/>
            <pc:sldMk cId="2756783290" sldId="336"/>
            <ac:spMk id="106" creationId="{87B41D6C-AE42-44A8-8020-40847D232669}"/>
          </ac:spMkLst>
        </pc:spChg>
        <pc:spChg chg="add del">
          <ac:chgData name="Deep Singh" userId="218171febb998cc3" providerId="LiveId" clId="{A631849A-FE2E-4D2F-A2E6-41A2D3869678}" dt="2020-04-02T16:23:08.531" v="11137"/>
          <ac:spMkLst>
            <pc:docMk/>
            <pc:sldMk cId="2756783290" sldId="336"/>
            <ac:spMk id="107" creationId="{A1105873-734B-4639-B456-377CF73F7393}"/>
          </ac:spMkLst>
        </pc:spChg>
        <pc:spChg chg="add del">
          <ac:chgData name="Deep Singh" userId="218171febb998cc3" providerId="LiveId" clId="{A631849A-FE2E-4D2F-A2E6-41A2D3869678}" dt="2020-04-02T16:23:08.531" v="11137"/>
          <ac:spMkLst>
            <pc:docMk/>
            <pc:sldMk cId="2756783290" sldId="336"/>
            <ac:spMk id="108" creationId="{498CE37F-BCDB-4F8D-A504-AA5BB09E8A2F}"/>
          </ac:spMkLst>
        </pc:spChg>
        <pc:spChg chg="add del">
          <ac:chgData name="Deep Singh" userId="218171febb998cc3" providerId="LiveId" clId="{A631849A-FE2E-4D2F-A2E6-41A2D3869678}" dt="2020-04-02T16:23:08.531" v="11137"/>
          <ac:spMkLst>
            <pc:docMk/>
            <pc:sldMk cId="2756783290" sldId="336"/>
            <ac:spMk id="109" creationId="{CD01DAFC-06AB-42C9-96D6-24A0989FDCB4}"/>
          </ac:spMkLst>
        </pc:spChg>
        <pc:spChg chg="add del">
          <ac:chgData name="Deep Singh" userId="218171febb998cc3" providerId="LiveId" clId="{A631849A-FE2E-4D2F-A2E6-41A2D3869678}" dt="2020-04-02T16:23:08.531" v="11137"/>
          <ac:spMkLst>
            <pc:docMk/>
            <pc:sldMk cId="2756783290" sldId="336"/>
            <ac:spMk id="110" creationId="{BD1FB652-D03C-4B21-A47C-37E21C307ABE}"/>
          </ac:spMkLst>
        </pc:spChg>
        <pc:spChg chg="add del">
          <ac:chgData name="Deep Singh" userId="218171febb998cc3" providerId="LiveId" clId="{A631849A-FE2E-4D2F-A2E6-41A2D3869678}" dt="2020-04-02T16:23:08.531" v="11137"/>
          <ac:spMkLst>
            <pc:docMk/>
            <pc:sldMk cId="2756783290" sldId="336"/>
            <ac:spMk id="111" creationId="{28734BFE-B415-492D-9A4B-53F35B005276}"/>
          </ac:spMkLst>
        </pc:spChg>
        <pc:spChg chg="add del">
          <ac:chgData name="Deep Singh" userId="218171febb998cc3" providerId="LiveId" clId="{A631849A-FE2E-4D2F-A2E6-41A2D3869678}" dt="2020-04-02T16:23:08.531" v="11137"/>
          <ac:spMkLst>
            <pc:docMk/>
            <pc:sldMk cId="2756783290" sldId="336"/>
            <ac:spMk id="112" creationId="{F7769C06-551D-4FCD-AB11-5EA09D9F915E}"/>
          </ac:spMkLst>
        </pc:spChg>
        <pc:spChg chg="add del">
          <ac:chgData name="Deep Singh" userId="218171febb998cc3" providerId="LiveId" clId="{A631849A-FE2E-4D2F-A2E6-41A2D3869678}" dt="2020-04-02T16:23:08.531" v="11137"/>
          <ac:spMkLst>
            <pc:docMk/>
            <pc:sldMk cId="2756783290" sldId="336"/>
            <ac:spMk id="113" creationId="{481B862A-0543-4B48-92CE-82C52C114D98}"/>
          </ac:spMkLst>
        </pc:spChg>
        <pc:spChg chg="add del">
          <ac:chgData name="Deep Singh" userId="218171febb998cc3" providerId="LiveId" clId="{A631849A-FE2E-4D2F-A2E6-41A2D3869678}" dt="2020-04-02T16:23:08.531" v="11137"/>
          <ac:spMkLst>
            <pc:docMk/>
            <pc:sldMk cId="2756783290" sldId="336"/>
            <ac:spMk id="114" creationId="{CD1C2E87-23A4-4697-9EC0-0A56BEB4E25E}"/>
          </ac:spMkLst>
        </pc:spChg>
        <pc:spChg chg="add del">
          <ac:chgData name="Deep Singh" userId="218171febb998cc3" providerId="LiveId" clId="{A631849A-FE2E-4D2F-A2E6-41A2D3869678}" dt="2020-04-02T16:23:08.531" v="11137"/>
          <ac:spMkLst>
            <pc:docMk/>
            <pc:sldMk cId="2756783290" sldId="336"/>
            <ac:spMk id="115" creationId="{85D526C0-7C2D-4C30-89DF-73F84FD03E1D}"/>
          </ac:spMkLst>
        </pc:spChg>
        <pc:spChg chg="add del">
          <ac:chgData name="Deep Singh" userId="218171febb998cc3" providerId="LiveId" clId="{A631849A-FE2E-4D2F-A2E6-41A2D3869678}" dt="2020-04-02T16:23:08.531" v="11137"/>
          <ac:spMkLst>
            <pc:docMk/>
            <pc:sldMk cId="2756783290" sldId="336"/>
            <ac:spMk id="116" creationId="{38C86565-B218-4E3C-9F40-6210F38243BE}"/>
          </ac:spMkLst>
        </pc:spChg>
        <pc:spChg chg="add del">
          <ac:chgData name="Deep Singh" userId="218171febb998cc3" providerId="LiveId" clId="{A631849A-FE2E-4D2F-A2E6-41A2D3869678}" dt="2020-04-02T16:23:08.531" v="11137"/>
          <ac:spMkLst>
            <pc:docMk/>
            <pc:sldMk cId="2756783290" sldId="336"/>
            <ac:spMk id="117" creationId="{A3425D07-C031-4859-8829-D181CCA5A23E}"/>
          </ac:spMkLst>
        </pc:spChg>
        <pc:spChg chg="add del">
          <ac:chgData name="Deep Singh" userId="218171febb998cc3" providerId="LiveId" clId="{A631849A-FE2E-4D2F-A2E6-41A2D3869678}" dt="2020-04-02T16:23:08.531" v="11137"/>
          <ac:spMkLst>
            <pc:docMk/>
            <pc:sldMk cId="2756783290" sldId="336"/>
            <ac:spMk id="118" creationId="{85E24529-1327-4CCD-8D09-B9D842DB3268}"/>
          </ac:spMkLst>
        </pc:spChg>
        <pc:spChg chg="add del">
          <ac:chgData name="Deep Singh" userId="218171febb998cc3" providerId="LiveId" clId="{A631849A-FE2E-4D2F-A2E6-41A2D3869678}" dt="2020-04-02T16:23:08.531" v="11137"/>
          <ac:spMkLst>
            <pc:docMk/>
            <pc:sldMk cId="2756783290" sldId="336"/>
            <ac:spMk id="119" creationId="{00477650-EC59-4720-8B02-ED5A71EC1F49}"/>
          </ac:spMkLst>
        </pc:spChg>
        <pc:spChg chg="add del">
          <ac:chgData name="Deep Singh" userId="218171febb998cc3" providerId="LiveId" clId="{A631849A-FE2E-4D2F-A2E6-41A2D3869678}" dt="2020-04-02T16:23:08.531" v="11137"/>
          <ac:spMkLst>
            <pc:docMk/>
            <pc:sldMk cId="2756783290" sldId="336"/>
            <ac:spMk id="120" creationId="{D1883F9C-3335-46CE-BEED-71EEC2E1BF46}"/>
          </ac:spMkLst>
        </pc:spChg>
        <pc:spChg chg="add del">
          <ac:chgData name="Deep Singh" userId="218171febb998cc3" providerId="LiveId" clId="{A631849A-FE2E-4D2F-A2E6-41A2D3869678}" dt="2020-04-02T16:23:08.531" v="11137"/>
          <ac:spMkLst>
            <pc:docMk/>
            <pc:sldMk cId="2756783290" sldId="336"/>
            <ac:spMk id="121" creationId="{5F08668F-E09E-4296-9859-D1C891CEA8B6}"/>
          </ac:spMkLst>
        </pc:spChg>
        <pc:spChg chg="add del">
          <ac:chgData name="Deep Singh" userId="218171febb998cc3" providerId="LiveId" clId="{A631849A-FE2E-4D2F-A2E6-41A2D3869678}" dt="2020-04-02T16:23:08.531" v="11137"/>
          <ac:spMkLst>
            <pc:docMk/>
            <pc:sldMk cId="2756783290" sldId="336"/>
            <ac:spMk id="122" creationId="{F52DBDFB-4741-471F-807B-6FAB4FF67705}"/>
          </ac:spMkLst>
        </pc:spChg>
        <pc:spChg chg="add del">
          <ac:chgData name="Deep Singh" userId="218171febb998cc3" providerId="LiveId" clId="{A631849A-FE2E-4D2F-A2E6-41A2D3869678}" dt="2020-04-02T16:23:08.531" v="11137"/>
          <ac:spMkLst>
            <pc:docMk/>
            <pc:sldMk cId="2756783290" sldId="336"/>
            <ac:spMk id="123" creationId="{F14653B9-7A67-43D0-A258-2E91F01A0104}"/>
          </ac:spMkLst>
        </pc:spChg>
        <pc:spChg chg="add del">
          <ac:chgData name="Deep Singh" userId="218171febb998cc3" providerId="LiveId" clId="{A631849A-FE2E-4D2F-A2E6-41A2D3869678}" dt="2020-04-02T16:23:08.531" v="11137"/>
          <ac:spMkLst>
            <pc:docMk/>
            <pc:sldMk cId="2756783290" sldId="336"/>
            <ac:spMk id="124" creationId="{1AF24480-8FDC-4B53-BFFE-07CED4E63FE2}"/>
          </ac:spMkLst>
        </pc:spChg>
        <pc:spChg chg="add del">
          <ac:chgData name="Deep Singh" userId="218171febb998cc3" providerId="LiveId" clId="{A631849A-FE2E-4D2F-A2E6-41A2D3869678}" dt="2020-04-02T16:23:08.531" v="11137"/>
          <ac:spMkLst>
            <pc:docMk/>
            <pc:sldMk cId="2756783290" sldId="336"/>
            <ac:spMk id="125" creationId="{A16FB9D7-BDB4-4AAF-B5C9-C76B7586373E}"/>
          </ac:spMkLst>
        </pc:spChg>
        <pc:spChg chg="add del">
          <ac:chgData name="Deep Singh" userId="218171febb998cc3" providerId="LiveId" clId="{A631849A-FE2E-4D2F-A2E6-41A2D3869678}" dt="2020-04-02T16:23:08.531" v="11137"/>
          <ac:spMkLst>
            <pc:docMk/>
            <pc:sldMk cId="2756783290" sldId="336"/>
            <ac:spMk id="126" creationId="{D1A9D0D1-EA68-4A1F-B166-B9A9BA1264CE}"/>
          </ac:spMkLst>
        </pc:spChg>
        <pc:spChg chg="add del">
          <ac:chgData name="Deep Singh" userId="218171febb998cc3" providerId="LiveId" clId="{A631849A-FE2E-4D2F-A2E6-41A2D3869678}" dt="2020-04-02T16:23:08.531" v="11137"/>
          <ac:spMkLst>
            <pc:docMk/>
            <pc:sldMk cId="2756783290" sldId="336"/>
            <ac:spMk id="127" creationId="{0BF78C17-DC20-463F-B221-D594707BF845}"/>
          </ac:spMkLst>
        </pc:spChg>
        <pc:spChg chg="add del">
          <ac:chgData name="Deep Singh" userId="218171febb998cc3" providerId="LiveId" clId="{A631849A-FE2E-4D2F-A2E6-41A2D3869678}" dt="2020-04-02T16:23:08.531" v="11137"/>
          <ac:spMkLst>
            <pc:docMk/>
            <pc:sldMk cId="2756783290" sldId="336"/>
            <ac:spMk id="128" creationId="{A7983E24-7851-4B44-B138-243A42D67FD6}"/>
          </ac:spMkLst>
        </pc:spChg>
        <pc:spChg chg="add del">
          <ac:chgData name="Deep Singh" userId="218171febb998cc3" providerId="LiveId" clId="{A631849A-FE2E-4D2F-A2E6-41A2D3869678}" dt="2020-04-02T16:23:08.531" v="11137"/>
          <ac:spMkLst>
            <pc:docMk/>
            <pc:sldMk cId="2756783290" sldId="336"/>
            <ac:spMk id="129" creationId="{B4F6355C-A984-4B4C-8ACF-DF9ECD307CAE}"/>
          </ac:spMkLst>
        </pc:spChg>
      </pc:sldChg>
      <pc:sldChg chg="addSp delSp add del setBg delDesignElem">
        <pc:chgData name="Deep Singh" userId="218171febb998cc3" providerId="LiveId" clId="{A631849A-FE2E-4D2F-A2E6-41A2D3869678}" dt="2020-04-02T17:54:41.056" v="13336"/>
        <pc:sldMkLst>
          <pc:docMk/>
          <pc:sldMk cId="117320611" sldId="337"/>
        </pc:sldMkLst>
        <pc:spChg chg="add del">
          <ac:chgData name="Deep Singh" userId="218171febb998cc3" providerId="LiveId" clId="{A631849A-FE2E-4D2F-A2E6-41A2D3869678}" dt="2020-04-02T17:54:41.056" v="13336"/>
          <ac:spMkLst>
            <pc:docMk/>
            <pc:sldMk cId="117320611" sldId="337"/>
            <ac:spMk id="13" creationId="{4C608BEB-860E-4094-8511-78603564A75E}"/>
          </ac:spMkLst>
        </pc:spChg>
        <pc:cxnChg chg="add del">
          <ac:chgData name="Deep Singh" userId="218171febb998cc3" providerId="LiveId" clId="{A631849A-FE2E-4D2F-A2E6-41A2D3869678}" dt="2020-04-02T17:54:41.056" v="13336"/>
          <ac:cxnSpMkLst>
            <pc:docMk/>
            <pc:sldMk cId="117320611" sldId="337"/>
            <ac:cxnSpMk id="15" creationId="{1F16A8D4-FE87-4604-88B2-394B5D1EB437}"/>
          </ac:cxnSpMkLst>
        </pc:cxnChg>
      </pc:sldChg>
      <pc:sldChg chg="addSp delSp add del setBg delDesignElem">
        <pc:chgData name="Deep Singh" userId="218171febb998cc3" providerId="LiveId" clId="{A631849A-FE2E-4D2F-A2E6-41A2D3869678}" dt="2020-04-02T17:54:35.348" v="13333"/>
        <pc:sldMkLst>
          <pc:docMk/>
          <pc:sldMk cId="1554198471" sldId="337"/>
        </pc:sldMkLst>
        <pc:spChg chg="add del">
          <ac:chgData name="Deep Singh" userId="218171febb998cc3" providerId="LiveId" clId="{A631849A-FE2E-4D2F-A2E6-41A2D3869678}" dt="2020-04-02T17:54:35.348" v="13333"/>
          <ac:spMkLst>
            <pc:docMk/>
            <pc:sldMk cId="1554198471" sldId="337"/>
            <ac:spMk id="13" creationId="{4C608BEB-860E-4094-8511-78603564A75E}"/>
          </ac:spMkLst>
        </pc:spChg>
        <pc:cxnChg chg="add del">
          <ac:chgData name="Deep Singh" userId="218171febb998cc3" providerId="LiveId" clId="{A631849A-FE2E-4D2F-A2E6-41A2D3869678}" dt="2020-04-02T17:54:35.348" v="13333"/>
          <ac:cxnSpMkLst>
            <pc:docMk/>
            <pc:sldMk cId="1554198471" sldId="337"/>
            <ac:cxnSpMk id="15" creationId="{1F16A8D4-FE87-4604-88B2-394B5D1EB437}"/>
          </ac:cxnSpMkLst>
        </pc:cxnChg>
      </pc:sldChg>
      <pc:sldChg chg="modSp add">
        <pc:chgData name="Deep Singh" userId="218171febb998cc3" providerId="LiveId" clId="{A631849A-FE2E-4D2F-A2E6-41A2D3869678}" dt="2020-04-02T20:08:48.688" v="14796"/>
        <pc:sldMkLst>
          <pc:docMk/>
          <pc:sldMk cId="3638135901" sldId="337"/>
        </pc:sldMkLst>
        <pc:spChg chg="mod">
          <ac:chgData name="Deep Singh" userId="218171febb998cc3" providerId="LiveId" clId="{A631849A-FE2E-4D2F-A2E6-41A2D3869678}" dt="2020-04-02T20:05:45.287" v="14639" actId="20577"/>
          <ac:spMkLst>
            <pc:docMk/>
            <pc:sldMk cId="3638135901" sldId="337"/>
            <ac:spMk id="6" creationId="{152ADB85-0025-4E0A-B62D-0D6377972C2F}"/>
          </ac:spMkLst>
        </pc:spChg>
        <pc:graphicFrameChg chg="mod">
          <ac:chgData name="Deep Singh" userId="218171febb998cc3" providerId="LiveId" clId="{A631849A-FE2E-4D2F-A2E6-41A2D3869678}" dt="2020-04-02T20:08:48.688" v="14796"/>
          <ac:graphicFrameMkLst>
            <pc:docMk/>
            <pc:sldMk cId="3638135901" sldId="337"/>
            <ac:graphicFrameMk id="17" creationId="{16ABED77-31FE-4EDA-A472-E0B431693583}"/>
          </ac:graphicFrameMkLst>
        </pc:graphicFrameChg>
      </pc:sldChg>
      <pc:sldChg chg="delSp modSp add del">
        <pc:chgData name="Deep Singh" userId="218171febb998cc3" providerId="LiveId" clId="{A631849A-FE2E-4D2F-A2E6-41A2D3869678}" dt="2020-04-02T20:12:20.348" v="14801" actId="47"/>
        <pc:sldMkLst>
          <pc:docMk/>
          <pc:sldMk cId="1619044182" sldId="338"/>
        </pc:sldMkLst>
        <pc:spChg chg="del">
          <ac:chgData name="Deep Singh" userId="218171febb998cc3" providerId="LiveId" clId="{A631849A-FE2E-4D2F-A2E6-41A2D3869678}" dt="2020-04-02T18:07:43.108" v="13769" actId="478"/>
          <ac:spMkLst>
            <pc:docMk/>
            <pc:sldMk cId="1619044182" sldId="338"/>
            <ac:spMk id="2" creationId="{30AD6074-4D93-4A7C-8DA3-20F8B74DBE5A}"/>
          </ac:spMkLst>
        </pc:spChg>
        <pc:spChg chg="mod">
          <ac:chgData name="Deep Singh" userId="218171febb998cc3" providerId="LiveId" clId="{A631849A-FE2E-4D2F-A2E6-41A2D3869678}" dt="2020-04-02T18:07:49.052" v="13777" actId="20577"/>
          <ac:spMkLst>
            <pc:docMk/>
            <pc:sldMk cId="1619044182" sldId="338"/>
            <ac:spMk id="6" creationId="{152ADB85-0025-4E0A-B62D-0D6377972C2F}"/>
          </ac:spMkLst>
        </pc:spChg>
        <pc:spChg chg="del">
          <ac:chgData name="Deep Singh" userId="218171febb998cc3" providerId="LiveId" clId="{A631849A-FE2E-4D2F-A2E6-41A2D3869678}" dt="2020-04-02T18:07:43.108" v="13769" actId="478"/>
          <ac:spMkLst>
            <pc:docMk/>
            <pc:sldMk cId="1619044182" sldId="338"/>
            <ac:spMk id="45" creationId="{2AB2EAC4-4687-4CB8-AF14-8FB575146120}"/>
          </ac:spMkLst>
        </pc:spChg>
        <pc:spChg chg="del">
          <ac:chgData name="Deep Singh" userId="218171febb998cc3" providerId="LiveId" clId="{A631849A-FE2E-4D2F-A2E6-41A2D3869678}" dt="2020-04-02T18:07:43.108" v="13769" actId="478"/>
          <ac:spMkLst>
            <pc:docMk/>
            <pc:sldMk cId="1619044182" sldId="338"/>
            <ac:spMk id="46" creationId="{C47BC654-7855-4974-81AC-EC258CF0BB02}"/>
          </ac:spMkLst>
        </pc:spChg>
        <pc:spChg chg="del">
          <ac:chgData name="Deep Singh" userId="218171febb998cc3" providerId="LiveId" clId="{A631849A-FE2E-4D2F-A2E6-41A2D3869678}" dt="2020-04-02T18:07:43.108" v="13769" actId="478"/>
          <ac:spMkLst>
            <pc:docMk/>
            <pc:sldMk cId="1619044182" sldId="338"/>
            <ac:spMk id="48" creationId="{36A4A1A8-9B39-4073-9BAF-D57FA8B490A5}"/>
          </ac:spMkLst>
        </pc:spChg>
        <pc:spChg chg="del">
          <ac:chgData name="Deep Singh" userId="218171febb998cc3" providerId="LiveId" clId="{A631849A-FE2E-4D2F-A2E6-41A2D3869678}" dt="2020-04-02T18:07:43.108" v="13769" actId="478"/>
          <ac:spMkLst>
            <pc:docMk/>
            <pc:sldMk cId="1619044182" sldId="338"/>
            <ac:spMk id="49" creationId="{A4A28945-A004-46D3-8BD5-6DF53B5498B3}"/>
          </ac:spMkLst>
        </pc:spChg>
        <pc:spChg chg="del">
          <ac:chgData name="Deep Singh" userId="218171febb998cc3" providerId="LiveId" clId="{A631849A-FE2E-4D2F-A2E6-41A2D3869678}" dt="2020-04-02T18:07:43.108" v="13769" actId="478"/>
          <ac:spMkLst>
            <pc:docMk/>
            <pc:sldMk cId="1619044182" sldId="338"/>
            <ac:spMk id="50" creationId="{EB1ECCA4-9B54-458C-AE13-8929C4E011F2}"/>
          </ac:spMkLst>
        </pc:spChg>
        <pc:spChg chg="del">
          <ac:chgData name="Deep Singh" userId="218171febb998cc3" providerId="LiveId" clId="{A631849A-FE2E-4D2F-A2E6-41A2D3869678}" dt="2020-04-02T18:07:43.108" v="13769" actId="478"/>
          <ac:spMkLst>
            <pc:docMk/>
            <pc:sldMk cId="1619044182" sldId="338"/>
            <ac:spMk id="52" creationId="{EE00120C-F9A6-47B2-9238-46619C8AE1E8}"/>
          </ac:spMkLst>
        </pc:spChg>
        <pc:spChg chg="del">
          <ac:chgData name="Deep Singh" userId="218171febb998cc3" providerId="LiveId" clId="{A631849A-FE2E-4D2F-A2E6-41A2D3869678}" dt="2020-04-02T18:07:43.108" v="13769" actId="478"/>
          <ac:spMkLst>
            <pc:docMk/>
            <pc:sldMk cId="1619044182" sldId="338"/>
            <ac:spMk id="53" creationId="{1C3F2C3F-0568-4D9C-987F-EB99FC00D0D1}"/>
          </ac:spMkLst>
        </pc:spChg>
        <pc:spChg chg="del">
          <ac:chgData name="Deep Singh" userId="218171febb998cc3" providerId="LiveId" clId="{A631849A-FE2E-4D2F-A2E6-41A2D3869678}" dt="2020-04-02T18:07:43.108" v="13769" actId="478"/>
          <ac:spMkLst>
            <pc:docMk/>
            <pc:sldMk cId="1619044182" sldId="338"/>
            <ac:spMk id="55" creationId="{7894C32E-738D-4E73-B551-AA579AFA911B}"/>
          </ac:spMkLst>
        </pc:spChg>
        <pc:spChg chg="del">
          <ac:chgData name="Deep Singh" userId="218171febb998cc3" providerId="LiveId" clId="{A631849A-FE2E-4D2F-A2E6-41A2D3869678}" dt="2020-04-02T18:07:43.108" v="13769" actId="478"/>
          <ac:spMkLst>
            <pc:docMk/>
            <pc:sldMk cId="1619044182" sldId="338"/>
            <ac:spMk id="57" creationId="{3D674D3F-C625-45CE-9AF6-A371AA4AD08D}"/>
          </ac:spMkLst>
        </pc:spChg>
        <pc:spChg chg="del">
          <ac:chgData name="Deep Singh" userId="218171febb998cc3" providerId="LiveId" clId="{A631849A-FE2E-4D2F-A2E6-41A2D3869678}" dt="2020-04-02T18:07:43.108" v="13769" actId="478"/>
          <ac:spMkLst>
            <pc:docMk/>
            <pc:sldMk cId="1619044182" sldId="338"/>
            <ac:spMk id="58" creationId="{CA88B518-094A-40BD-AE42-C45DFC9133C0}"/>
          </ac:spMkLst>
        </pc:spChg>
        <pc:spChg chg="del">
          <ac:chgData name="Deep Singh" userId="218171febb998cc3" providerId="LiveId" clId="{A631849A-FE2E-4D2F-A2E6-41A2D3869678}" dt="2020-04-02T18:07:43.108" v="13769" actId="478"/>
          <ac:spMkLst>
            <pc:docMk/>
            <pc:sldMk cId="1619044182" sldId="338"/>
            <ac:spMk id="59" creationId="{0FEA3A87-43C1-4C61-B0E0-2FF2D7B68281}"/>
          </ac:spMkLst>
        </pc:spChg>
        <pc:grpChg chg="del">
          <ac:chgData name="Deep Singh" userId="218171febb998cc3" providerId="LiveId" clId="{A631849A-FE2E-4D2F-A2E6-41A2D3869678}" dt="2020-04-02T18:07:43.108" v="13769" actId="478"/>
          <ac:grpSpMkLst>
            <pc:docMk/>
            <pc:sldMk cId="1619044182" sldId="338"/>
            <ac:grpSpMk id="41" creationId="{C97AB056-7067-49DC-8CEA-E94AD656E544}"/>
          </ac:grpSpMkLst>
        </pc:grpChg>
        <pc:cxnChg chg="del">
          <ac:chgData name="Deep Singh" userId="218171febb998cc3" providerId="LiveId" clId="{A631849A-FE2E-4D2F-A2E6-41A2D3869678}" dt="2020-04-02T18:07:43.108" v="13769" actId="478"/>
          <ac:cxnSpMkLst>
            <pc:docMk/>
            <pc:sldMk cId="1619044182" sldId="338"/>
            <ac:cxnSpMk id="42" creationId="{3EB52EA6-1404-4AD7-B9C9-18210887DB38}"/>
          </ac:cxnSpMkLst>
        </pc:cxnChg>
        <pc:cxnChg chg="del">
          <ac:chgData name="Deep Singh" userId="218171febb998cc3" providerId="LiveId" clId="{A631849A-FE2E-4D2F-A2E6-41A2D3869678}" dt="2020-04-02T18:07:43.108" v="13769" actId="478"/>
          <ac:cxnSpMkLst>
            <pc:docMk/>
            <pc:sldMk cId="1619044182" sldId="338"/>
            <ac:cxnSpMk id="43" creationId="{2849D924-C9DE-4143-9BB9-CCCCD6E0178F}"/>
          </ac:cxnSpMkLst>
        </pc:cxnChg>
        <pc:cxnChg chg="del">
          <ac:chgData name="Deep Singh" userId="218171febb998cc3" providerId="LiveId" clId="{A631849A-FE2E-4D2F-A2E6-41A2D3869678}" dt="2020-04-02T18:07:43.108" v="13769" actId="478"/>
          <ac:cxnSpMkLst>
            <pc:docMk/>
            <pc:sldMk cId="1619044182" sldId="338"/>
            <ac:cxnSpMk id="44" creationId="{0F6A9907-0100-4F96-A158-1DD9DF4D4C32}"/>
          </ac:cxnSpMkLst>
        </pc:cxnChg>
        <pc:cxnChg chg="del">
          <ac:chgData name="Deep Singh" userId="218171febb998cc3" providerId="LiveId" clId="{A631849A-FE2E-4D2F-A2E6-41A2D3869678}" dt="2020-04-02T18:07:43.108" v="13769" actId="478"/>
          <ac:cxnSpMkLst>
            <pc:docMk/>
            <pc:sldMk cId="1619044182" sldId="338"/>
            <ac:cxnSpMk id="47" creationId="{1382517D-8BC5-4D64-A20D-6B81DA762B56}"/>
          </ac:cxnSpMkLst>
        </pc:cxnChg>
        <pc:cxnChg chg="del">
          <ac:chgData name="Deep Singh" userId="218171febb998cc3" providerId="LiveId" clId="{A631849A-FE2E-4D2F-A2E6-41A2D3869678}" dt="2020-04-02T18:07:43.108" v="13769" actId="478"/>
          <ac:cxnSpMkLst>
            <pc:docMk/>
            <pc:sldMk cId="1619044182" sldId="338"/>
            <ac:cxnSpMk id="51" creationId="{A5535131-CE21-4B89-B2C4-8EFD112D918E}"/>
          </ac:cxnSpMkLst>
        </pc:cxnChg>
        <pc:cxnChg chg="del">
          <ac:chgData name="Deep Singh" userId="218171febb998cc3" providerId="LiveId" clId="{A631849A-FE2E-4D2F-A2E6-41A2D3869678}" dt="2020-04-02T18:07:43.108" v="13769" actId="478"/>
          <ac:cxnSpMkLst>
            <pc:docMk/>
            <pc:sldMk cId="1619044182" sldId="338"/>
            <ac:cxnSpMk id="54" creationId="{E359EC66-5891-4582-8089-442DF5025089}"/>
          </ac:cxnSpMkLst>
        </pc:cxnChg>
        <pc:cxnChg chg="del">
          <ac:chgData name="Deep Singh" userId="218171febb998cc3" providerId="LiveId" clId="{A631849A-FE2E-4D2F-A2E6-41A2D3869678}" dt="2020-04-02T18:07:43.108" v="13769" actId="478"/>
          <ac:cxnSpMkLst>
            <pc:docMk/>
            <pc:sldMk cId="1619044182" sldId="338"/>
            <ac:cxnSpMk id="56" creationId="{AFF0AAFD-CC3A-4485-BA30-42991022136E}"/>
          </ac:cxnSpMkLst>
        </pc:cxnChg>
        <pc:cxnChg chg="del">
          <ac:chgData name="Deep Singh" userId="218171febb998cc3" providerId="LiveId" clId="{A631849A-FE2E-4D2F-A2E6-41A2D3869678}" dt="2020-04-02T18:07:43.108" v="13769" actId="478"/>
          <ac:cxnSpMkLst>
            <pc:docMk/>
            <pc:sldMk cId="1619044182" sldId="338"/>
            <ac:cxnSpMk id="60" creationId="{241775DB-2A50-4D56-9EEB-23E49FABF33E}"/>
          </ac:cxnSpMkLst>
        </pc:cxnChg>
      </pc:sldChg>
      <pc:sldChg chg="addSp delSp add del setBg delDesignElem">
        <pc:chgData name="Deep Singh" userId="218171febb998cc3" providerId="LiveId" clId="{A631849A-FE2E-4D2F-A2E6-41A2D3869678}" dt="2020-04-02T17:54:34.908" v="13332"/>
        <pc:sldMkLst>
          <pc:docMk/>
          <pc:sldMk cId="1865506185" sldId="338"/>
        </pc:sldMkLst>
        <pc:spChg chg="add del">
          <ac:chgData name="Deep Singh" userId="218171febb998cc3" providerId="LiveId" clId="{A631849A-FE2E-4D2F-A2E6-41A2D3869678}" dt="2020-04-02T17:54:34.908" v="13332"/>
          <ac:spMkLst>
            <pc:docMk/>
            <pc:sldMk cId="1865506185" sldId="338"/>
            <ac:spMk id="13" creationId="{4C608BEB-860E-4094-8511-78603564A75E}"/>
          </ac:spMkLst>
        </pc:spChg>
        <pc:cxnChg chg="add del">
          <ac:chgData name="Deep Singh" userId="218171febb998cc3" providerId="LiveId" clId="{A631849A-FE2E-4D2F-A2E6-41A2D3869678}" dt="2020-04-02T17:54:34.908" v="13332"/>
          <ac:cxnSpMkLst>
            <pc:docMk/>
            <pc:sldMk cId="1865506185" sldId="338"/>
            <ac:cxnSpMk id="15" creationId="{1F16A8D4-FE87-4604-88B2-394B5D1EB437}"/>
          </ac:cxnSpMkLst>
        </pc:cxnChg>
      </pc:sldChg>
      <pc:sldChg chg="add del">
        <pc:chgData name="Deep Singh" userId="218171febb998cc3" providerId="LiveId" clId="{A631849A-FE2E-4D2F-A2E6-41A2D3869678}" dt="2020-04-02T18:14:47.679" v="13874" actId="47"/>
        <pc:sldMkLst>
          <pc:docMk/>
          <pc:sldMk cId="1046519139" sldId="339"/>
        </pc:sldMkLst>
      </pc:sldChg>
      <pc:sldChg chg="addSp delSp modSp add del">
        <pc:chgData name="Deep Singh" userId="218171febb998cc3" providerId="LiveId" clId="{A631849A-FE2E-4D2F-A2E6-41A2D3869678}" dt="2020-04-02T18:33:45.502" v="14278" actId="47"/>
        <pc:sldMkLst>
          <pc:docMk/>
          <pc:sldMk cId="2119389944" sldId="340"/>
        </pc:sldMkLst>
        <pc:spChg chg="mod">
          <ac:chgData name="Deep Singh" userId="218171febb998cc3" providerId="LiveId" clId="{A631849A-FE2E-4D2F-A2E6-41A2D3869678}" dt="2020-04-02T18:15:23.111" v="13925" actId="26606"/>
          <ac:spMkLst>
            <pc:docMk/>
            <pc:sldMk cId="2119389944" sldId="340"/>
            <ac:spMk id="4" creationId="{49830AE6-3D29-4888-9A98-CA7098D82180}"/>
          </ac:spMkLst>
        </pc:spChg>
        <pc:spChg chg="mod">
          <ac:chgData name="Deep Singh" userId="218171febb998cc3" providerId="LiveId" clId="{A631849A-FE2E-4D2F-A2E6-41A2D3869678}" dt="2020-04-02T18:15:23.111" v="13925" actId="26606"/>
          <ac:spMkLst>
            <pc:docMk/>
            <pc:sldMk cId="2119389944" sldId="340"/>
            <ac:spMk id="5" creationId="{88E4AEF1-BCC1-469A-84F6-93FCBF447C7B}"/>
          </ac:spMkLst>
        </pc:spChg>
        <pc:spChg chg="mod">
          <ac:chgData name="Deep Singh" userId="218171febb998cc3" providerId="LiveId" clId="{A631849A-FE2E-4D2F-A2E6-41A2D3869678}" dt="2020-04-02T18:15:23.111" v="13925" actId="26606"/>
          <ac:spMkLst>
            <pc:docMk/>
            <pc:sldMk cId="2119389944" sldId="340"/>
            <ac:spMk id="6" creationId="{152ADB85-0025-4E0A-B62D-0D6377972C2F}"/>
          </ac:spMkLst>
        </pc:spChg>
        <pc:spChg chg="del">
          <ac:chgData name="Deep Singh" userId="218171febb998cc3" providerId="LiveId" clId="{A631849A-FE2E-4D2F-A2E6-41A2D3869678}" dt="2020-04-02T18:15:23.111" v="13925" actId="26606"/>
          <ac:spMkLst>
            <pc:docMk/>
            <pc:sldMk cId="2119389944" sldId="340"/>
            <ac:spMk id="13" creationId="{4C608BEB-860E-4094-8511-78603564A75E}"/>
          </ac:spMkLst>
        </pc:spChg>
        <pc:spChg chg="mod">
          <ac:chgData name="Deep Singh" userId="218171febb998cc3" providerId="LiveId" clId="{A631849A-FE2E-4D2F-A2E6-41A2D3869678}" dt="2020-04-02T18:21:34.911" v="14208" actId="113"/>
          <ac:spMkLst>
            <pc:docMk/>
            <pc:sldMk cId="2119389944" sldId="340"/>
            <ac:spMk id="16" creationId="{44E3D911-F14F-4DAA-ADB8-A0C50C7D97FF}"/>
          </ac:spMkLst>
        </pc:spChg>
        <pc:spChg chg="add">
          <ac:chgData name="Deep Singh" userId="218171febb998cc3" providerId="LiveId" clId="{A631849A-FE2E-4D2F-A2E6-41A2D3869678}" dt="2020-04-02T18:15:23.111" v="13925" actId="26606"/>
          <ac:spMkLst>
            <pc:docMk/>
            <pc:sldMk cId="2119389944" sldId="340"/>
            <ac:spMk id="21" creationId="{6753252F-4873-4F63-801D-CC719279A7D5}"/>
          </ac:spMkLst>
        </pc:spChg>
        <pc:spChg chg="add">
          <ac:chgData name="Deep Singh" userId="218171febb998cc3" providerId="LiveId" clId="{A631849A-FE2E-4D2F-A2E6-41A2D3869678}" dt="2020-04-02T18:15:23.111" v="13925" actId="26606"/>
          <ac:spMkLst>
            <pc:docMk/>
            <pc:sldMk cId="2119389944" sldId="340"/>
            <ac:spMk id="23" creationId="{047C8CCB-F95D-4249-92DD-651249D3535A}"/>
          </ac:spMkLst>
        </pc:spChg>
        <pc:grpChg chg="del">
          <ac:chgData name="Deep Singh" userId="218171febb998cc3" providerId="LiveId" clId="{A631849A-FE2E-4D2F-A2E6-41A2D3869678}" dt="2020-04-02T18:14:52.377" v="13875" actId="478"/>
          <ac:grpSpMkLst>
            <pc:docMk/>
            <pc:sldMk cId="2119389944" sldId="340"/>
            <ac:grpSpMk id="17" creationId="{0F671717-469B-4B98-A4B3-2BB4ADAD5377}"/>
          </ac:grpSpMkLst>
        </pc:grpChg>
        <pc:picChg chg="add mod ord">
          <ac:chgData name="Deep Singh" userId="218171febb998cc3" providerId="LiveId" clId="{A631849A-FE2E-4D2F-A2E6-41A2D3869678}" dt="2020-04-02T18:33:15.563" v="14220" actId="1076"/>
          <ac:picMkLst>
            <pc:docMk/>
            <pc:sldMk cId="2119389944" sldId="340"/>
            <ac:picMk id="11" creationId="{1BBFE7D1-1F84-47F8-864F-61C38FA212FF}"/>
          </ac:picMkLst>
        </pc:picChg>
        <pc:cxnChg chg="del">
          <ac:chgData name="Deep Singh" userId="218171febb998cc3" providerId="LiveId" clId="{A631849A-FE2E-4D2F-A2E6-41A2D3869678}" dt="2020-04-02T18:15:23.111" v="13925" actId="26606"/>
          <ac:cxnSpMkLst>
            <pc:docMk/>
            <pc:sldMk cId="2119389944" sldId="340"/>
            <ac:cxnSpMk id="15" creationId="{1F16A8D4-FE87-4604-88B2-394B5D1EB437}"/>
          </ac:cxnSpMkLst>
        </pc:cxnChg>
      </pc:sldChg>
      <pc:sldChg chg="addSp delSp modSp add">
        <pc:chgData name="Deep Singh" userId="218171febb998cc3" providerId="LiveId" clId="{A631849A-FE2E-4D2F-A2E6-41A2D3869678}" dt="2020-04-02T18:46:19.676" v="14482" actId="20577"/>
        <pc:sldMkLst>
          <pc:docMk/>
          <pc:sldMk cId="2517138296" sldId="341"/>
        </pc:sldMkLst>
        <pc:spChg chg="mod">
          <ac:chgData name="Deep Singh" userId="218171febb998cc3" providerId="LiveId" clId="{A631849A-FE2E-4D2F-A2E6-41A2D3869678}" dt="2020-04-02T18:33:41.709" v="14277" actId="5793"/>
          <ac:spMkLst>
            <pc:docMk/>
            <pc:sldMk cId="2517138296" sldId="341"/>
            <ac:spMk id="6" creationId="{152ADB85-0025-4E0A-B62D-0D6377972C2F}"/>
          </ac:spMkLst>
        </pc:spChg>
        <pc:spChg chg="add mod">
          <ac:chgData name="Deep Singh" userId="218171febb998cc3" providerId="LiveId" clId="{A631849A-FE2E-4D2F-A2E6-41A2D3869678}" dt="2020-04-02T18:46:19.676" v="14482" actId="20577"/>
          <ac:spMkLst>
            <pc:docMk/>
            <pc:sldMk cId="2517138296" sldId="341"/>
            <ac:spMk id="12" creationId="{559DDEF9-957F-4827-8974-A58659199404}"/>
          </ac:spMkLst>
        </pc:spChg>
        <pc:spChg chg="del">
          <ac:chgData name="Deep Singh" userId="218171febb998cc3" providerId="LiveId" clId="{A631849A-FE2E-4D2F-A2E6-41A2D3869678}" dt="2020-04-02T18:33:24.264" v="14221" actId="478"/>
          <ac:spMkLst>
            <pc:docMk/>
            <pc:sldMk cId="2517138296" sldId="341"/>
            <ac:spMk id="16" creationId="{44E3D911-F14F-4DAA-ADB8-A0C50C7D97FF}"/>
          </ac:spMkLst>
        </pc:spChg>
        <pc:grpChg chg="del">
          <ac:chgData name="Deep Singh" userId="218171febb998cc3" providerId="LiveId" clId="{A631849A-FE2E-4D2F-A2E6-41A2D3869678}" dt="2020-04-02T18:33:24.264" v="14221" actId="478"/>
          <ac:grpSpMkLst>
            <pc:docMk/>
            <pc:sldMk cId="2517138296" sldId="341"/>
            <ac:grpSpMk id="17" creationId="{0F671717-469B-4B98-A4B3-2BB4ADAD5377}"/>
          </ac:grpSpMkLst>
        </pc:grpChg>
        <pc:picChg chg="add mod">
          <ac:chgData name="Deep Singh" userId="218171febb998cc3" providerId="LiveId" clId="{A631849A-FE2E-4D2F-A2E6-41A2D3869678}" dt="2020-04-02T18:33:32.138" v="14266" actId="1037"/>
          <ac:picMkLst>
            <pc:docMk/>
            <pc:sldMk cId="2517138296" sldId="341"/>
            <ac:picMk id="11" creationId="{F3AC0C19-F543-4796-A3D4-210E84C04806}"/>
          </ac:picMkLst>
        </pc:picChg>
      </pc:sldChg>
      <pc:sldChg chg="addSp delSp add del setBg delDesignElem">
        <pc:chgData name="Deep Singh" userId="218171febb998cc3" providerId="LiveId" clId="{A631849A-FE2E-4D2F-A2E6-41A2D3869678}" dt="2020-04-02T18:33:06.911" v="14218"/>
        <pc:sldMkLst>
          <pc:docMk/>
          <pc:sldMk cId="3131938057" sldId="341"/>
        </pc:sldMkLst>
        <pc:spChg chg="add del">
          <ac:chgData name="Deep Singh" userId="218171febb998cc3" providerId="LiveId" clId="{A631849A-FE2E-4D2F-A2E6-41A2D3869678}" dt="2020-04-02T18:33:06.911" v="14218"/>
          <ac:spMkLst>
            <pc:docMk/>
            <pc:sldMk cId="3131938057" sldId="341"/>
            <ac:spMk id="13" creationId="{4C608BEB-860E-4094-8511-78603564A75E}"/>
          </ac:spMkLst>
        </pc:spChg>
        <pc:cxnChg chg="add del">
          <ac:chgData name="Deep Singh" userId="218171febb998cc3" providerId="LiveId" clId="{A631849A-FE2E-4D2F-A2E6-41A2D3869678}" dt="2020-04-02T18:33:06.911" v="14218"/>
          <ac:cxnSpMkLst>
            <pc:docMk/>
            <pc:sldMk cId="3131938057" sldId="341"/>
            <ac:cxnSpMk id="15" creationId="{1F16A8D4-FE87-4604-88B2-394B5D1EB437}"/>
          </ac:cxnSpMkLst>
        </pc:cxnChg>
      </pc:sldChg>
      <pc:sldChg chg="addSp delSp add del setBg delDesignElem">
        <pc:chgData name="Deep Singh" userId="218171febb998cc3" providerId="LiveId" clId="{A631849A-FE2E-4D2F-A2E6-41A2D3869678}" dt="2020-04-02T18:33:51.885" v="14281"/>
        <pc:sldMkLst>
          <pc:docMk/>
          <pc:sldMk cId="338834571" sldId="342"/>
        </pc:sldMkLst>
        <pc:spChg chg="add del">
          <ac:chgData name="Deep Singh" userId="218171febb998cc3" providerId="LiveId" clId="{A631849A-FE2E-4D2F-A2E6-41A2D3869678}" dt="2020-04-02T18:33:51.885" v="14281"/>
          <ac:spMkLst>
            <pc:docMk/>
            <pc:sldMk cId="338834571" sldId="342"/>
            <ac:spMk id="13" creationId="{4C608BEB-860E-4094-8511-78603564A75E}"/>
          </ac:spMkLst>
        </pc:spChg>
        <pc:cxnChg chg="add del">
          <ac:chgData name="Deep Singh" userId="218171febb998cc3" providerId="LiveId" clId="{A631849A-FE2E-4D2F-A2E6-41A2D3869678}" dt="2020-04-02T18:33:51.885" v="14281"/>
          <ac:cxnSpMkLst>
            <pc:docMk/>
            <pc:sldMk cId="338834571" sldId="342"/>
            <ac:cxnSpMk id="15" creationId="{1F16A8D4-FE87-4604-88B2-394B5D1EB437}"/>
          </ac:cxnSpMkLst>
        </pc:cxnChg>
      </pc:sldChg>
      <pc:sldChg chg="addSp delSp modSp add">
        <pc:chgData name="Deep Singh" userId="218171febb998cc3" providerId="LiveId" clId="{A631849A-FE2E-4D2F-A2E6-41A2D3869678}" dt="2020-04-02T18:48:00.999" v="14620" actId="20577"/>
        <pc:sldMkLst>
          <pc:docMk/>
          <pc:sldMk cId="3069301475" sldId="342"/>
        </pc:sldMkLst>
        <pc:spChg chg="add del mod">
          <ac:chgData name="Deep Singh" userId="218171febb998cc3" providerId="LiveId" clId="{A631849A-FE2E-4D2F-A2E6-41A2D3869678}" dt="2020-04-02T18:34:10.191" v="14289"/>
          <ac:spMkLst>
            <pc:docMk/>
            <pc:sldMk cId="3069301475" sldId="342"/>
            <ac:spMk id="2" creationId="{63A6A735-03A5-457A-9919-B1101CC14E95}"/>
          </ac:spMkLst>
        </pc:spChg>
        <pc:spChg chg="add del">
          <ac:chgData name="Deep Singh" userId="218171febb998cc3" providerId="LiveId" clId="{A631849A-FE2E-4D2F-A2E6-41A2D3869678}" dt="2020-04-02T18:34:09.127" v="14287"/>
          <ac:spMkLst>
            <pc:docMk/>
            <pc:sldMk cId="3069301475" sldId="342"/>
            <ac:spMk id="3" creationId="{590141B9-3DE4-458F-9EAB-FE9985F2027A}"/>
          </ac:spMkLst>
        </pc:spChg>
        <pc:spChg chg="mod">
          <ac:chgData name="Deep Singh" userId="218171febb998cc3" providerId="LiveId" clId="{A631849A-FE2E-4D2F-A2E6-41A2D3869678}" dt="2020-04-02T18:48:00.999" v="14620" actId="20577"/>
          <ac:spMkLst>
            <pc:docMk/>
            <pc:sldMk cId="3069301475" sldId="342"/>
            <ac:spMk id="12" creationId="{559DDEF9-957F-4827-8974-A58659199404}"/>
          </ac:spMkLst>
        </pc:spChg>
        <pc:picChg chg="add del">
          <ac:chgData name="Deep Singh" userId="218171febb998cc3" providerId="LiveId" clId="{A631849A-FE2E-4D2F-A2E6-41A2D3869678}" dt="2020-04-02T18:36:13.674" v="14293"/>
          <ac:picMkLst>
            <pc:docMk/>
            <pc:sldMk cId="3069301475" sldId="342"/>
            <ac:picMk id="7" creationId="{9B859321-24DD-4693-B098-D0AB424544F1}"/>
          </ac:picMkLst>
        </pc:picChg>
        <pc:picChg chg="add del">
          <ac:chgData name="Deep Singh" userId="218171febb998cc3" providerId="LiveId" clId="{A631849A-FE2E-4D2F-A2E6-41A2D3869678}" dt="2020-04-02T18:36:13.244" v="14292"/>
          <ac:picMkLst>
            <pc:docMk/>
            <pc:sldMk cId="3069301475" sldId="342"/>
            <ac:picMk id="8" creationId="{A8E559A4-7093-4444-9787-490FE3298BA3}"/>
          </ac:picMkLst>
        </pc:picChg>
        <pc:picChg chg="add del mod">
          <ac:chgData name="Deep Singh" userId="218171febb998cc3" providerId="LiveId" clId="{A631849A-FE2E-4D2F-A2E6-41A2D3869678}" dt="2020-04-02T18:41:13.479" v="14344"/>
          <ac:picMkLst>
            <pc:docMk/>
            <pc:sldMk cId="3069301475" sldId="342"/>
            <ac:picMk id="9" creationId="{68D31B80-30C1-4931-890A-A1CD55AA0BB5}"/>
          </ac:picMkLst>
        </pc:picChg>
        <pc:picChg chg="add mod">
          <ac:chgData name="Deep Singh" userId="218171febb998cc3" providerId="LiveId" clId="{A631849A-FE2E-4D2F-A2E6-41A2D3869678}" dt="2020-04-02T18:41:49.640" v="14436" actId="1035"/>
          <ac:picMkLst>
            <pc:docMk/>
            <pc:sldMk cId="3069301475" sldId="342"/>
            <ac:picMk id="10" creationId="{D04F5217-C5C9-4FF5-A1AE-E2EAB3C9F0F3}"/>
          </ac:picMkLst>
        </pc:picChg>
        <pc:picChg chg="del">
          <ac:chgData name="Deep Singh" userId="218171febb998cc3" providerId="LiveId" clId="{A631849A-FE2E-4D2F-A2E6-41A2D3869678}" dt="2020-04-02T18:33:55.041" v="14283" actId="478"/>
          <ac:picMkLst>
            <pc:docMk/>
            <pc:sldMk cId="3069301475" sldId="342"/>
            <ac:picMk id="11" creationId="{F3AC0C19-F543-4796-A3D4-210E84C04806}"/>
          </ac:picMkLst>
        </pc:picChg>
      </pc:sldChg>
      <pc:sldChg chg="addSp delSp add del setBg delDesignElem">
        <pc:chgData name="Deep Singh" userId="218171febb998cc3" providerId="LiveId" clId="{A631849A-FE2E-4D2F-A2E6-41A2D3869678}" dt="2020-04-02T20:12:17.576" v="14799"/>
        <pc:sldMkLst>
          <pc:docMk/>
          <pc:sldMk cId="625751077" sldId="343"/>
        </pc:sldMkLst>
        <pc:spChg chg="add del">
          <ac:chgData name="Deep Singh" userId="218171febb998cc3" providerId="LiveId" clId="{A631849A-FE2E-4D2F-A2E6-41A2D3869678}" dt="2020-04-02T20:12:17.576" v="14799"/>
          <ac:spMkLst>
            <pc:docMk/>
            <pc:sldMk cId="625751077" sldId="343"/>
            <ac:spMk id="21" creationId="{A4AC5506-6312-4701-8D3C-40187889A947}"/>
          </ac:spMkLst>
        </pc:spChg>
      </pc:sldChg>
      <pc:sldChg chg="addSp delSp modSp add">
        <pc:chgData name="Deep Singh" userId="218171febb998cc3" providerId="LiveId" clId="{A631849A-FE2E-4D2F-A2E6-41A2D3869678}" dt="2020-04-02T20:39:10.625" v="15181" actId="113"/>
        <pc:sldMkLst>
          <pc:docMk/>
          <pc:sldMk cId="3531666274" sldId="343"/>
        </pc:sldMkLst>
        <pc:spChg chg="mod">
          <ac:chgData name="Deep Singh" userId="218171febb998cc3" providerId="LiveId" clId="{A631849A-FE2E-4D2F-A2E6-41A2D3869678}" dt="2020-04-02T20:12:37.987" v="14841" actId="20577"/>
          <ac:spMkLst>
            <pc:docMk/>
            <pc:sldMk cId="3531666274" sldId="343"/>
            <ac:spMk id="6" creationId="{152ADB85-0025-4E0A-B62D-0D6377972C2F}"/>
          </ac:spMkLst>
        </pc:spChg>
        <pc:spChg chg="add mod">
          <ac:chgData name="Deep Singh" userId="218171febb998cc3" providerId="LiveId" clId="{A631849A-FE2E-4D2F-A2E6-41A2D3869678}" dt="2020-04-02T20:39:10.625" v="15181" actId="113"/>
          <ac:spMkLst>
            <pc:docMk/>
            <pc:sldMk cId="3531666274" sldId="343"/>
            <ac:spMk id="17" creationId="{0538CA9A-11ED-492C-93D6-ED7A5222A16A}"/>
          </ac:spMkLst>
        </pc:spChg>
        <pc:graphicFrameChg chg="add del">
          <ac:chgData name="Deep Singh" userId="218171febb998cc3" providerId="LiveId" clId="{A631849A-FE2E-4D2F-A2E6-41A2D3869678}" dt="2020-04-02T20:13:39.096" v="14846" actId="478"/>
          <ac:graphicFrameMkLst>
            <pc:docMk/>
            <pc:sldMk cId="3531666274" sldId="343"/>
            <ac:graphicFrameMk id="2" creationId="{385EC50A-77AC-4702-8298-7021208CBBA7}"/>
          </ac:graphicFrameMkLst>
        </pc:graphicFrameChg>
        <pc:graphicFrameChg chg="add del mod modGraphic">
          <ac:chgData name="Deep Singh" userId="218171febb998cc3" providerId="LiveId" clId="{A631849A-FE2E-4D2F-A2E6-41A2D3869678}" dt="2020-04-02T20:25:24.525" v="14864" actId="478"/>
          <ac:graphicFrameMkLst>
            <pc:docMk/>
            <pc:sldMk cId="3531666274" sldId="343"/>
            <ac:graphicFrameMk id="3" creationId="{B1DC2561-135C-4B6B-A55A-191BAB915CD3}"/>
          </ac:graphicFrameMkLst>
        </pc:graphicFrameChg>
        <pc:graphicFrameChg chg="add del">
          <ac:chgData name="Deep Singh" userId="218171febb998cc3" providerId="LiveId" clId="{A631849A-FE2E-4D2F-A2E6-41A2D3869678}" dt="2020-04-02T20:17:03.734" v="14849"/>
          <ac:graphicFrameMkLst>
            <pc:docMk/>
            <pc:sldMk cId="3531666274" sldId="343"/>
            <ac:graphicFrameMk id="7" creationId="{A337195A-666E-4E52-87DD-AD0C44735E9F}"/>
          </ac:graphicFrameMkLst>
        </pc:graphicFrameChg>
        <pc:graphicFrameChg chg="add del">
          <ac:chgData name="Deep Singh" userId="218171febb998cc3" providerId="LiveId" clId="{A631849A-FE2E-4D2F-A2E6-41A2D3869678}" dt="2020-04-02T20:17:14.460" v="14853"/>
          <ac:graphicFrameMkLst>
            <pc:docMk/>
            <pc:sldMk cId="3531666274" sldId="343"/>
            <ac:graphicFrameMk id="8" creationId="{07AE2036-72B0-4421-96D3-4D8CD1AC4569}"/>
          </ac:graphicFrameMkLst>
        </pc:graphicFrameChg>
        <pc:graphicFrameChg chg="add del mod">
          <ac:chgData name="Deep Singh" userId="218171febb998cc3" providerId="LiveId" clId="{A631849A-FE2E-4D2F-A2E6-41A2D3869678}" dt="2020-04-02T20:17:33.789" v="14858"/>
          <ac:graphicFrameMkLst>
            <pc:docMk/>
            <pc:sldMk cId="3531666274" sldId="343"/>
            <ac:graphicFrameMk id="9" creationId="{A48C0BA1-0A93-4086-BE9B-B5F16886448A}"/>
          </ac:graphicFrameMkLst>
        </pc:graphicFrameChg>
        <pc:graphicFrameChg chg="add del">
          <ac:chgData name="Deep Singh" userId="218171febb998cc3" providerId="LiveId" clId="{A631849A-FE2E-4D2F-A2E6-41A2D3869678}" dt="2020-04-02T20:17:38.827" v="14860"/>
          <ac:graphicFrameMkLst>
            <pc:docMk/>
            <pc:sldMk cId="3531666274" sldId="343"/>
            <ac:graphicFrameMk id="10" creationId="{DD838979-BB47-4ADC-B5A0-A0EAD7616788}"/>
          </ac:graphicFrameMkLst>
        </pc:graphicFrameChg>
        <pc:graphicFrameChg chg="add del mod">
          <ac:chgData name="Deep Singh" userId="218171febb998cc3" providerId="LiveId" clId="{A631849A-FE2E-4D2F-A2E6-41A2D3869678}" dt="2020-04-02T20:25:28.348" v="14865" actId="478"/>
          <ac:graphicFrameMkLst>
            <pc:docMk/>
            <pc:sldMk cId="3531666274" sldId="343"/>
            <ac:graphicFrameMk id="11" creationId="{F321B01B-5EE4-49AC-A821-940A80C23C77}"/>
          </ac:graphicFrameMkLst>
        </pc:graphicFrameChg>
        <pc:graphicFrameChg chg="add del mod modGraphic">
          <ac:chgData name="Deep Singh" userId="218171febb998cc3" providerId="LiveId" clId="{A631849A-FE2E-4D2F-A2E6-41A2D3869678}" dt="2020-04-02T20:25:42.818" v="14869"/>
          <ac:graphicFrameMkLst>
            <pc:docMk/>
            <pc:sldMk cId="3531666274" sldId="343"/>
            <ac:graphicFrameMk id="12" creationId="{7BD13B9F-AF69-42BD-926A-8D31A85F5CD8}"/>
          </ac:graphicFrameMkLst>
        </pc:graphicFrameChg>
        <pc:graphicFrameChg chg="add del">
          <ac:chgData name="Deep Singh" userId="218171febb998cc3" providerId="LiveId" clId="{A631849A-FE2E-4D2F-A2E6-41A2D3869678}" dt="2020-04-02T20:25:47.016" v="14873"/>
          <ac:graphicFrameMkLst>
            <pc:docMk/>
            <pc:sldMk cId="3531666274" sldId="343"/>
            <ac:graphicFrameMk id="13" creationId="{C239F1D1-F7EF-415D-A2EC-483C9F268E37}"/>
          </ac:graphicFrameMkLst>
        </pc:graphicFrameChg>
        <pc:graphicFrameChg chg="add del modGraphic">
          <ac:chgData name="Deep Singh" userId="218171febb998cc3" providerId="LiveId" clId="{A631849A-FE2E-4D2F-A2E6-41A2D3869678}" dt="2020-04-02T20:26:22.231" v="14877"/>
          <ac:graphicFrameMkLst>
            <pc:docMk/>
            <pc:sldMk cId="3531666274" sldId="343"/>
            <ac:graphicFrameMk id="14" creationId="{019E96E1-3208-4509-9C68-722D4ABD1A17}"/>
          </ac:graphicFrameMkLst>
        </pc:graphicFrameChg>
        <pc:graphicFrameChg chg="add del mod modGraphic">
          <ac:chgData name="Deep Singh" userId="218171febb998cc3" providerId="LiveId" clId="{A631849A-FE2E-4D2F-A2E6-41A2D3869678}" dt="2020-04-02T20:27:41.952" v="14887"/>
          <ac:graphicFrameMkLst>
            <pc:docMk/>
            <pc:sldMk cId="3531666274" sldId="343"/>
            <ac:graphicFrameMk id="15" creationId="{744E03D5-A2B2-4021-AED0-C341693F170D}"/>
          </ac:graphicFrameMkLst>
        </pc:graphicFrameChg>
        <pc:graphicFrameChg chg="add del mod modGraphic">
          <ac:chgData name="Deep Singh" userId="218171febb998cc3" providerId="LiveId" clId="{A631849A-FE2E-4D2F-A2E6-41A2D3869678}" dt="2020-04-02T20:31:44.244" v="14994" actId="1076"/>
          <ac:graphicFrameMkLst>
            <pc:docMk/>
            <pc:sldMk cId="3531666274" sldId="343"/>
            <ac:graphicFrameMk id="16" creationId="{8DFC5C92-C2FA-48FB-8FAF-D8CECAD9162B}"/>
          </ac:graphicFrameMkLst>
        </pc:graphicFrameChg>
      </pc:sldChg>
      <pc:sldChg chg="addSp delSp modSp add">
        <pc:chgData name="Deep Singh" userId="218171febb998cc3" providerId="LiveId" clId="{A631849A-FE2E-4D2F-A2E6-41A2D3869678}" dt="2020-04-02T21:04:32.136" v="15253" actId="20577"/>
        <pc:sldMkLst>
          <pc:docMk/>
          <pc:sldMk cId="2024010131" sldId="344"/>
        </pc:sldMkLst>
        <pc:spChg chg="mod">
          <ac:chgData name="Deep Singh" userId="218171febb998cc3" providerId="LiveId" clId="{A631849A-FE2E-4D2F-A2E6-41A2D3869678}" dt="2020-04-02T21:04:32.136" v="15253" actId="20577"/>
          <ac:spMkLst>
            <pc:docMk/>
            <pc:sldMk cId="2024010131" sldId="344"/>
            <ac:spMk id="6" creationId="{152ADB85-0025-4E0A-B62D-0D6377972C2F}"/>
          </ac:spMkLst>
        </pc:spChg>
        <pc:spChg chg="add del">
          <ac:chgData name="Deep Singh" userId="218171febb998cc3" providerId="LiveId" clId="{A631849A-FE2E-4D2F-A2E6-41A2D3869678}" dt="2020-04-02T21:02:03.004" v="15187"/>
          <ac:spMkLst>
            <pc:docMk/>
            <pc:sldMk cId="2024010131" sldId="344"/>
            <ac:spMk id="23" creationId="{8EFC9458-6152-4326-9605-54A5CF211F4F}"/>
          </ac:spMkLst>
        </pc:spChg>
        <pc:spChg chg="add del">
          <ac:chgData name="Deep Singh" userId="218171febb998cc3" providerId="LiveId" clId="{A631849A-FE2E-4D2F-A2E6-41A2D3869678}" dt="2020-04-02T21:02:03.004" v="15187"/>
          <ac:spMkLst>
            <pc:docMk/>
            <pc:sldMk cId="2024010131" sldId="344"/>
            <ac:spMk id="24" creationId="{1FEEDC3A-FDC0-4218-957F-EACEFF6771C6}"/>
          </ac:spMkLst>
        </pc:spChg>
        <pc:spChg chg="add del">
          <ac:chgData name="Deep Singh" userId="218171febb998cc3" providerId="LiveId" clId="{A631849A-FE2E-4D2F-A2E6-41A2D3869678}" dt="2020-04-02T21:02:03.004" v="15187"/>
          <ac:spMkLst>
            <pc:docMk/>
            <pc:sldMk cId="2024010131" sldId="344"/>
            <ac:spMk id="25" creationId="{CBB24C2E-5F98-44AF-85D7-7C7E65DFBD08}"/>
          </ac:spMkLst>
        </pc:spChg>
        <pc:spChg chg="add del">
          <ac:chgData name="Deep Singh" userId="218171febb998cc3" providerId="LiveId" clId="{A631849A-FE2E-4D2F-A2E6-41A2D3869678}" dt="2020-04-02T21:02:03.004" v="15187"/>
          <ac:spMkLst>
            <pc:docMk/>
            <pc:sldMk cId="2024010131" sldId="344"/>
            <ac:spMk id="26" creationId="{C0347E9D-0DC5-4D74-B0A2-D0CC88A840E4}"/>
          </ac:spMkLst>
        </pc:spChg>
        <pc:spChg chg="add del">
          <ac:chgData name="Deep Singh" userId="218171febb998cc3" providerId="LiveId" clId="{A631849A-FE2E-4D2F-A2E6-41A2D3869678}" dt="2020-04-02T21:02:03.004" v="15187"/>
          <ac:spMkLst>
            <pc:docMk/>
            <pc:sldMk cId="2024010131" sldId="344"/>
            <ac:spMk id="27" creationId="{8BC4CCB1-BBF1-4B66-8E82-557379BF9B9F}"/>
          </ac:spMkLst>
        </pc:spChg>
        <pc:spChg chg="add del">
          <ac:chgData name="Deep Singh" userId="218171febb998cc3" providerId="LiveId" clId="{A631849A-FE2E-4D2F-A2E6-41A2D3869678}" dt="2020-04-02T21:02:03.004" v="15187"/>
          <ac:spMkLst>
            <pc:docMk/>
            <pc:sldMk cId="2024010131" sldId="344"/>
            <ac:spMk id="28" creationId="{E6CA3E6C-67B3-4634-AD2A-0A9F0DEF26E8}"/>
          </ac:spMkLst>
        </pc:spChg>
        <pc:spChg chg="add del">
          <ac:chgData name="Deep Singh" userId="218171febb998cc3" providerId="LiveId" clId="{A631849A-FE2E-4D2F-A2E6-41A2D3869678}" dt="2020-04-02T21:02:03.004" v="15187"/>
          <ac:spMkLst>
            <pc:docMk/>
            <pc:sldMk cId="2024010131" sldId="344"/>
            <ac:spMk id="29" creationId="{8042DBC1-CEE6-4360-98A0-42235E2580BD}"/>
          </ac:spMkLst>
        </pc:spChg>
        <pc:spChg chg="add del">
          <ac:chgData name="Deep Singh" userId="218171febb998cc3" providerId="LiveId" clId="{A631849A-FE2E-4D2F-A2E6-41A2D3869678}" dt="2020-04-02T21:02:03.004" v="15187"/>
          <ac:spMkLst>
            <pc:docMk/>
            <pc:sldMk cId="2024010131" sldId="344"/>
            <ac:spMk id="30" creationId="{66A58084-4052-4B7B-BAD3-7752702D18E8}"/>
          </ac:spMkLst>
        </pc:spChg>
        <pc:spChg chg="add del">
          <ac:chgData name="Deep Singh" userId="218171febb998cc3" providerId="LiveId" clId="{A631849A-FE2E-4D2F-A2E6-41A2D3869678}" dt="2020-04-02T21:02:03.004" v="15187"/>
          <ac:spMkLst>
            <pc:docMk/>
            <pc:sldMk cId="2024010131" sldId="344"/>
            <ac:spMk id="31" creationId="{9A8A950A-7D57-4990-B8D0-464273871216}"/>
          </ac:spMkLst>
        </pc:spChg>
        <pc:spChg chg="add del">
          <ac:chgData name="Deep Singh" userId="218171febb998cc3" providerId="LiveId" clId="{A631849A-FE2E-4D2F-A2E6-41A2D3869678}" dt="2020-04-02T21:02:03.004" v="15187"/>
          <ac:spMkLst>
            <pc:docMk/>
            <pc:sldMk cId="2024010131" sldId="344"/>
            <ac:spMk id="32" creationId="{F7E1ED9D-D999-43AD-80EE-19E02370BF72}"/>
          </ac:spMkLst>
        </pc:spChg>
        <pc:spChg chg="add del">
          <ac:chgData name="Deep Singh" userId="218171febb998cc3" providerId="LiveId" clId="{A631849A-FE2E-4D2F-A2E6-41A2D3869678}" dt="2020-04-02T21:02:03.004" v="15187"/>
          <ac:spMkLst>
            <pc:docMk/>
            <pc:sldMk cId="2024010131" sldId="344"/>
            <ac:spMk id="33" creationId="{2F4325E5-AD06-4F7D-998D-87A9A329AE06}"/>
          </ac:spMkLst>
        </pc:spChg>
        <pc:spChg chg="add del">
          <ac:chgData name="Deep Singh" userId="218171febb998cc3" providerId="LiveId" clId="{A631849A-FE2E-4D2F-A2E6-41A2D3869678}" dt="2020-04-02T21:02:05.047" v="15189"/>
          <ac:spMkLst>
            <pc:docMk/>
            <pc:sldMk cId="2024010131" sldId="344"/>
            <ac:spMk id="34" creationId="{AC184702-58D2-4BEB-8E14-C02ED478D12D}"/>
          </ac:spMkLst>
        </pc:spChg>
        <pc:spChg chg="add del">
          <ac:chgData name="Deep Singh" userId="218171febb998cc3" providerId="LiveId" clId="{A631849A-FE2E-4D2F-A2E6-41A2D3869678}" dt="2020-04-02T21:02:05.047" v="15189"/>
          <ac:spMkLst>
            <pc:docMk/>
            <pc:sldMk cId="2024010131" sldId="344"/>
            <ac:spMk id="35" creationId="{D4A3B23D-7CD9-459B-99F4-E2C3FF6259C8}"/>
          </ac:spMkLst>
        </pc:spChg>
        <pc:spChg chg="add del">
          <ac:chgData name="Deep Singh" userId="218171febb998cc3" providerId="LiveId" clId="{A631849A-FE2E-4D2F-A2E6-41A2D3869678}" dt="2020-04-02T21:02:05.047" v="15189"/>
          <ac:spMkLst>
            <pc:docMk/>
            <pc:sldMk cId="2024010131" sldId="344"/>
            <ac:spMk id="36" creationId="{2D8BE0BC-623B-4A6B-9413-57D2399BBB67}"/>
          </ac:spMkLst>
        </pc:spChg>
        <pc:spChg chg="add del">
          <ac:chgData name="Deep Singh" userId="218171febb998cc3" providerId="LiveId" clId="{A631849A-FE2E-4D2F-A2E6-41A2D3869678}" dt="2020-04-02T21:02:05.047" v="15189"/>
          <ac:spMkLst>
            <pc:docMk/>
            <pc:sldMk cId="2024010131" sldId="344"/>
            <ac:spMk id="37" creationId="{A0965DE7-B502-4487-9835-E0A5DEC9CBA2}"/>
          </ac:spMkLst>
        </pc:spChg>
        <pc:spChg chg="add del">
          <ac:chgData name="Deep Singh" userId="218171febb998cc3" providerId="LiveId" clId="{A631849A-FE2E-4D2F-A2E6-41A2D3869678}" dt="2020-04-02T21:02:05.047" v="15189"/>
          <ac:spMkLst>
            <pc:docMk/>
            <pc:sldMk cId="2024010131" sldId="344"/>
            <ac:spMk id="38" creationId="{8608D70C-5D16-4B3A-8D87-276918955827}"/>
          </ac:spMkLst>
        </pc:spChg>
        <pc:spChg chg="add del">
          <ac:chgData name="Deep Singh" userId="218171febb998cc3" providerId="LiveId" clId="{A631849A-FE2E-4D2F-A2E6-41A2D3869678}" dt="2020-04-02T21:02:05.047" v="15189"/>
          <ac:spMkLst>
            <pc:docMk/>
            <pc:sldMk cId="2024010131" sldId="344"/>
            <ac:spMk id="39" creationId="{B156D8CE-AC4B-4BB5-853F-A89E94A21C8E}"/>
          </ac:spMkLst>
        </pc:spChg>
        <pc:spChg chg="add del">
          <ac:chgData name="Deep Singh" userId="218171febb998cc3" providerId="LiveId" clId="{A631849A-FE2E-4D2F-A2E6-41A2D3869678}" dt="2020-04-02T21:02:05.047" v="15189"/>
          <ac:spMkLst>
            <pc:docMk/>
            <pc:sldMk cId="2024010131" sldId="344"/>
            <ac:spMk id="40" creationId="{8D1869F5-C306-41C2-A87F-0CFB1312A6BB}"/>
          </ac:spMkLst>
        </pc:spChg>
        <pc:spChg chg="add del">
          <ac:chgData name="Deep Singh" userId="218171febb998cc3" providerId="LiveId" clId="{A631849A-FE2E-4D2F-A2E6-41A2D3869678}" dt="2020-04-02T21:02:05.047" v="15189"/>
          <ac:spMkLst>
            <pc:docMk/>
            <pc:sldMk cId="2024010131" sldId="344"/>
            <ac:spMk id="41" creationId="{D7BF6053-F53A-4D56-9862-5535233BCCDA}"/>
          </ac:spMkLst>
        </pc:spChg>
        <pc:spChg chg="add del">
          <ac:chgData name="Deep Singh" userId="218171febb998cc3" providerId="LiveId" clId="{A631849A-FE2E-4D2F-A2E6-41A2D3869678}" dt="2020-04-02T21:02:05.047" v="15189"/>
          <ac:spMkLst>
            <pc:docMk/>
            <pc:sldMk cId="2024010131" sldId="344"/>
            <ac:spMk id="42" creationId="{566ABA1F-1581-47A0-9535-3F3EC972935A}"/>
          </ac:spMkLst>
        </pc:spChg>
        <pc:spChg chg="add del">
          <ac:chgData name="Deep Singh" userId="218171febb998cc3" providerId="LiveId" clId="{A631849A-FE2E-4D2F-A2E6-41A2D3869678}" dt="2020-04-02T21:02:05.047" v="15189"/>
          <ac:spMkLst>
            <pc:docMk/>
            <pc:sldMk cId="2024010131" sldId="344"/>
            <ac:spMk id="43" creationId="{61BECEF1-16FB-4DF9-A848-91FBC0168C0B}"/>
          </ac:spMkLst>
        </pc:spChg>
        <pc:spChg chg="add del">
          <ac:chgData name="Deep Singh" userId="218171febb998cc3" providerId="LiveId" clId="{A631849A-FE2E-4D2F-A2E6-41A2D3869678}" dt="2020-04-02T21:02:05.047" v="15189"/>
          <ac:spMkLst>
            <pc:docMk/>
            <pc:sldMk cId="2024010131" sldId="344"/>
            <ac:spMk id="44" creationId="{5EFAE40E-E292-4949-9426-BB8C91B39183}"/>
          </ac:spMkLst>
        </pc:spChg>
        <pc:grpChg chg="del">
          <ac:chgData name="Deep Singh" userId="218171febb998cc3" providerId="LiveId" clId="{A631849A-FE2E-4D2F-A2E6-41A2D3869678}" dt="2020-04-02T21:01:57.188" v="15185" actId="478"/>
          <ac:grpSpMkLst>
            <pc:docMk/>
            <pc:sldMk cId="2024010131" sldId="344"/>
            <ac:grpSpMk id="7" creationId="{636D6CE5-A44E-49D9-9B9F-8742A20BE5BF}"/>
          </ac:grpSpMkLst>
        </pc:grpChg>
        <pc:graphicFrameChg chg="add del">
          <ac:chgData name="Deep Singh" userId="218171febb998cc3" providerId="LiveId" clId="{A631849A-FE2E-4D2F-A2E6-41A2D3869678}" dt="2020-04-02T21:02:03.004" v="15187"/>
          <ac:graphicFrameMkLst>
            <pc:docMk/>
            <pc:sldMk cId="2024010131" sldId="344"/>
            <ac:graphicFrameMk id="2" creationId="{DF321E9B-4229-4F22-8733-87CF8E4D8C51}"/>
          </ac:graphicFrameMkLst>
        </pc:graphicFrameChg>
        <pc:graphicFrameChg chg="add del">
          <ac:chgData name="Deep Singh" userId="218171febb998cc3" providerId="LiveId" clId="{A631849A-FE2E-4D2F-A2E6-41A2D3869678}" dt="2020-04-02T21:02:05.047" v="15189"/>
          <ac:graphicFrameMkLst>
            <pc:docMk/>
            <pc:sldMk cId="2024010131" sldId="344"/>
            <ac:graphicFrameMk id="3" creationId="{4CDE77DF-E6B7-4A46-BD40-EFDCA5FD98C6}"/>
          </ac:graphicFrameMkLst>
        </pc:graphicFrameChg>
        <pc:picChg chg="add mod">
          <ac:chgData name="Deep Singh" userId="218171febb998cc3" providerId="LiveId" clId="{A631849A-FE2E-4D2F-A2E6-41A2D3869678}" dt="2020-04-02T21:02:55.904" v="15192" actId="1076"/>
          <ac:picMkLst>
            <pc:docMk/>
            <pc:sldMk cId="2024010131" sldId="344"/>
            <ac:picMk id="45" creationId="{ABCB715C-8BCF-46B7-A623-EB8CC9CB4590}"/>
          </ac:picMkLst>
        </pc:picChg>
        <pc:cxnChg chg="mod">
          <ac:chgData name="Deep Singh" userId="218171febb998cc3" providerId="LiveId" clId="{A631849A-FE2E-4D2F-A2E6-41A2D3869678}" dt="2020-04-02T21:01:57.188" v="15185" actId="478"/>
          <ac:cxnSpMkLst>
            <pc:docMk/>
            <pc:sldMk cId="2024010131" sldId="344"/>
            <ac:cxnSpMk id="10" creationId="{B80DA223-6D0F-4C5C-B9EA-C39D1E49ABD9}"/>
          </ac:cxnSpMkLst>
        </pc:cxnChg>
        <pc:cxnChg chg="mod">
          <ac:chgData name="Deep Singh" userId="218171febb998cc3" providerId="LiveId" clId="{A631849A-FE2E-4D2F-A2E6-41A2D3869678}" dt="2020-04-02T21:01:57.188" v="15185" actId="478"/>
          <ac:cxnSpMkLst>
            <pc:docMk/>
            <pc:sldMk cId="2024010131" sldId="344"/>
            <ac:cxnSpMk id="11" creationId="{CD469D9A-B4D8-4908-B1F2-AD9C88DFCCAC}"/>
          </ac:cxnSpMkLst>
        </pc:cxnChg>
        <pc:cxnChg chg="mod">
          <ac:chgData name="Deep Singh" userId="218171febb998cc3" providerId="LiveId" clId="{A631849A-FE2E-4D2F-A2E6-41A2D3869678}" dt="2020-04-02T21:01:57.188" v="15185" actId="478"/>
          <ac:cxnSpMkLst>
            <pc:docMk/>
            <pc:sldMk cId="2024010131" sldId="344"/>
            <ac:cxnSpMk id="14" creationId="{DA08C0D9-42D7-41D7-A4C4-C2920830E45F}"/>
          </ac:cxnSpMkLst>
        </pc:cxnChg>
      </pc:sldChg>
      <pc:sldChg chg="addSp delSp modSp add del ord setBg delDesignElem">
        <pc:chgData name="Deep Singh" userId="218171febb998cc3" providerId="LiveId" clId="{A631849A-FE2E-4D2F-A2E6-41A2D3869678}" dt="2020-04-02T21:06:19.131" v="15277" actId="6549"/>
        <pc:sldMkLst>
          <pc:docMk/>
          <pc:sldMk cId="685957424" sldId="345"/>
        </pc:sldMkLst>
        <pc:spChg chg="mod">
          <ac:chgData name="Deep Singh" userId="218171febb998cc3" providerId="LiveId" clId="{A631849A-FE2E-4D2F-A2E6-41A2D3869678}" dt="2020-04-02T21:06:19.131" v="15277" actId="6549"/>
          <ac:spMkLst>
            <pc:docMk/>
            <pc:sldMk cId="685957424" sldId="345"/>
            <ac:spMk id="5" creationId="{32C8CB23-8F38-4C6B-8017-F462ECC41121}"/>
          </ac:spMkLst>
        </pc:spChg>
        <pc:spChg chg="add del">
          <ac:chgData name="Deep Singh" userId="218171febb998cc3" providerId="LiveId" clId="{A631849A-FE2E-4D2F-A2E6-41A2D3869678}" dt="2020-04-02T21:06:07.344" v="15276"/>
          <ac:spMkLst>
            <pc:docMk/>
            <pc:sldMk cId="685957424" sldId="345"/>
            <ac:spMk id="20" creationId="{B775CD93-9DF2-48CB-9F57-1BCA9A46C7FA}"/>
          </ac:spMkLst>
        </pc:spChg>
        <pc:spChg chg="add del">
          <ac:chgData name="Deep Singh" userId="218171febb998cc3" providerId="LiveId" clId="{A631849A-FE2E-4D2F-A2E6-41A2D3869678}" dt="2020-04-02T21:06:07.344" v="15276"/>
          <ac:spMkLst>
            <pc:docMk/>
            <pc:sldMk cId="685957424" sldId="345"/>
            <ac:spMk id="22" creationId="{6166C6D1-23AC-49C4-BA07-238E4E9F8CEB}"/>
          </ac:spMkLst>
        </pc:spChg>
        <pc:spChg chg="add del">
          <ac:chgData name="Deep Singh" userId="218171febb998cc3" providerId="LiveId" clId="{A631849A-FE2E-4D2F-A2E6-41A2D3869678}" dt="2020-04-02T21:06:07.344" v="15276"/>
          <ac:spMkLst>
            <pc:docMk/>
            <pc:sldMk cId="685957424" sldId="345"/>
            <ac:spMk id="24" creationId="{1C091803-41C2-48E0-9228-5148460C7479}"/>
          </ac:spMkLst>
        </pc:spChg>
      </pc:sldChg>
      <pc:sldChg chg="addSp delSp modSp add del ord setBg delDesignElem">
        <pc:chgData name="Deep Singh" userId="218171febb998cc3" providerId="LiveId" clId="{A631849A-FE2E-4D2F-A2E6-41A2D3869678}" dt="2020-04-02T21:06:24.810" v="15278" actId="20577"/>
        <pc:sldMkLst>
          <pc:docMk/>
          <pc:sldMk cId="1164412954" sldId="346"/>
        </pc:sldMkLst>
        <pc:spChg chg="mod">
          <ac:chgData name="Deep Singh" userId="218171febb998cc3" providerId="LiveId" clId="{A631849A-FE2E-4D2F-A2E6-41A2D3869678}" dt="2020-04-02T21:06:24.810" v="15278" actId="20577"/>
          <ac:spMkLst>
            <pc:docMk/>
            <pc:sldMk cId="1164412954" sldId="346"/>
            <ac:spMk id="5" creationId="{CC5E4F4B-5C03-479E-88FB-8D3BA2F15F45}"/>
          </ac:spMkLst>
        </pc:spChg>
        <pc:spChg chg="add del">
          <ac:chgData name="Deep Singh" userId="218171febb998cc3" providerId="LiveId" clId="{A631849A-FE2E-4D2F-A2E6-41A2D3869678}" dt="2020-04-02T21:06:07.344" v="15276"/>
          <ac:spMkLst>
            <pc:docMk/>
            <pc:sldMk cId="1164412954" sldId="346"/>
            <ac:spMk id="50" creationId="{B775CD93-9DF2-48CB-9F57-1BCA9A46C7FA}"/>
          </ac:spMkLst>
        </pc:spChg>
        <pc:spChg chg="add del">
          <ac:chgData name="Deep Singh" userId="218171febb998cc3" providerId="LiveId" clId="{A631849A-FE2E-4D2F-A2E6-41A2D3869678}" dt="2020-04-02T21:06:07.344" v="15276"/>
          <ac:spMkLst>
            <pc:docMk/>
            <pc:sldMk cId="1164412954" sldId="346"/>
            <ac:spMk id="52" creationId="{6166C6D1-23AC-49C4-BA07-238E4E9F8CEB}"/>
          </ac:spMkLst>
        </pc:spChg>
        <pc:spChg chg="add del">
          <ac:chgData name="Deep Singh" userId="218171febb998cc3" providerId="LiveId" clId="{A631849A-FE2E-4D2F-A2E6-41A2D3869678}" dt="2020-04-02T21:06:07.344" v="15276"/>
          <ac:spMkLst>
            <pc:docMk/>
            <pc:sldMk cId="1164412954" sldId="346"/>
            <ac:spMk id="54" creationId="{1C091803-41C2-48E0-9228-5148460C7479}"/>
          </ac:spMkLst>
        </pc:spChg>
      </pc:sldChg>
      <pc:sldChg chg="addSp delSp add del ord setBg delDesignElem">
        <pc:chgData name="Deep Singh" userId="218171febb998cc3" providerId="LiveId" clId="{A631849A-FE2E-4D2F-A2E6-41A2D3869678}" dt="2020-04-02T21:06:07.344" v="15276"/>
        <pc:sldMkLst>
          <pc:docMk/>
          <pc:sldMk cId="3840906611" sldId="347"/>
        </pc:sldMkLst>
        <pc:spChg chg="add del">
          <ac:chgData name="Deep Singh" userId="218171febb998cc3" providerId="LiveId" clId="{A631849A-FE2E-4D2F-A2E6-41A2D3869678}" dt="2020-04-02T21:06:07.344" v="15276"/>
          <ac:spMkLst>
            <pc:docMk/>
            <pc:sldMk cId="3840906611" sldId="347"/>
            <ac:spMk id="12" creationId="{1BE4F293-0A40-4AA3-8747-1C7D9F3EEABB}"/>
          </ac:spMkLst>
        </pc:spChg>
        <pc:grpChg chg="add del">
          <ac:chgData name="Deep Singh" userId="218171febb998cc3" providerId="LiveId" clId="{A631849A-FE2E-4D2F-A2E6-41A2D3869678}" dt="2020-04-02T21:06:07.344" v="15276"/>
          <ac:grpSpMkLst>
            <pc:docMk/>
            <pc:sldMk cId="3840906611" sldId="347"/>
            <ac:grpSpMk id="14" creationId="{5D1CC8B8-2CD1-45F6-9CED-CA310400222D}"/>
          </ac:grpSpMkLst>
        </pc:grpChg>
      </pc:sldChg>
      <pc:sldChg chg="add del">
        <pc:chgData name="Deep Singh" userId="218171febb998cc3" providerId="LiveId" clId="{A631849A-FE2E-4D2F-A2E6-41A2D3869678}" dt="2020-04-02T21:06:05.541" v="15274"/>
        <pc:sldMkLst>
          <pc:docMk/>
          <pc:sldMk cId="3170426908" sldId="348"/>
        </pc:sldMkLst>
      </pc:sldChg>
      <pc:sldChg chg="add del">
        <pc:chgData name="Deep Singh" userId="218171febb998cc3" providerId="LiveId" clId="{A631849A-FE2E-4D2F-A2E6-41A2D3869678}" dt="2020-04-02T21:06:05.232" v="15273"/>
        <pc:sldMkLst>
          <pc:docMk/>
          <pc:sldMk cId="3896071040" sldId="349"/>
        </pc:sldMkLst>
      </pc:sldChg>
      <pc:sldChg chg="add del">
        <pc:chgData name="Deep Singh" userId="218171febb998cc3" providerId="LiveId" clId="{A631849A-FE2E-4D2F-A2E6-41A2D3869678}" dt="2020-04-02T21:06:04.889" v="15272"/>
        <pc:sldMkLst>
          <pc:docMk/>
          <pc:sldMk cId="1630906687" sldId="350"/>
        </pc:sldMkLst>
      </pc:sldChg>
      <pc:sldMasterChg chg="setBg modSldLayout">
        <pc:chgData name="Deep Singh" userId="218171febb998cc3" providerId="LiveId" clId="{A631849A-FE2E-4D2F-A2E6-41A2D3869678}" dt="2020-04-01T19:41:55.681" v="1918"/>
        <pc:sldMasterMkLst>
          <pc:docMk/>
          <pc:sldMasterMk cId="3354390932" sldId="2147483648"/>
        </pc:sldMasterMkLst>
        <pc:sldLayoutChg chg="delSp setBg">
          <pc:chgData name="Deep Singh" userId="218171febb998cc3" providerId="LiveId" clId="{A631849A-FE2E-4D2F-A2E6-41A2D3869678}" dt="2020-04-01T09:03:19.075" v="1184"/>
          <pc:sldLayoutMkLst>
            <pc:docMk/>
            <pc:sldMasterMk cId="3354390932" sldId="2147483648"/>
            <pc:sldLayoutMk cId="1088577732" sldId="2147483649"/>
          </pc:sldLayoutMkLst>
          <pc:spChg chg="del">
            <ac:chgData name="Deep Singh" userId="218171febb998cc3" providerId="LiveId" clId="{A631849A-FE2E-4D2F-A2E6-41A2D3869678}" dt="2020-04-01T03:21:05.555" v="237" actId="478"/>
            <ac:spMkLst>
              <pc:docMk/>
              <pc:sldMasterMk cId="3354390932" sldId="2147483648"/>
              <pc:sldLayoutMk cId="1088577732" sldId="2147483649"/>
              <ac:spMk id="2" creationId="{69C4C367-721E-452D-9C09-EC1CBAB04A54}"/>
            </ac:spMkLst>
          </pc:spChg>
          <pc:spChg chg="del">
            <ac:chgData name="Deep Singh" userId="218171febb998cc3" providerId="LiveId" clId="{A631849A-FE2E-4D2F-A2E6-41A2D3869678}" dt="2020-04-01T03:21:08.003" v="238" actId="478"/>
            <ac:spMkLst>
              <pc:docMk/>
              <pc:sldMasterMk cId="3354390932" sldId="2147483648"/>
              <pc:sldLayoutMk cId="1088577732" sldId="2147483649"/>
              <ac:spMk id="3" creationId="{DF63659B-9955-495D-B79C-4419F8699A0F}"/>
            </ac:spMkLst>
          </pc:spChg>
          <pc:spChg chg="del">
            <ac:chgData name="Deep Singh" userId="218171febb998cc3" providerId="LiveId" clId="{A631849A-FE2E-4D2F-A2E6-41A2D3869678}" dt="2020-04-01T03:21:11.050" v="239" actId="478"/>
            <ac:spMkLst>
              <pc:docMk/>
              <pc:sldMasterMk cId="3354390932" sldId="2147483648"/>
              <pc:sldLayoutMk cId="1088577732" sldId="2147483649"/>
              <ac:spMk id="4" creationId="{EAFE17FA-5444-426B-8DD9-94BAED6B2A6C}"/>
            </ac:spMkLst>
          </pc:spChg>
          <pc:spChg chg="del">
            <ac:chgData name="Deep Singh" userId="218171febb998cc3" providerId="LiveId" clId="{A631849A-FE2E-4D2F-A2E6-41A2D3869678}" dt="2020-04-01T03:21:13.814" v="240" actId="478"/>
            <ac:spMkLst>
              <pc:docMk/>
              <pc:sldMasterMk cId="3354390932" sldId="2147483648"/>
              <pc:sldLayoutMk cId="1088577732" sldId="2147483649"/>
              <ac:spMk id="6" creationId="{126B8454-D073-49E5-8EAC-8B2E564A8586}"/>
            </ac:spMkLst>
          </pc:spChg>
        </pc:sldLayoutChg>
        <pc:sldLayoutChg chg="addSp delSp modSp setBg">
          <pc:chgData name="Deep Singh" userId="218171febb998cc3" providerId="LiveId" clId="{A631849A-FE2E-4D2F-A2E6-41A2D3869678}" dt="2020-04-01T09:27:57.176" v="1679" actId="478"/>
          <pc:sldLayoutMkLst>
            <pc:docMk/>
            <pc:sldMasterMk cId="3354390932" sldId="2147483648"/>
            <pc:sldLayoutMk cId="4102842112" sldId="2147483650"/>
          </pc:sldLayoutMkLst>
          <pc:spChg chg="mod">
            <ac:chgData name="Deep Singh" userId="218171febb998cc3" providerId="LiveId" clId="{A631849A-FE2E-4D2F-A2E6-41A2D3869678}" dt="2020-04-01T02:55:41.606" v="73" actId="113"/>
            <ac:spMkLst>
              <pc:docMk/>
              <pc:sldMasterMk cId="3354390932" sldId="2147483648"/>
              <pc:sldLayoutMk cId="4102842112" sldId="2147483650"/>
              <ac:spMk id="2" creationId="{FCE935A7-9FA8-4746-B96C-1C976C0B3E77}"/>
            </ac:spMkLst>
          </pc:spChg>
          <pc:spChg chg="mod">
            <ac:chgData name="Deep Singh" userId="218171febb998cc3" providerId="LiveId" clId="{A631849A-FE2E-4D2F-A2E6-41A2D3869678}" dt="2020-04-01T03:15:35.358" v="183" actId="2711"/>
            <ac:spMkLst>
              <pc:docMk/>
              <pc:sldMasterMk cId="3354390932" sldId="2147483648"/>
              <pc:sldLayoutMk cId="4102842112" sldId="2147483650"/>
              <ac:spMk id="3" creationId="{362A5571-07DD-4B53-BA8C-1905225A9BCD}"/>
            </ac:spMkLst>
          </pc:spChg>
          <pc:picChg chg="add del">
            <ac:chgData name="Deep Singh" userId="218171febb998cc3" providerId="LiveId" clId="{A631849A-FE2E-4D2F-A2E6-41A2D3869678}" dt="2020-04-01T09:27:57.176" v="1679" actId="478"/>
            <ac:picMkLst>
              <pc:docMk/>
              <pc:sldMasterMk cId="3354390932" sldId="2147483648"/>
              <pc:sldLayoutMk cId="4102842112" sldId="2147483650"/>
              <ac:picMk id="8" creationId="{1021C7AF-A2D5-463C-8701-95157A74DC71}"/>
            </ac:picMkLst>
          </pc:picChg>
          <pc:picChg chg="del">
            <ac:chgData name="Deep Singh" userId="218171febb998cc3" providerId="LiveId" clId="{A631849A-FE2E-4D2F-A2E6-41A2D3869678}" dt="2020-04-01T02:57:24.373" v="86" actId="478"/>
            <ac:picMkLst>
              <pc:docMk/>
              <pc:sldMasterMk cId="3354390932" sldId="2147483648"/>
              <pc:sldLayoutMk cId="4102842112" sldId="2147483650"/>
              <ac:picMk id="13" creationId="{E4E0014C-0E7D-403B-93A0-28DC68E84092}"/>
            </ac:picMkLst>
          </pc:picChg>
        </pc:sldLayoutChg>
        <pc:sldLayoutChg chg="addSp delSp modSp setBg">
          <pc:chgData name="Deep Singh" userId="218171febb998cc3" providerId="LiveId" clId="{A631849A-FE2E-4D2F-A2E6-41A2D3869678}" dt="2020-04-01T09:27:57.079" v="1678" actId="478"/>
          <pc:sldLayoutMkLst>
            <pc:docMk/>
            <pc:sldMasterMk cId="3354390932" sldId="2147483648"/>
            <pc:sldLayoutMk cId="378422490" sldId="2147483660"/>
          </pc:sldLayoutMkLst>
          <pc:spChg chg="mod">
            <ac:chgData name="Deep Singh" userId="218171febb998cc3" providerId="LiveId" clId="{A631849A-FE2E-4D2F-A2E6-41A2D3869678}" dt="2020-04-01T02:54:56.554" v="3" actId="113"/>
            <ac:spMkLst>
              <pc:docMk/>
              <pc:sldMasterMk cId="3354390932" sldId="2147483648"/>
              <pc:sldLayoutMk cId="378422490" sldId="2147483660"/>
              <ac:spMk id="2" creationId="{69C4C367-721E-452D-9C09-EC1CBAB04A54}"/>
            </ac:spMkLst>
          </pc:spChg>
          <pc:picChg chg="add del mod">
            <ac:chgData name="Deep Singh" userId="218171febb998cc3" providerId="LiveId" clId="{A631849A-FE2E-4D2F-A2E6-41A2D3869678}" dt="2020-04-01T09:27:57.079" v="1678" actId="478"/>
            <ac:picMkLst>
              <pc:docMk/>
              <pc:sldMasterMk cId="3354390932" sldId="2147483648"/>
              <pc:sldLayoutMk cId="378422490" sldId="2147483660"/>
              <ac:picMk id="9" creationId="{E64C4FFE-8C36-4620-8D71-D928B1ACCCC0}"/>
            </ac:picMkLst>
          </pc:picChg>
        </pc:sldLayoutChg>
      </pc:sldMasterChg>
      <pc:sldMasterChg chg="del delSldLayout">
        <pc:chgData name="Deep Singh" userId="218171febb998cc3" providerId="LiveId" clId="{A631849A-FE2E-4D2F-A2E6-41A2D3869678}" dt="2020-04-02T04:38:12.823" v="7135" actId="2696"/>
        <pc:sldMasterMkLst>
          <pc:docMk/>
          <pc:sldMasterMk cId="2022919685" sldId="2147483662"/>
        </pc:sldMasterMkLst>
        <pc:sldLayoutChg chg="del">
          <pc:chgData name="Deep Singh" userId="218171febb998cc3" providerId="LiveId" clId="{A631849A-FE2E-4D2F-A2E6-41A2D3869678}" dt="2020-04-02T04:33:30.994" v="7106" actId="2696"/>
          <pc:sldLayoutMkLst>
            <pc:docMk/>
            <pc:sldMasterMk cId="2022919685" sldId="2147483662"/>
            <pc:sldLayoutMk cId="3420646155" sldId="2147483663"/>
          </pc:sldLayoutMkLst>
        </pc:sldLayoutChg>
        <pc:sldLayoutChg chg="del">
          <pc:chgData name="Deep Singh" userId="218171febb998cc3" providerId="LiveId" clId="{A631849A-FE2E-4D2F-A2E6-41A2D3869678}" dt="2020-04-02T04:33:30.995" v="7107" actId="2696"/>
          <pc:sldLayoutMkLst>
            <pc:docMk/>
            <pc:sldMasterMk cId="2022919685" sldId="2147483662"/>
            <pc:sldLayoutMk cId="3475045364" sldId="2147483664"/>
          </pc:sldLayoutMkLst>
        </pc:sldLayoutChg>
        <pc:sldLayoutChg chg="del">
          <pc:chgData name="Deep Singh" userId="218171febb998cc3" providerId="LiveId" clId="{A631849A-FE2E-4D2F-A2E6-41A2D3869678}" dt="2020-04-02T04:33:30.996" v="7108" actId="2696"/>
          <pc:sldLayoutMkLst>
            <pc:docMk/>
            <pc:sldMasterMk cId="2022919685" sldId="2147483662"/>
            <pc:sldLayoutMk cId="315521520" sldId="2147483665"/>
          </pc:sldLayoutMkLst>
        </pc:sldLayoutChg>
        <pc:sldLayoutChg chg="del">
          <pc:chgData name="Deep Singh" userId="218171febb998cc3" providerId="LiveId" clId="{A631849A-FE2E-4D2F-A2E6-41A2D3869678}" dt="2020-04-02T04:33:30.997" v="7109" actId="2696"/>
          <pc:sldLayoutMkLst>
            <pc:docMk/>
            <pc:sldMasterMk cId="2022919685" sldId="2147483662"/>
            <pc:sldLayoutMk cId="3687134534" sldId="2147483666"/>
          </pc:sldLayoutMkLst>
        </pc:sldLayoutChg>
        <pc:sldLayoutChg chg="del">
          <pc:chgData name="Deep Singh" userId="218171febb998cc3" providerId="LiveId" clId="{A631849A-FE2E-4D2F-A2E6-41A2D3869678}" dt="2020-04-02T04:33:30.997" v="7110" actId="2696"/>
          <pc:sldLayoutMkLst>
            <pc:docMk/>
            <pc:sldMasterMk cId="2022919685" sldId="2147483662"/>
            <pc:sldLayoutMk cId="1582707564" sldId="2147483667"/>
          </pc:sldLayoutMkLst>
        </pc:sldLayoutChg>
        <pc:sldLayoutChg chg="del">
          <pc:chgData name="Deep Singh" userId="218171febb998cc3" providerId="LiveId" clId="{A631849A-FE2E-4D2F-A2E6-41A2D3869678}" dt="2020-04-02T04:33:30.998" v="7111" actId="2696"/>
          <pc:sldLayoutMkLst>
            <pc:docMk/>
            <pc:sldMasterMk cId="2022919685" sldId="2147483662"/>
            <pc:sldLayoutMk cId="4258365167" sldId="2147483668"/>
          </pc:sldLayoutMkLst>
        </pc:sldLayoutChg>
        <pc:sldLayoutChg chg="del">
          <pc:chgData name="Deep Singh" userId="218171febb998cc3" providerId="LiveId" clId="{A631849A-FE2E-4D2F-A2E6-41A2D3869678}" dt="2020-04-02T04:33:30.999" v="7112" actId="2696"/>
          <pc:sldLayoutMkLst>
            <pc:docMk/>
            <pc:sldMasterMk cId="2022919685" sldId="2147483662"/>
            <pc:sldLayoutMk cId="1518554297" sldId="2147483669"/>
          </pc:sldLayoutMkLst>
        </pc:sldLayoutChg>
        <pc:sldLayoutChg chg="del">
          <pc:chgData name="Deep Singh" userId="218171febb998cc3" providerId="LiveId" clId="{A631849A-FE2E-4D2F-A2E6-41A2D3869678}" dt="2020-04-02T04:33:31" v="7113" actId="2696"/>
          <pc:sldLayoutMkLst>
            <pc:docMk/>
            <pc:sldMasterMk cId="2022919685" sldId="2147483662"/>
            <pc:sldLayoutMk cId="3180390972" sldId="2147483670"/>
          </pc:sldLayoutMkLst>
        </pc:sldLayoutChg>
        <pc:sldLayoutChg chg="del">
          <pc:chgData name="Deep Singh" userId="218171febb998cc3" providerId="LiveId" clId="{A631849A-FE2E-4D2F-A2E6-41A2D3869678}" dt="2020-04-02T04:33:31.001" v="7114" actId="2696"/>
          <pc:sldLayoutMkLst>
            <pc:docMk/>
            <pc:sldMasterMk cId="2022919685" sldId="2147483662"/>
            <pc:sldLayoutMk cId="683837285" sldId="2147483671"/>
          </pc:sldLayoutMkLst>
        </pc:sldLayoutChg>
        <pc:sldLayoutChg chg="del">
          <pc:chgData name="Deep Singh" userId="218171febb998cc3" providerId="LiveId" clId="{A631849A-FE2E-4D2F-A2E6-41A2D3869678}" dt="2020-04-02T04:33:30.990" v="7105" actId="2696"/>
          <pc:sldLayoutMkLst>
            <pc:docMk/>
            <pc:sldMasterMk cId="2022919685" sldId="2147483662"/>
            <pc:sldLayoutMk cId="3493315840" sldId="2147483672"/>
          </pc:sldLayoutMkLst>
        </pc:sldLayoutChg>
        <pc:sldLayoutChg chg="del">
          <pc:chgData name="Deep Singh" userId="218171febb998cc3" providerId="LiveId" clId="{A631849A-FE2E-4D2F-A2E6-41A2D3869678}" dt="2020-04-02T04:38:12.823" v="7135" actId="2696"/>
          <pc:sldLayoutMkLst>
            <pc:docMk/>
            <pc:sldMasterMk cId="2022919685" sldId="2147483662"/>
            <pc:sldLayoutMk cId="4195871556" sldId="2147483673"/>
          </pc:sldLayoutMkLst>
        </pc:sldLayoutChg>
      </pc:sldMasterChg>
      <pc:sldMasterChg chg="add del delSldLayout modSldLayout">
        <pc:chgData name="Deep Singh" userId="218171febb998cc3" providerId="LiveId" clId="{A631849A-FE2E-4D2F-A2E6-41A2D3869678}" dt="2020-04-02T17:32:50.831" v="12838" actId="47"/>
        <pc:sldMasterMkLst>
          <pc:docMk/>
          <pc:sldMasterMk cId="4117239741" sldId="2147483662"/>
        </pc:sldMasterMkLst>
        <pc:sldLayoutChg chg="modSp del">
          <pc:chgData name="Deep Singh" userId="218171febb998cc3" providerId="LiveId" clId="{A631849A-FE2E-4D2F-A2E6-41A2D3869678}" dt="2020-04-02T17:32:50.831" v="12838" actId="47"/>
          <pc:sldLayoutMkLst>
            <pc:docMk/>
            <pc:sldMasterMk cId="4117239741" sldId="2147483662"/>
            <pc:sldLayoutMk cId="1080643887" sldId="2147483663"/>
          </pc:sldLayoutMkLst>
          <pc:picChg chg="mod">
            <ac:chgData name="Deep Singh" userId="218171febb998cc3" providerId="LiveId" clId="{A631849A-FE2E-4D2F-A2E6-41A2D3869678}" dt="2020-04-02T16:40:05.534" v="11474" actId="1076"/>
            <ac:picMkLst>
              <pc:docMk/>
              <pc:sldMasterMk cId="4117239741" sldId="2147483662"/>
              <pc:sldLayoutMk cId="1080643887" sldId="2147483663"/>
              <ac:picMk id="42" creationId="{5999553A-CAF8-4B46-8B69-C1DED9829839}"/>
            </ac:picMkLst>
          </pc:picChg>
        </pc:sldLayoutChg>
      </pc:sldMasterChg>
    </pc:docChg>
  </pc:docChgLst>
  <pc:docChgLst>
    <pc:chgData name="Sumeet Singh" userId="S::ssing548@uwo.ca::1524180e-ef14-4c82-9948-525c1bd61650" providerId="AD" clId="Web-{E2C5769F-3502-A8E8-8934-77052D40240C}"/>
    <pc:docChg chg="modSld">
      <pc:chgData name="Sumeet Singh" userId="S::ssing548@uwo.ca::1524180e-ef14-4c82-9948-525c1bd61650" providerId="AD" clId="Web-{E2C5769F-3502-A8E8-8934-77052D40240C}" dt="2020-04-03T00:02:23.941" v="1" actId="20577"/>
      <pc:docMkLst>
        <pc:docMk/>
      </pc:docMkLst>
      <pc:sldChg chg="modSp">
        <pc:chgData name="Sumeet Singh" userId="S::ssing548@uwo.ca::1524180e-ef14-4c82-9948-525c1bd61650" providerId="AD" clId="Web-{E2C5769F-3502-A8E8-8934-77052D40240C}" dt="2020-04-03T00:02:23.941" v="1" actId="20577"/>
        <pc:sldMkLst>
          <pc:docMk/>
          <pc:sldMk cId="2721782479" sldId="357"/>
        </pc:sldMkLst>
        <pc:graphicFrameChg chg="modGraphic">
          <ac:chgData name="Sumeet Singh" userId="S::ssing548@uwo.ca::1524180e-ef14-4c82-9948-525c1bd61650" providerId="AD" clId="Web-{E2C5769F-3502-A8E8-8934-77052D40240C}" dt="2020-04-03T00:02:23.941" v="1" actId="20577"/>
          <ac:graphicFrameMkLst>
            <pc:docMk/>
            <pc:sldMk cId="2721782479" sldId="357"/>
            <ac:graphicFrameMk id="17" creationId="{16ABED77-31FE-4EDA-A472-E0B431693583}"/>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103CEB-377E-4BF3-9A93-DDC08567FFC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Real-Time Pedestrian Detection and Tracking System for Intelligent Vehicles</a:t>
            </a:r>
          </a:p>
        </p:txBody>
      </p:sp>
      <p:sp>
        <p:nvSpPr>
          <p:cNvPr id="3" name="Date Placeholder 2">
            <a:extLst>
              <a:ext uri="{FF2B5EF4-FFF2-40B4-BE49-F238E27FC236}">
                <a16:creationId xmlns:a16="http://schemas.microsoft.com/office/drawing/2014/main" id="{2081FF79-D172-494E-9819-DEAF27E1ADF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4AAAAD-2390-4A3D-A9F5-8C54BAFB6CF0}" type="datetimeFigureOut">
              <a:rPr lang="en-US" smtClean="0"/>
              <a:t>8/11/2020</a:t>
            </a:fld>
            <a:endParaRPr lang="en-US"/>
          </a:p>
        </p:txBody>
      </p:sp>
      <p:sp>
        <p:nvSpPr>
          <p:cNvPr id="4" name="Footer Placeholder 3">
            <a:extLst>
              <a:ext uri="{FF2B5EF4-FFF2-40B4-BE49-F238E27FC236}">
                <a16:creationId xmlns:a16="http://schemas.microsoft.com/office/drawing/2014/main" id="{7F022E80-36F6-48E0-AE32-E6130EED8E5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Real-Time Pedestrian Detection and Tracking System for Intelligent Vehicles</a:t>
            </a:r>
          </a:p>
        </p:txBody>
      </p:sp>
      <p:sp>
        <p:nvSpPr>
          <p:cNvPr id="5" name="Slide Number Placeholder 4">
            <a:extLst>
              <a:ext uri="{FF2B5EF4-FFF2-40B4-BE49-F238E27FC236}">
                <a16:creationId xmlns:a16="http://schemas.microsoft.com/office/drawing/2014/main" id="{57FA1C90-0A96-42BA-AB33-7C68019BAA9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F352CD-1955-4B24-9649-6B502C9211C6}" type="slidenum">
              <a:rPr lang="en-US" smtClean="0"/>
              <a:t>‹#›</a:t>
            </a:fld>
            <a:endParaRPr lang="en-US"/>
          </a:p>
        </p:txBody>
      </p:sp>
    </p:spTree>
    <p:extLst>
      <p:ext uri="{BB962C8B-B14F-4D97-AF65-F5344CB8AC3E}">
        <p14:creationId xmlns:p14="http://schemas.microsoft.com/office/powerpoint/2010/main" val="330796266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Real-Time Pedestrian Detection and Tracking System for Intelligent Vehicles</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BABA8-9C03-436C-9FDB-527313B81CE6}" type="datetimeFigureOut">
              <a:rPr lang="en-US" smtClean="0"/>
              <a:t>8/11/2020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Real-Time Pedestrian Detection and Tracking System for Intelligent Vehicles</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490A53-7442-439D-A3B7-32F880507F96}" type="slidenum">
              <a:rPr lang="en-US" smtClean="0"/>
              <a:t>‹#›</a:t>
            </a:fld>
            <a:endParaRPr lang="en-US"/>
          </a:p>
        </p:txBody>
      </p:sp>
    </p:spTree>
    <p:extLst>
      <p:ext uri="{BB962C8B-B14F-4D97-AF65-F5344CB8AC3E}">
        <p14:creationId xmlns:p14="http://schemas.microsoft.com/office/powerpoint/2010/main" val="328020052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8577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4C367-721E-452D-9C09-EC1CBAB04A54}"/>
              </a:ext>
            </a:extLst>
          </p:cNvPr>
          <p:cNvSpPr>
            <a:spLocks noGrp="1"/>
          </p:cNvSpPr>
          <p:nvPr>
            <p:ph type="ctrTitle"/>
          </p:nvPr>
        </p:nvSpPr>
        <p:spPr>
          <a:xfrm>
            <a:off x="1524000" y="1122363"/>
            <a:ext cx="9144000" cy="2387600"/>
          </a:xfrm>
        </p:spPr>
        <p:txBody>
          <a:bodyPr anchor="b"/>
          <a:lstStyle>
            <a:lvl1pPr algn="ctr">
              <a:defRPr sz="6000" b="1">
                <a:latin typeface="Raleway" panose="020B0503030101060003"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DF63659B-9955-495D-B79C-4419F8699A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FE17FA-5444-426B-8DD9-94BAED6B2A6C}"/>
              </a:ext>
            </a:extLst>
          </p:cNvPr>
          <p:cNvSpPr>
            <a:spLocks noGrp="1"/>
          </p:cNvSpPr>
          <p:nvPr>
            <p:ph type="dt" sz="half" idx="10"/>
          </p:nvPr>
        </p:nvSpPr>
        <p:spPr/>
        <p:txBody>
          <a:bodyPr/>
          <a:lstStyle/>
          <a:p>
            <a:fld id="{80BFC6C3-6A5F-48F8-BD59-02F54CDADA3B}" type="datetime1">
              <a:rPr lang="en-US" smtClean="0"/>
              <a:t>8/11/2020</a:t>
            </a:fld>
            <a:endParaRPr lang="en-US"/>
          </a:p>
        </p:txBody>
      </p:sp>
      <p:sp>
        <p:nvSpPr>
          <p:cNvPr id="5" name="Footer Placeholder 4">
            <a:extLst>
              <a:ext uri="{FF2B5EF4-FFF2-40B4-BE49-F238E27FC236}">
                <a16:creationId xmlns:a16="http://schemas.microsoft.com/office/drawing/2014/main" id="{082852E6-4C31-4AD0-9ABA-6AFC6E79145F}"/>
              </a:ext>
            </a:extLst>
          </p:cNvPr>
          <p:cNvSpPr>
            <a:spLocks noGrp="1"/>
          </p:cNvSpPr>
          <p:nvPr>
            <p:ph type="ftr" sz="quarter" idx="11"/>
          </p:nvPr>
        </p:nvSpPr>
        <p:spPr>
          <a:xfrm>
            <a:off x="4038600" y="6356350"/>
            <a:ext cx="4114800" cy="365125"/>
          </a:xfrm>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126B8454-D073-49E5-8EAC-8B2E564A8586}"/>
              </a:ext>
            </a:extLst>
          </p:cNvPr>
          <p:cNvSpPr>
            <a:spLocks noGrp="1"/>
          </p:cNvSpPr>
          <p:nvPr>
            <p:ph type="sldNum" sz="quarter" idx="12"/>
          </p:nvPr>
        </p:nvSpPr>
        <p:spPr/>
        <p:txBody>
          <a:bodyPr/>
          <a:lstStyle/>
          <a:p>
            <a:fld id="{2F98ACD2-9D07-46C2-95A3-67E0301C77FE}" type="slidenum">
              <a:rPr lang="en-US" smtClean="0"/>
              <a:t>‹#›</a:t>
            </a:fld>
            <a:endParaRPr lang="en-US"/>
          </a:p>
        </p:txBody>
      </p:sp>
    </p:spTree>
    <p:extLst>
      <p:ext uri="{BB962C8B-B14F-4D97-AF65-F5344CB8AC3E}">
        <p14:creationId xmlns:p14="http://schemas.microsoft.com/office/powerpoint/2010/main" val="378422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935A7-9FA8-4746-B96C-1C976C0B3E77}"/>
              </a:ext>
            </a:extLst>
          </p:cNvPr>
          <p:cNvSpPr>
            <a:spLocks noGrp="1"/>
          </p:cNvSpPr>
          <p:nvPr>
            <p:ph type="title"/>
          </p:nvPr>
        </p:nvSpPr>
        <p:spPr/>
        <p:txBody>
          <a:bodyPr/>
          <a:lstStyle>
            <a:lvl1pPr>
              <a:defRPr b="1">
                <a:latin typeface="Raleway" panose="020B05030301010600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62A5571-07DD-4B53-BA8C-1905225A9BCD}"/>
              </a:ext>
            </a:extLst>
          </p:cNvPr>
          <p:cNvSpPr>
            <a:spLocks noGrp="1"/>
          </p:cNvSpPr>
          <p:nvPr>
            <p:ph idx="1"/>
          </p:nvPr>
        </p:nvSpPr>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FD0BFE-8762-4431-B60E-B53411CBCF3E}"/>
              </a:ext>
            </a:extLst>
          </p:cNvPr>
          <p:cNvSpPr>
            <a:spLocks noGrp="1"/>
          </p:cNvSpPr>
          <p:nvPr>
            <p:ph type="dt" sz="half" idx="10"/>
          </p:nvPr>
        </p:nvSpPr>
        <p:spPr/>
        <p:txBody>
          <a:bodyPr/>
          <a:lstStyle/>
          <a:p>
            <a:fld id="{160BFEF1-8DCD-42D9-82F6-ECB629EAC81A}" type="datetime1">
              <a:rPr lang="en-US" smtClean="0"/>
              <a:t>8/11/2020</a:t>
            </a:fld>
            <a:endParaRPr lang="en-US"/>
          </a:p>
        </p:txBody>
      </p:sp>
      <p:sp>
        <p:nvSpPr>
          <p:cNvPr id="5" name="Footer Placeholder 4">
            <a:extLst>
              <a:ext uri="{FF2B5EF4-FFF2-40B4-BE49-F238E27FC236}">
                <a16:creationId xmlns:a16="http://schemas.microsoft.com/office/drawing/2014/main" id="{BA1DDFF0-D733-4E34-B58A-81E528B9CD4A}"/>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E4D18A1B-CEC9-4998-ADBB-A034BA51D478}"/>
              </a:ext>
            </a:extLst>
          </p:cNvPr>
          <p:cNvSpPr>
            <a:spLocks noGrp="1"/>
          </p:cNvSpPr>
          <p:nvPr>
            <p:ph type="sldNum" sz="quarter" idx="12"/>
          </p:nvPr>
        </p:nvSpPr>
        <p:spPr/>
        <p:txBody>
          <a:bodyPr/>
          <a:lstStyle/>
          <a:p>
            <a:fld id="{2F98ACD2-9D07-46C2-95A3-67E0301C77FE}" type="slidenum">
              <a:rPr lang="en-US" smtClean="0"/>
              <a:t>‹#›</a:t>
            </a:fld>
            <a:endParaRPr lang="en-US"/>
          </a:p>
        </p:txBody>
      </p:sp>
    </p:spTree>
    <p:extLst>
      <p:ext uri="{BB962C8B-B14F-4D97-AF65-F5344CB8AC3E}">
        <p14:creationId xmlns:p14="http://schemas.microsoft.com/office/powerpoint/2010/main" val="4102842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50962-D048-4E35-9100-1464C4FAC1D3}"/>
              </a:ext>
            </a:extLst>
          </p:cNvPr>
          <p:cNvSpPr>
            <a:spLocks noGrp="1"/>
          </p:cNvSpPr>
          <p:nvPr>
            <p:ph type="title"/>
          </p:nvPr>
        </p:nvSpPr>
        <p:spPr>
          <a:xfrm>
            <a:off x="831850" y="1736726"/>
            <a:ext cx="10515600" cy="2852737"/>
          </a:xfrm>
        </p:spPr>
        <p:txBody>
          <a:bodyPr anchor="b"/>
          <a:lstStyle>
            <a:lvl1pPr>
              <a:defRPr sz="6000" b="1">
                <a:latin typeface="Raleway" panose="020B0503030101060003"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C968481E-3FAB-4F73-82B3-F67642C806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541A97-FF4F-488D-9D7A-1A649A8CB234}"/>
              </a:ext>
            </a:extLst>
          </p:cNvPr>
          <p:cNvSpPr>
            <a:spLocks noGrp="1"/>
          </p:cNvSpPr>
          <p:nvPr>
            <p:ph type="dt" sz="half" idx="10"/>
          </p:nvPr>
        </p:nvSpPr>
        <p:spPr/>
        <p:txBody>
          <a:bodyPr/>
          <a:lstStyle/>
          <a:p>
            <a:fld id="{9CEFA857-A85C-448B-A9DF-9D41D0628AA0}" type="datetime1">
              <a:rPr lang="en-US" smtClean="0"/>
              <a:t>8/11/2020</a:t>
            </a:fld>
            <a:endParaRPr lang="en-US"/>
          </a:p>
        </p:txBody>
      </p:sp>
      <p:sp>
        <p:nvSpPr>
          <p:cNvPr id="5" name="Footer Placeholder 4">
            <a:extLst>
              <a:ext uri="{FF2B5EF4-FFF2-40B4-BE49-F238E27FC236}">
                <a16:creationId xmlns:a16="http://schemas.microsoft.com/office/drawing/2014/main" id="{D4FF5CE0-1D9A-48DC-BA14-C2533E0696D1}"/>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8D627F6F-3D9B-4B70-ADEA-36023D8A21E7}"/>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8" name="Picture 7" descr="A picture containing food, drawing&#10;&#10;Description automatically generated">
            <a:extLst>
              <a:ext uri="{FF2B5EF4-FFF2-40B4-BE49-F238E27FC236}">
                <a16:creationId xmlns:a16="http://schemas.microsoft.com/office/drawing/2014/main" id="{B8F86774-8E8B-4091-9E68-29CB0044C2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4256448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26589-5963-4BF0-A207-AC025367ACF6}"/>
              </a:ext>
            </a:extLst>
          </p:cNvPr>
          <p:cNvSpPr>
            <a:spLocks noGrp="1"/>
          </p:cNvSpPr>
          <p:nvPr>
            <p:ph type="title"/>
          </p:nvPr>
        </p:nvSpPr>
        <p:spPr>
          <a:xfrm>
            <a:off x="838200" y="328180"/>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FDC623B9-BFC2-4298-A5A1-DF9EB994FF21}"/>
              </a:ext>
            </a:extLst>
          </p:cNvPr>
          <p:cNvSpPr>
            <a:spLocks noGrp="1"/>
          </p:cNvSpPr>
          <p:nvPr>
            <p:ph sz="half" idx="1"/>
          </p:nvPr>
        </p:nvSpPr>
        <p:spPr>
          <a:xfrm>
            <a:off x="838200" y="1825625"/>
            <a:ext cx="5181600" cy="435133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AE3FDD-9B9A-4737-A6D8-275718A4D6AD}"/>
              </a:ext>
            </a:extLst>
          </p:cNvPr>
          <p:cNvSpPr>
            <a:spLocks noGrp="1"/>
          </p:cNvSpPr>
          <p:nvPr>
            <p:ph sz="half" idx="2"/>
          </p:nvPr>
        </p:nvSpPr>
        <p:spPr>
          <a:xfrm>
            <a:off x="6172200" y="1825625"/>
            <a:ext cx="5181600" cy="435133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5CA6B7-8DD6-4786-A017-B0F96BCF6F2C}"/>
              </a:ext>
            </a:extLst>
          </p:cNvPr>
          <p:cNvSpPr>
            <a:spLocks noGrp="1"/>
          </p:cNvSpPr>
          <p:nvPr>
            <p:ph type="dt" sz="half" idx="10"/>
          </p:nvPr>
        </p:nvSpPr>
        <p:spPr/>
        <p:txBody>
          <a:bodyPr/>
          <a:lstStyle/>
          <a:p>
            <a:fld id="{6A88650D-DAC1-462B-8287-56ACEF68F6EA}" type="datetime1">
              <a:rPr lang="en-US" smtClean="0"/>
              <a:t>8/11/2020</a:t>
            </a:fld>
            <a:endParaRPr lang="en-US"/>
          </a:p>
        </p:txBody>
      </p:sp>
      <p:sp>
        <p:nvSpPr>
          <p:cNvPr id="6" name="Footer Placeholder 5">
            <a:extLst>
              <a:ext uri="{FF2B5EF4-FFF2-40B4-BE49-F238E27FC236}">
                <a16:creationId xmlns:a16="http://schemas.microsoft.com/office/drawing/2014/main" id="{A1F6B758-9308-419D-B25C-52C9DD9F6D8E}"/>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7" name="Slide Number Placeholder 6">
            <a:extLst>
              <a:ext uri="{FF2B5EF4-FFF2-40B4-BE49-F238E27FC236}">
                <a16:creationId xmlns:a16="http://schemas.microsoft.com/office/drawing/2014/main" id="{0CD1BC4F-EC80-4CC2-8CDA-DB2C9D8BAFEF}"/>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3C365777-0B7E-4B10-B222-9A47CC4680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2530095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5CF96-7B2E-42A0-9E18-9F3E4F9500C9}"/>
              </a:ext>
            </a:extLst>
          </p:cNvPr>
          <p:cNvSpPr>
            <a:spLocks noGrp="1"/>
          </p:cNvSpPr>
          <p:nvPr>
            <p:ph type="title"/>
          </p:nvPr>
        </p:nvSpPr>
        <p:spPr>
          <a:xfrm>
            <a:off x="839788" y="328179"/>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1424D415-73FE-414D-85B4-746446764BB9}"/>
              </a:ext>
            </a:extLst>
          </p:cNvPr>
          <p:cNvSpPr>
            <a:spLocks noGrp="1"/>
          </p:cNvSpPr>
          <p:nvPr>
            <p:ph type="body" idx="1"/>
          </p:nvPr>
        </p:nvSpPr>
        <p:spPr>
          <a:xfrm>
            <a:off x="839788" y="1681163"/>
            <a:ext cx="5157787" cy="823912"/>
          </a:xfrm>
        </p:spPr>
        <p:txBody>
          <a:bodyPr anchor="b"/>
          <a:lstStyle>
            <a:lvl1pPr marL="0" indent="0">
              <a:buNone/>
              <a:defRPr sz="2400" b="1">
                <a:latin typeface="Lato" panose="020F0502020204030203" pitchFamily="34" charset="0"/>
                <a:ea typeface="Lato" panose="020F0502020204030203" pitchFamily="34" charset="0"/>
                <a:cs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48F8-7847-4ADE-BD41-F95434331632}"/>
              </a:ext>
            </a:extLst>
          </p:cNvPr>
          <p:cNvSpPr>
            <a:spLocks noGrp="1"/>
          </p:cNvSpPr>
          <p:nvPr>
            <p:ph sz="half" idx="2"/>
          </p:nvPr>
        </p:nvSpPr>
        <p:spPr>
          <a:xfrm>
            <a:off x="839788" y="2505075"/>
            <a:ext cx="5157787" cy="368458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2C6A4B-BC43-4AA7-BA72-847FADF45C8D}"/>
              </a:ext>
            </a:extLst>
          </p:cNvPr>
          <p:cNvSpPr>
            <a:spLocks noGrp="1"/>
          </p:cNvSpPr>
          <p:nvPr>
            <p:ph type="body" sz="quarter" idx="3"/>
          </p:nvPr>
        </p:nvSpPr>
        <p:spPr>
          <a:xfrm>
            <a:off x="6172200" y="1681163"/>
            <a:ext cx="5183188" cy="823912"/>
          </a:xfrm>
        </p:spPr>
        <p:txBody>
          <a:bodyPr anchor="b"/>
          <a:lstStyle>
            <a:lvl1pPr marL="0" indent="0">
              <a:buNone/>
              <a:defRPr sz="2400" b="1">
                <a:latin typeface="Lato" panose="020F0502020204030203" pitchFamily="34" charset="0"/>
                <a:ea typeface="Lato" panose="020F0502020204030203" pitchFamily="34" charset="0"/>
                <a:cs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47BE70-6BC9-4B94-814E-8AA536390AA9}"/>
              </a:ext>
            </a:extLst>
          </p:cNvPr>
          <p:cNvSpPr>
            <a:spLocks noGrp="1"/>
          </p:cNvSpPr>
          <p:nvPr>
            <p:ph sz="quarter" idx="4"/>
          </p:nvPr>
        </p:nvSpPr>
        <p:spPr>
          <a:xfrm>
            <a:off x="6172200" y="2505075"/>
            <a:ext cx="5183188" cy="368458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39717B-D502-4928-9DB3-79B993C28F83}"/>
              </a:ext>
            </a:extLst>
          </p:cNvPr>
          <p:cNvSpPr>
            <a:spLocks noGrp="1"/>
          </p:cNvSpPr>
          <p:nvPr>
            <p:ph type="dt" sz="half" idx="10"/>
          </p:nvPr>
        </p:nvSpPr>
        <p:spPr/>
        <p:txBody>
          <a:bodyPr/>
          <a:lstStyle/>
          <a:p>
            <a:fld id="{A7364AA2-12D5-404A-ADED-DA27CEF74647}" type="datetime1">
              <a:rPr lang="en-US" smtClean="0"/>
              <a:t>8/11/2020</a:t>
            </a:fld>
            <a:endParaRPr lang="en-US"/>
          </a:p>
        </p:txBody>
      </p:sp>
      <p:sp>
        <p:nvSpPr>
          <p:cNvPr id="8" name="Footer Placeholder 7">
            <a:extLst>
              <a:ext uri="{FF2B5EF4-FFF2-40B4-BE49-F238E27FC236}">
                <a16:creationId xmlns:a16="http://schemas.microsoft.com/office/drawing/2014/main" id="{E1306059-474E-400F-8A85-E8097EE75DD8}"/>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9" name="Slide Number Placeholder 8">
            <a:extLst>
              <a:ext uri="{FF2B5EF4-FFF2-40B4-BE49-F238E27FC236}">
                <a16:creationId xmlns:a16="http://schemas.microsoft.com/office/drawing/2014/main" id="{49BE784E-9A24-49D1-9D93-E839CBBE07D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11" name="Picture 10" descr="A picture containing food, drawing&#10;&#10;Description automatically generated">
            <a:extLst>
              <a:ext uri="{FF2B5EF4-FFF2-40B4-BE49-F238E27FC236}">
                <a16:creationId xmlns:a16="http://schemas.microsoft.com/office/drawing/2014/main" id="{60B03942-3C80-4FDC-BBCF-D94DE181990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3878701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471B-B363-476C-B3AF-12A0C6063BB5}"/>
              </a:ext>
            </a:extLst>
          </p:cNvPr>
          <p:cNvSpPr>
            <a:spLocks noGrp="1"/>
          </p:cNvSpPr>
          <p:nvPr>
            <p:ph type="title"/>
          </p:nvPr>
        </p:nvSpPr>
        <p:spPr>
          <a:xfrm>
            <a:off x="838200" y="328179"/>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Date Placeholder 2">
            <a:extLst>
              <a:ext uri="{FF2B5EF4-FFF2-40B4-BE49-F238E27FC236}">
                <a16:creationId xmlns:a16="http://schemas.microsoft.com/office/drawing/2014/main" id="{002855EC-295C-48E3-94A9-8C638B8638D6}"/>
              </a:ext>
            </a:extLst>
          </p:cNvPr>
          <p:cNvSpPr>
            <a:spLocks noGrp="1"/>
          </p:cNvSpPr>
          <p:nvPr>
            <p:ph type="dt" sz="half" idx="10"/>
          </p:nvPr>
        </p:nvSpPr>
        <p:spPr/>
        <p:txBody>
          <a:bodyPr/>
          <a:lstStyle/>
          <a:p>
            <a:fld id="{C1A14994-D06C-4328-A1FE-E7D0E7427812}" type="datetime1">
              <a:rPr lang="en-US" smtClean="0"/>
              <a:t>8/11/2020</a:t>
            </a:fld>
            <a:endParaRPr lang="en-US"/>
          </a:p>
        </p:txBody>
      </p:sp>
      <p:sp>
        <p:nvSpPr>
          <p:cNvPr id="4" name="Footer Placeholder 3">
            <a:extLst>
              <a:ext uri="{FF2B5EF4-FFF2-40B4-BE49-F238E27FC236}">
                <a16:creationId xmlns:a16="http://schemas.microsoft.com/office/drawing/2014/main" id="{F76A2E79-75A5-40B8-9AE8-FF1F8E824E6C}"/>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5" name="Slide Number Placeholder 4">
            <a:extLst>
              <a:ext uri="{FF2B5EF4-FFF2-40B4-BE49-F238E27FC236}">
                <a16:creationId xmlns:a16="http://schemas.microsoft.com/office/drawing/2014/main" id="{4EDF5A6E-3D50-4D5C-BF23-6812BDB89772}"/>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7" name="Picture 6" descr="A picture containing food, drawing&#10;&#10;Description automatically generated">
            <a:extLst>
              <a:ext uri="{FF2B5EF4-FFF2-40B4-BE49-F238E27FC236}">
                <a16:creationId xmlns:a16="http://schemas.microsoft.com/office/drawing/2014/main" id="{20161436-B5C0-4270-A1C0-0664F1385E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1969146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3241D7-CF3A-46A3-A03C-539F27058F82}"/>
              </a:ext>
            </a:extLst>
          </p:cNvPr>
          <p:cNvSpPr>
            <a:spLocks noGrp="1"/>
          </p:cNvSpPr>
          <p:nvPr>
            <p:ph type="dt" sz="half" idx="10"/>
          </p:nvPr>
        </p:nvSpPr>
        <p:spPr/>
        <p:txBody>
          <a:bodyPr/>
          <a:lstStyle/>
          <a:p>
            <a:fld id="{A1F75AE3-1445-479B-B01A-2767CCC1CD03}" type="datetime1">
              <a:rPr lang="en-US" smtClean="0"/>
              <a:t>8/11/2020</a:t>
            </a:fld>
            <a:endParaRPr lang="en-US"/>
          </a:p>
        </p:txBody>
      </p:sp>
      <p:sp>
        <p:nvSpPr>
          <p:cNvPr id="3" name="Footer Placeholder 2">
            <a:extLst>
              <a:ext uri="{FF2B5EF4-FFF2-40B4-BE49-F238E27FC236}">
                <a16:creationId xmlns:a16="http://schemas.microsoft.com/office/drawing/2014/main" id="{3347EFE0-EFBD-4C59-BB2C-DFE25D3082FA}"/>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4" name="Slide Number Placeholder 3">
            <a:extLst>
              <a:ext uri="{FF2B5EF4-FFF2-40B4-BE49-F238E27FC236}">
                <a16:creationId xmlns:a16="http://schemas.microsoft.com/office/drawing/2014/main" id="{4292CD3C-72FC-454E-8804-4FA972AC288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6" name="Picture 5" descr="A picture containing food, drawing&#10;&#10;Description automatically generated">
            <a:extLst>
              <a:ext uri="{FF2B5EF4-FFF2-40B4-BE49-F238E27FC236}">
                <a16:creationId xmlns:a16="http://schemas.microsoft.com/office/drawing/2014/main" id="{962EA052-FBE3-45FB-BDAA-0D69B04DA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2047749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3241D7-CF3A-46A3-A03C-539F27058F82}"/>
              </a:ext>
            </a:extLst>
          </p:cNvPr>
          <p:cNvSpPr>
            <a:spLocks noGrp="1"/>
          </p:cNvSpPr>
          <p:nvPr>
            <p:ph type="dt" sz="half" idx="10"/>
          </p:nvPr>
        </p:nvSpPr>
        <p:spPr/>
        <p:txBody>
          <a:bodyPr/>
          <a:lstStyle/>
          <a:p>
            <a:fld id="{7929C166-5583-4E78-95E4-3ECC4CFEDE28}" type="datetime1">
              <a:rPr lang="en-US" smtClean="0"/>
              <a:t>8/11/2020</a:t>
            </a:fld>
            <a:endParaRPr lang="en-US"/>
          </a:p>
        </p:txBody>
      </p:sp>
      <p:sp>
        <p:nvSpPr>
          <p:cNvPr id="3" name="Footer Placeholder 2">
            <a:extLst>
              <a:ext uri="{FF2B5EF4-FFF2-40B4-BE49-F238E27FC236}">
                <a16:creationId xmlns:a16="http://schemas.microsoft.com/office/drawing/2014/main" id="{3347EFE0-EFBD-4C59-BB2C-DFE25D3082FA}"/>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4" name="Slide Number Placeholder 3">
            <a:extLst>
              <a:ext uri="{FF2B5EF4-FFF2-40B4-BE49-F238E27FC236}">
                <a16:creationId xmlns:a16="http://schemas.microsoft.com/office/drawing/2014/main" id="{4292CD3C-72FC-454E-8804-4FA972AC288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6" name="Picture 5" descr="A picture containing food, drawing&#10;&#10;Description automatically generated">
            <a:extLst>
              <a:ext uri="{FF2B5EF4-FFF2-40B4-BE49-F238E27FC236}">
                <a16:creationId xmlns:a16="http://schemas.microsoft.com/office/drawing/2014/main" id="{962EA052-FBE3-45FB-BDAA-0D69B04DA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56140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18B9A-D2A5-42DC-B9C3-7FE65AA0AF44}"/>
              </a:ext>
            </a:extLst>
          </p:cNvPr>
          <p:cNvSpPr>
            <a:spLocks noGrp="1"/>
          </p:cNvSpPr>
          <p:nvPr>
            <p:ph type="title"/>
          </p:nvPr>
        </p:nvSpPr>
        <p:spPr>
          <a:xfrm>
            <a:off x="839788" y="449262"/>
            <a:ext cx="3932237" cy="1600200"/>
          </a:xfrm>
        </p:spPr>
        <p:txBody>
          <a:bodyPr anchor="b"/>
          <a:lstStyle>
            <a:lvl1pPr>
              <a:defRPr sz="3200">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45EB5AD1-6709-4F04-BC49-0AF68ED18DA3}"/>
              </a:ext>
            </a:extLst>
          </p:cNvPr>
          <p:cNvSpPr>
            <a:spLocks noGrp="1"/>
          </p:cNvSpPr>
          <p:nvPr>
            <p:ph idx="1"/>
          </p:nvPr>
        </p:nvSpPr>
        <p:spPr>
          <a:xfrm>
            <a:off x="5183188" y="987425"/>
            <a:ext cx="6172200" cy="4873625"/>
          </a:xfrm>
        </p:spPr>
        <p:txBody>
          <a:bodyPr/>
          <a:lstStyle>
            <a:lvl1pPr>
              <a:defRPr sz="3200">
                <a:latin typeface="Lato" panose="020F0502020204030203" pitchFamily="34" charset="0"/>
                <a:ea typeface="Lato" panose="020F0502020204030203" pitchFamily="34" charset="0"/>
                <a:cs typeface="Lato" panose="020F0502020204030203" pitchFamily="34" charset="0"/>
              </a:defRPr>
            </a:lvl1pPr>
            <a:lvl2pPr>
              <a:defRPr sz="2800">
                <a:latin typeface="Lato" panose="020F0502020204030203" pitchFamily="34" charset="0"/>
                <a:ea typeface="Lato" panose="020F0502020204030203" pitchFamily="34" charset="0"/>
                <a:cs typeface="Lato" panose="020F0502020204030203" pitchFamily="34" charset="0"/>
              </a:defRPr>
            </a:lvl2pPr>
            <a:lvl3pPr>
              <a:defRPr sz="2400">
                <a:latin typeface="Lato" panose="020F0502020204030203" pitchFamily="34" charset="0"/>
                <a:ea typeface="Lato" panose="020F0502020204030203" pitchFamily="34" charset="0"/>
                <a:cs typeface="Lato" panose="020F0502020204030203" pitchFamily="34" charset="0"/>
              </a:defRPr>
            </a:lvl3pPr>
            <a:lvl4pPr>
              <a:defRPr sz="2000">
                <a:latin typeface="Lato" panose="020F0502020204030203" pitchFamily="34" charset="0"/>
                <a:ea typeface="Lato" panose="020F0502020204030203" pitchFamily="34" charset="0"/>
                <a:cs typeface="Lato" panose="020F0502020204030203" pitchFamily="34" charset="0"/>
              </a:defRPr>
            </a:lvl4pPr>
            <a:lvl5pPr>
              <a:defRPr sz="2000">
                <a:latin typeface="Lato" panose="020F0502020204030203" pitchFamily="34" charset="0"/>
                <a:ea typeface="Lato" panose="020F0502020204030203" pitchFamily="34" charset="0"/>
                <a:cs typeface="Lato" panose="020F0502020204030203"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A7B5B-92FB-4E5D-B31E-E3F9CD399E13}"/>
              </a:ext>
            </a:extLst>
          </p:cNvPr>
          <p:cNvSpPr>
            <a:spLocks noGrp="1"/>
          </p:cNvSpPr>
          <p:nvPr>
            <p:ph type="body" sz="half" idx="2"/>
          </p:nvPr>
        </p:nvSpPr>
        <p:spPr>
          <a:xfrm>
            <a:off x="839788" y="2049462"/>
            <a:ext cx="3932237" cy="3811588"/>
          </a:xfrm>
        </p:spPr>
        <p:txBody>
          <a:bodyPr/>
          <a:lstStyle>
            <a:lvl1pPr marL="0" indent="0">
              <a:buNone/>
              <a:defRPr sz="1600">
                <a:latin typeface="Lato" panose="020F0502020204030203" pitchFamily="34" charset="0"/>
                <a:ea typeface="Lato" panose="020F0502020204030203" pitchFamily="34" charset="0"/>
                <a:cs typeface="Lato" panose="020F050202020403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908C85-7951-42D4-9CC5-284957C38AD3}"/>
              </a:ext>
            </a:extLst>
          </p:cNvPr>
          <p:cNvSpPr>
            <a:spLocks noGrp="1"/>
          </p:cNvSpPr>
          <p:nvPr>
            <p:ph type="dt" sz="half" idx="10"/>
          </p:nvPr>
        </p:nvSpPr>
        <p:spPr/>
        <p:txBody>
          <a:bodyPr/>
          <a:lstStyle/>
          <a:p>
            <a:fld id="{40B5FF56-75CC-4C76-8C7A-E8832FCB467E}" type="datetime1">
              <a:rPr lang="en-US" smtClean="0"/>
              <a:t>8/11/2020</a:t>
            </a:fld>
            <a:endParaRPr lang="en-US"/>
          </a:p>
        </p:txBody>
      </p:sp>
      <p:sp>
        <p:nvSpPr>
          <p:cNvPr id="6" name="Footer Placeholder 5">
            <a:extLst>
              <a:ext uri="{FF2B5EF4-FFF2-40B4-BE49-F238E27FC236}">
                <a16:creationId xmlns:a16="http://schemas.microsoft.com/office/drawing/2014/main" id="{9B3D06C6-D7B5-4421-8D5B-A394CE66A941}"/>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7" name="Slide Number Placeholder 6">
            <a:extLst>
              <a:ext uri="{FF2B5EF4-FFF2-40B4-BE49-F238E27FC236}">
                <a16:creationId xmlns:a16="http://schemas.microsoft.com/office/drawing/2014/main" id="{EB06B0FA-6AB9-4A92-808D-04AFEB6BEE02}"/>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F13ED45D-4F75-45D8-AE4B-7DA26FFBC5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1320250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5F479-75D2-40C9-8D57-CB1E75221D03}"/>
              </a:ext>
            </a:extLst>
          </p:cNvPr>
          <p:cNvSpPr>
            <a:spLocks noGrp="1"/>
          </p:cNvSpPr>
          <p:nvPr>
            <p:ph type="title"/>
          </p:nvPr>
        </p:nvSpPr>
        <p:spPr>
          <a:xfrm>
            <a:off x="839788" y="457200"/>
            <a:ext cx="3932237" cy="1600200"/>
          </a:xfrm>
        </p:spPr>
        <p:txBody>
          <a:bodyPr anchor="b"/>
          <a:lstStyle>
            <a:lvl1pPr>
              <a:defRPr sz="3200">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2CB02C0B-C256-45A6-922B-CE0F7747FBD9}"/>
              </a:ext>
            </a:extLst>
          </p:cNvPr>
          <p:cNvSpPr>
            <a:spLocks noGrp="1"/>
          </p:cNvSpPr>
          <p:nvPr>
            <p:ph type="pic" idx="1"/>
          </p:nvPr>
        </p:nvSpPr>
        <p:spPr>
          <a:xfrm>
            <a:off x="5183188" y="987425"/>
            <a:ext cx="6172200" cy="4873625"/>
          </a:xfrm>
        </p:spPr>
        <p:txBody>
          <a:bodyPr/>
          <a:lstStyle>
            <a:lvl1pPr marL="0" indent="0">
              <a:buNone/>
              <a:defRPr sz="3200">
                <a:latin typeface="Lato" panose="020F0502020204030203" pitchFamily="34" charset="0"/>
                <a:ea typeface="Lato" panose="020F0502020204030203" pitchFamily="34" charset="0"/>
                <a:cs typeface="Lato" panose="020F0502020204030203"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643E3C-CACF-4350-8B24-D63DF4F7F9D7}"/>
              </a:ext>
            </a:extLst>
          </p:cNvPr>
          <p:cNvSpPr>
            <a:spLocks noGrp="1"/>
          </p:cNvSpPr>
          <p:nvPr>
            <p:ph type="body" sz="half" idx="2"/>
          </p:nvPr>
        </p:nvSpPr>
        <p:spPr>
          <a:xfrm>
            <a:off x="839788" y="2057400"/>
            <a:ext cx="3932237" cy="3811588"/>
          </a:xfrm>
        </p:spPr>
        <p:txBody>
          <a:bodyPr/>
          <a:lstStyle>
            <a:lvl1pPr marL="0" indent="0">
              <a:buNone/>
              <a:defRPr sz="1600">
                <a:latin typeface="Lato" panose="020F0502020204030203" pitchFamily="34" charset="0"/>
                <a:ea typeface="Lato" panose="020F0502020204030203" pitchFamily="34" charset="0"/>
                <a:cs typeface="Lato" panose="020F050202020403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601E35-74D0-4D5E-954B-662CBCF6AA47}"/>
              </a:ext>
            </a:extLst>
          </p:cNvPr>
          <p:cNvSpPr>
            <a:spLocks noGrp="1"/>
          </p:cNvSpPr>
          <p:nvPr>
            <p:ph type="dt" sz="half" idx="10"/>
          </p:nvPr>
        </p:nvSpPr>
        <p:spPr/>
        <p:txBody>
          <a:bodyPr/>
          <a:lstStyle/>
          <a:p>
            <a:fld id="{8181FD08-55BD-4664-B45D-DF2CF5622E15}" type="datetime1">
              <a:rPr lang="en-US" smtClean="0"/>
              <a:t>8/11/2020</a:t>
            </a:fld>
            <a:endParaRPr lang="en-US"/>
          </a:p>
        </p:txBody>
      </p:sp>
      <p:sp>
        <p:nvSpPr>
          <p:cNvPr id="6" name="Footer Placeholder 5">
            <a:extLst>
              <a:ext uri="{FF2B5EF4-FFF2-40B4-BE49-F238E27FC236}">
                <a16:creationId xmlns:a16="http://schemas.microsoft.com/office/drawing/2014/main" id="{508CEDDE-2B9B-4C91-A6B7-C05F41962BAA}"/>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7" name="Slide Number Placeholder 6">
            <a:extLst>
              <a:ext uri="{FF2B5EF4-FFF2-40B4-BE49-F238E27FC236}">
                <a16:creationId xmlns:a16="http://schemas.microsoft.com/office/drawing/2014/main" id="{FD3A5337-8256-432C-B5B8-434E363EBB4E}"/>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DA17828C-ED49-46FF-8E0B-C5A3FEF4DDE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963606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809CF-1715-4EE5-88B2-043238A546F0}"/>
              </a:ext>
            </a:extLst>
          </p:cNvPr>
          <p:cNvSpPr>
            <a:spLocks noGrp="1"/>
          </p:cNvSpPr>
          <p:nvPr>
            <p:ph type="title"/>
          </p:nvPr>
        </p:nvSpPr>
        <p:spPr/>
        <p:txBody>
          <a:bodyPr/>
          <a:lstStyle>
            <a:lvl1pPr>
              <a:defRPr b="1">
                <a:latin typeface="Raleway" panose="020B0503030101060003"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D0A45969-0AEE-42D1-BD21-C4B1B7B8EB0D}"/>
              </a:ext>
            </a:extLst>
          </p:cNvPr>
          <p:cNvSpPr>
            <a:spLocks noGrp="1"/>
          </p:cNvSpPr>
          <p:nvPr>
            <p:ph type="body" orient="vert" idx="1"/>
          </p:nvPr>
        </p:nvSpPr>
        <p:spPr/>
        <p:txBody>
          <a:bodyPr vert="eaVert"/>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59EB4-ABBB-42D5-A4AF-6E00D6068971}"/>
              </a:ext>
            </a:extLst>
          </p:cNvPr>
          <p:cNvSpPr>
            <a:spLocks noGrp="1"/>
          </p:cNvSpPr>
          <p:nvPr>
            <p:ph type="dt" sz="half" idx="10"/>
          </p:nvPr>
        </p:nvSpPr>
        <p:spPr/>
        <p:txBody>
          <a:bodyPr/>
          <a:lstStyle/>
          <a:p>
            <a:fld id="{63F5AAD7-7221-4DB5-B51E-2AB94911498D}" type="datetime1">
              <a:rPr lang="en-US" smtClean="0"/>
              <a:t>8/11/2020</a:t>
            </a:fld>
            <a:endParaRPr lang="en-US"/>
          </a:p>
        </p:txBody>
      </p:sp>
      <p:sp>
        <p:nvSpPr>
          <p:cNvPr id="5" name="Footer Placeholder 4">
            <a:extLst>
              <a:ext uri="{FF2B5EF4-FFF2-40B4-BE49-F238E27FC236}">
                <a16:creationId xmlns:a16="http://schemas.microsoft.com/office/drawing/2014/main" id="{9F8B867C-7742-403C-B52E-9EA3B16D5D88}"/>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C4163836-AB3F-49F8-BD23-EB45B0601C04}"/>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8" name="Picture 7" descr="A picture containing food, drawing&#10;&#10;Description automatically generated">
            <a:extLst>
              <a:ext uri="{FF2B5EF4-FFF2-40B4-BE49-F238E27FC236}">
                <a16:creationId xmlns:a16="http://schemas.microsoft.com/office/drawing/2014/main" id="{6BD24D5A-E561-4547-B6E1-A3A85DB78C7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618571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B31BB5-EF9F-4607-9817-8440570EDE78}"/>
              </a:ext>
            </a:extLst>
          </p:cNvPr>
          <p:cNvSpPr>
            <a:spLocks noGrp="1"/>
          </p:cNvSpPr>
          <p:nvPr>
            <p:ph type="title" orient="vert"/>
          </p:nvPr>
        </p:nvSpPr>
        <p:spPr>
          <a:xfrm>
            <a:off x="8724900" y="365125"/>
            <a:ext cx="2628900" cy="5811838"/>
          </a:xfrm>
        </p:spPr>
        <p:txBody>
          <a:bodyPr vert="eaVert"/>
          <a:lstStyle>
            <a:lvl1pPr>
              <a:defRPr b="1">
                <a:latin typeface="Raleway" panose="020B0503030101060003"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9B582B74-37EC-4E77-ABD6-92A357538EAC}"/>
              </a:ext>
            </a:extLst>
          </p:cNvPr>
          <p:cNvSpPr>
            <a:spLocks noGrp="1"/>
          </p:cNvSpPr>
          <p:nvPr>
            <p:ph type="body" orient="vert" idx="1"/>
          </p:nvPr>
        </p:nvSpPr>
        <p:spPr>
          <a:xfrm>
            <a:off x="838200" y="365125"/>
            <a:ext cx="7734300" cy="5811838"/>
          </a:xfrm>
        </p:spPr>
        <p:txBody>
          <a:bodyPr vert="eaVert"/>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2CE77-F846-4B80-AA37-3AF968D008FE}"/>
              </a:ext>
            </a:extLst>
          </p:cNvPr>
          <p:cNvSpPr>
            <a:spLocks noGrp="1"/>
          </p:cNvSpPr>
          <p:nvPr>
            <p:ph type="dt" sz="half" idx="10"/>
          </p:nvPr>
        </p:nvSpPr>
        <p:spPr/>
        <p:txBody>
          <a:bodyPr/>
          <a:lstStyle/>
          <a:p>
            <a:fld id="{32415406-3722-4880-95F1-608133C772DC}" type="datetime1">
              <a:rPr lang="en-US" smtClean="0"/>
              <a:t>8/11/2020</a:t>
            </a:fld>
            <a:endParaRPr lang="en-US"/>
          </a:p>
        </p:txBody>
      </p:sp>
      <p:sp>
        <p:nvSpPr>
          <p:cNvPr id="5" name="Footer Placeholder 4">
            <a:extLst>
              <a:ext uri="{FF2B5EF4-FFF2-40B4-BE49-F238E27FC236}">
                <a16:creationId xmlns:a16="http://schemas.microsoft.com/office/drawing/2014/main" id="{71F2A3D7-799A-4823-8342-989656062109}"/>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66A568C3-6884-47FD-BF6C-F35F715A25A3}"/>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23680B26-B87A-447C-B5C5-FB11E9C40E7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893" y="1092881"/>
            <a:ext cx="1421130" cy="375285"/>
          </a:xfrm>
          <a:prstGeom prst="rect">
            <a:avLst/>
          </a:prstGeom>
        </p:spPr>
      </p:pic>
    </p:spTree>
    <p:extLst>
      <p:ext uri="{BB962C8B-B14F-4D97-AF65-F5344CB8AC3E}">
        <p14:creationId xmlns:p14="http://schemas.microsoft.com/office/powerpoint/2010/main" val="3773348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2543D6-6A80-4AA5-A800-F9A022B78D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0DB6ED-32F8-432B-A6EF-962AAA98B2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A06D99-8948-4235-A408-1CA77E5E05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69DBA4-6094-4A64-AE58-0DAA59EAD2B1}" type="datetime1">
              <a:rPr lang="en-US" smtClean="0"/>
              <a:t>8/11/2020</a:t>
            </a:fld>
            <a:endParaRPr lang="en-US"/>
          </a:p>
        </p:txBody>
      </p:sp>
      <p:sp>
        <p:nvSpPr>
          <p:cNvPr id="5" name="Footer Placeholder 4">
            <a:extLst>
              <a:ext uri="{FF2B5EF4-FFF2-40B4-BE49-F238E27FC236}">
                <a16:creationId xmlns:a16="http://schemas.microsoft.com/office/drawing/2014/main" id="{DF2DCA3F-1ACA-47C5-801A-3526205CAF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DF23080C-9873-464E-A16A-ED15FA3E31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98ACD2-9D07-46C2-95A3-67E0301C77FE}" type="slidenum">
              <a:rPr lang="en-US" smtClean="0"/>
              <a:t>‹#›</a:t>
            </a:fld>
            <a:endParaRPr lang="en-US"/>
          </a:p>
        </p:txBody>
      </p:sp>
    </p:spTree>
    <p:extLst>
      <p:ext uri="{BB962C8B-B14F-4D97-AF65-F5344CB8AC3E}">
        <p14:creationId xmlns:p14="http://schemas.microsoft.com/office/powerpoint/2010/main" val="335439093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61" r:id="rId9"/>
    <p:sldLayoutId id="2147483656" r:id="rId10"/>
    <p:sldLayoutId id="2147483657" r:id="rId11"/>
    <p:sldLayoutId id="2147483658" r:id="rId12"/>
    <p:sldLayoutId id="2147483659"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Google Shape;191;p23">
            <a:extLst>
              <a:ext uri="{FF2B5EF4-FFF2-40B4-BE49-F238E27FC236}">
                <a16:creationId xmlns:a16="http://schemas.microsoft.com/office/drawing/2014/main" id="{3E06EB87-E05A-44C8-A212-8E096F1FAA6E}"/>
              </a:ext>
            </a:extLst>
          </p:cNvPr>
          <p:cNvSpPr/>
          <p:nvPr/>
        </p:nvSpPr>
        <p:spPr>
          <a:xfrm>
            <a:off x="0" y="0"/>
            <a:ext cx="4739148" cy="6858000"/>
          </a:xfrm>
          <a:prstGeom prst="rect">
            <a:avLst/>
          </a:prstGeom>
          <a:solidFill>
            <a:schemeClr val="tx1">
              <a:lumMod val="75000"/>
              <a:lumOff val="2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Rectangle 67">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1E4C8D-7EC8-47FF-A013-C5840358796B}"/>
              </a:ext>
            </a:extLst>
          </p:cNvPr>
          <p:cNvSpPr>
            <a:spLocks noGrp="1"/>
          </p:cNvSpPr>
          <p:nvPr>
            <p:ph type="ctrTitle"/>
          </p:nvPr>
        </p:nvSpPr>
        <p:spPr>
          <a:xfrm>
            <a:off x="0" y="2801135"/>
            <a:ext cx="4739148" cy="1255728"/>
          </a:xfrm>
          <a:prstGeom prst="rect">
            <a:avLst/>
          </a:prstGeom>
        </p:spPr>
        <p:txBody>
          <a:bodyPr vert="horz" lIns="182880" tIns="45720" rIns="182880" bIns="45720" rtlCol="0" anchor="ctr">
            <a:spAutoFit/>
          </a:bodyPr>
          <a:lstStyle/>
          <a:p>
            <a:r>
              <a:rPr lang="en-US" sz="2400" kern="1200" dirty="0">
                <a:solidFill>
                  <a:srgbClr val="FFFFFF"/>
                </a:solidFill>
                <a:latin typeface="Average" panose="02000503040000020003" charset="0"/>
              </a:rPr>
              <a:t>SEER</a:t>
            </a:r>
            <a:br>
              <a:rPr lang="en-US" sz="2400" kern="1200" dirty="0">
                <a:solidFill>
                  <a:srgbClr val="FFFFFF"/>
                </a:solidFill>
                <a:latin typeface="Average" panose="02000503040000020003" charset="0"/>
              </a:rPr>
            </a:br>
            <a:br>
              <a:rPr lang="en-US" sz="2400" kern="1200" dirty="0">
                <a:solidFill>
                  <a:srgbClr val="FFFFFF"/>
                </a:solidFill>
              </a:rPr>
            </a:br>
            <a:r>
              <a:rPr lang="en-US" sz="1800" b="0" i="1" kern="1200" dirty="0">
                <a:solidFill>
                  <a:srgbClr val="FFFFFF"/>
                </a:solidFill>
              </a:rPr>
              <a:t>A Real-Time Pedestrian Detection and Tracking System for Intelligent Vehicles</a:t>
            </a:r>
            <a:endParaRPr lang="en-US" sz="2400" kern="1200" dirty="0">
              <a:solidFill>
                <a:srgbClr val="FFFFFF"/>
              </a:solidFill>
            </a:endParaRPr>
          </a:p>
        </p:txBody>
      </p:sp>
      <p:pic>
        <p:nvPicPr>
          <p:cNvPr id="7" name="Picture 6" descr="A close up of a sign&#10;&#10;Description automatically generated">
            <a:extLst>
              <a:ext uri="{FF2B5EF4-FFF2-40B4-BE49-F238E27FC236}">
                <a16:creationId xmlns:a16="http://schemas.microsoft.com/office/drawing/2014/main" id="{EAA159C5-C9CB-463D-8117-17B35E7C73F6}"/>
              </a:ext>
            </a:extLst>
          </p:cNvPr>
          <p:cNvPicPr>
            <a:picLocks noChangeAspect="1"/>
          </p:cNvPicPr>
          <p:nvPr/>
        </p:nvPicPr>
        <p:blipFill rotWithShape="1">
          <a:blip r:embed="rId2">
            <a:extLst>
              <a:ext uri="{28A0092B-C50C-407E-A947-70E740481C1C}">
                <a14:useLocalDpi xmlns:a14="http://schemas.microsoft.com/office/drawing/2010/main" val="0"/>
              </a:ext>
            </a:extLst>
          </a:blip>
          <a:srcRect t="1242" r="2" b="2"/>
          <a:stretch/>
        </p:blipFill>
        <p:spPr>
          <a:xfrm>
            <a:off x="5847720" y="492573"/>
            <a:ext cx="5165749" cy="5880796"/>
          </a:xfrm>
          <a:prstGeom prst="rect">
            <a:avLst/>
          </a:prstGeom>
        </p:spPr>
      </p:pic>
      <p:pic>
        <p:nvPicPr>
          <p:cNvPr id="24" name="Picture 23" descr="A picture containing wheel, drawing&#10;&#10;Description automatically generated">
            <a:extLst>
              <a:ext uri="{FF2B5EF4-FFF2-40B4-BE49-F238E27FC236}">
                <a16:creationId xmlns:a16="http://schemas.microsoft.com/office/drawing/2014/main" id="{540D1E34-962D-422A-9FFF-5CB93A8447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7523" y="2684210"/>
            <a:ext cx="587477" cy="587477"/>
          </a:xfrm>
          <a:prstGeom prst="rect">
            <a:avLst/>
          </a:prstGeom>
        </p:spPr>
      </p:pic>
    </p:spTree>
    <p:extLst>
      <p:ext uri="{BB962C8B-B14F-4D97-AF65-F5344CB8AC3E}">
        <p14:creationId xmlns:p14="http://schemas.microsoft.com/office/powerpoint/2010/main" val="2292312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CC8C1712-9D7E-4225-BFE9-44B29E53E7D0}"/>
              </a:ext>
            </a:extLst>
          </p:cNvPr>
          <p:cNvGrpSpPr/>
          <p:nvPr/>
        </p:nvGrpSpPr>
        <p:grpSpPr>
          <a:xfrm>
            <a:off x="5158712" y="1695637"/>
            <a:ext cx="6458503" cy="3888418"/>
            <a:chOff x="5158712" y="1695637"/>
            <a:chExt cx="6458503" cy="3888418"/>
          </a:xfrm>
        </p:grpSpPr>
        <p:grpSp>
          <p:nvGrpSpPr>
            <p:cNvPr id="105" name="Group 104">
              <a:extLst>
                <a:ext uri="{FF2B5EF4-FFF2-40B4-BE49-F238E27FC236}">
                  <a16:creationId xmlns:a16="http://schemas.microsoft.com/office/drawing/2014/main" id="{D0E5F64D-F479-4E25-B0A8-D5AA6D123A59}"/>
                </a:ext>
              </a:extLst>
            </p:cNvPr>
            <p:cNvGrpSpPr/>
            <p:nvPr/>
          </p:nvGrpSpPr>
          <p:grpSpPr>
            <a:xfrm>
              <a:off x="5411536" y="2314032"/>
              <a:ext cx="6205679" cy="3204475"/>
              <a:chOff x="5411536" y="2314032"/>
              <a:chExt cx="6205679" cy="3204475"/>
            </a:xfrm>
          </p:grpSpPr>
          <p:sp>
            <p:nvSpPr>
              <p:cNvPr id="18" name="Rectangle: Rounded Corners 17">
                <a:extLst>
                  <a:ext uri="{FF2B5EF4-FFF2-40B4-BE49-F238E27FC236}">
                    <a16:creationId xmlns:a16="http://schemas.microsoft.com/office/drawing/2014/main" id="{A5CB6417-A234-4CD9-A89A-DAB91CC19F07}"/>
                  </a:ext>
                </a:extLst>
              </p:cNvPr>
              <p:cNvSpPr/>
              <p:nvPr/>
            </p:nvSpPr>
            <p:spPr>
              <a:xfrm>
                <a:off x="6554950" y="2534773"/>
                <a:ext cx="991444" cy="7623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kern="1200" dirty="0">
                    <a:solidFill>
                      <a:srgbClr val="FFFFFF"/>
                    </a:solidFill>
                    <a:effectLst/>
                    <a:ea typeface="Calibri" panose="020F0502020204030204" pitchFamily="34" charset="0"/>
                    <a:cs typeface="Times New Roman" panose="02020603050405020304" pitchFamily="18" charset="0"/>
                  </a:rPr>
                  <a:t>Web Application</a:t>
                </a:r>
                <a:endParaRPr lang="en-US" sz="1100" dirty="0">
                  <a:effectLst/>
                  <a:ea typeface="Calibri" panose="020F0502020204030204" pitchFamily="34" charset="0"/>
                  <a:cs typeface="Times New Roman" panose="02020603050405020304" pitchFamily="18" charset="0"/>
                </a:endParaRPr>
              </a:p>
            </p:txBody>
          </p:sp>
          <p:sp>
            <p:nvSpPr>
              <p:cNvPr id="19" name="Rectangle: Rounded Corners 18">
                <a:extLst>
                  <a:ext uri="{FF2B5EF4-FFF2-40B4-BE49-F238E27FC236}">
                    <a16:creationId xmlns:a16="http://schemas.microsoft.com/office/drawing/2014/main" id="{4089D9FE-A99E-445D-9BEA-31E36BB1D5A9}"/>
                  </a:ext>
                </a:extLst>
              </p:cNvPr>
              <p:cNvSpPr/>
              <p:nvPr/>
            </p:nvSpPr>
            <p:spPr>
              <a:xfrm>
                <a:off x="7882892" y="2534772"/>
                <a:ext cx="897980" cy="7623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kern="1200" dirty="0">
                    <a:solidFill>
                      <a:srgbClr val="FFFFFF"/>
                    </a:solidFill>
                    <a:effectLst/>
                    <a:ea typeface="Calibri" panose="020F0502020204030204" pitchFamily="34" charset="0"/>
                    <a:cs typeface="Times New Roman" panose="02020603050405020304" pitchFamily="18" charset="0"/>
                  </a:rPr>
                  <a:t>REST JWT API</a:t>
                </a:r>
                <a:endParaRPr lang="en-US" sz="1100" dirty="0">
                  <a:effectLst/>
                  <a:ea typeface="Calibri" panose="020F0502020204030204" pitchFamily="34" charset="0"/>
                  <a:cs typeface="Times New Roman" panose="02020603050405020304" pitchFamily="18" charset="0"/>
                </a:endParaRPr>
              </a:p>
            </p:txBody>
          </p:sp>
          <p:sp>
            <p:nvSpPr>
              <p:cNvPr id="20" name="Rectangle: Rounded Corners 19">
                <a:extLst>
                  <a:ext uri="{FF2B5EF4-FFF2-40B4-BE49-F238E27FC236}">
                    <a16:creationId xmlns:a16="http://schemas.microsoft.com/office/drawing/2014/main" id="{23F5544F-BE64-4EB8-B907-0672B7A7B8B5}"/>
                  </a:ext>
                </a:extLst>
              </p:cNvPr>
              <p:cNvSpPr/>
              <p:nvPr/>
            </p:nvSpPr>
            <p:spPr>
              <a:xfrm>
                <a:off x="9562510" y="2650546"/>
                <a:ext cx="897979" cy="5382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kern="1200" dirty="0">
                    <a:solidFill>
                      <a:srgbClr val="FFFFFF"/>
                    </a:solidFill>
                    <a:effectLst/>
                    <a:ea typeface="Calibri" panose="020F0502020204030204" pitchFamily="34" charset="0"/>
                    <a:cs typeface="Times New Roman" panose="02020603050405020304" pitchFamily="18" charset="0"/>
                  </a:rPr>
                  <a:t>Detection model</a:t>
                </a:r>
                <a:endParaRPr lang="en-US" sz="1100" dirty="0">
                  <a:effectLst/>
                  <a:ea typeface="Calibri" panose="020F0502020204030204" pitchFamily="34" charset="0"/>
                  <a:cs typeface="Times New Roman" panose="02020603050405020304" pitchFamily="18" charset="0"/>
                </a:endParaRPr>
              </a:p>
            </p:txBody>
          </p:sp>
          <p:cxnSp>
            <p:nvCxnSpPr>
              <p:cNvPr id="21" name="Straight Connector 20">
                <a:extLst>
                  <a:ext uri="{FF2B5EF4-FFF2-40B4-BE49-F238E27FC236}">
                    <a16:creationId xmlns:a16="http://schemas.microsoft.com/office/drawing/2014/main" id="{25F1574D-8AFC-43C5-B80C-BAD914172CDA}"/>
                  </a:ext>
                </a:extLst>
              </p:cNvPr>
              <p:cNvCxnSpPr>
                <a:cxnSpLocks/>
              </p:cNvCxnSpPr>
              <p:nvPr/>
            </p:nvCxnSpPr>
            <p:spPr>
              <a:xfrm flipH="1">
                <a:off x="7546394" y="2915965"/>
                <a:ext cx="33649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194DCBD-04A3-429A-996F-CADD3CBF4261}"/>
                  </a:ext>
                </a:extLst>
              </p:cNvPr>
              <p:cNvCxnSpPr>
                <a:cxnSpLocks/>
                <a:stCxn id="19" idx="3"/>
                <a:endCxn id="20" idx="1"/>
              </p:cNvCxnSpPr>
              <p:nvPr/>
            </p:nvCxnSpPr>
            <p:spPr>
              <a:xfrm>
                <a:off x="8780872" y="2915965"/>
                <a:ext cx="781638" cy="3688"/>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AE3D1AAC-2958-47DD-934F-52A0CC41B8F5}"/>
                  </a:ext>
                </a:extLst>
              </p:cNvPr>
              <p:cNvSpPr/>
              <p:nvPr/>
            </p:nvSpPr>
            <p:spPr>
              <a:xfrm>
                <a:off x="5411536" y="2534772"/>
                <a:ext cx="897980" cy="7623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kern="1200" dirty="0">
                    <a:solidFill>
                      <a:srgbClr val="FFFFFF"/>
                    </a:solidFill>
                    <a:effectLst/>
                    <a:ea typeface="Calibri" panose="020F0502020204030204" pitchFamily="34" charset="0"/>
                    <a:cs typeface="Times New Roman" panose="02020603050405020304" pitchFamily="18" charset="0"/>
                  </a:rPr>
                  <a:t>User Response Display</a:t>
                </a:r>
                <a:endParaRPr lang="en-US" sz="1100" dirty="0">
                  <a:effectLst/>
                  <a:ea typeface="Calibri" panose="020F0502020204030204" pitchFamily="34" charset="0"/>
                  <a:cs typeface="Times New Roman" panose="02020603050405020304" pitchFamily="18" charset="0"/>
                </a:endParaRPr>
              </a:p>
            </p:txBody>
          </p:sp>
          <p:sp>
            <p:nvSpPr>
              <p:cNvPr id="16" name="Rectangle: Rounded Corners 15">
                <a:extLst>
                  <a:ext uri="{FF2B5EF4-FFF2-40B4-BE49-F238E27FC236}">
                    <a16:creationId xmlns:a16="http://schemas.microsoft.com/office/drawing/2014/main" id="{74182E69-6633-4A48-8294-8DABCE3FE6E1}"/>
                  </a:ext>
                </a:extLst>
              </p:cNvPr>
              <p:cNvSpPr/>
              <p:nvPr/>
            </p:nvSpPr>
            <p:spPr>
              <a:xfrm>
                <a:off x="6648414" y="3678350"/>
                <a:ext cx="897980" cy="7623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kern="1200" dirty="0">
                    <a:solidFill>
                      <a:srgbClr val="FFFFFF"/>
                    </a:solidFill>
                    <a:effectLst/>
                    <a:ea typeface="Calibri" panose="020F0502020204030204" pitchFamily="34" charset="0"/>
                    <a:cs typeface="Times New Roman" panose="02020603050405020304" pitchFamily="18" charset="0"/>
                  </a:rPr>
                  <a:t>Admin Services</a:t>
                </a:r>
                <a:endParaRPr lang="en-US" sz="1100" dirty="0">
                  <a:effectLst/>
                  <a:ea typeface="Calibri" panose="020F0502020204030204" pitchFamily="34" charset="0"/>
                  <a:cs typeface="Times New Roman" panose="02020603050405020304" pitchFamily="18" charset="0"/>
                </a:endParaRPr>
              </a:p>
            </p:txBody>
          </p:sp>
          <p:cxnSp>
            <p:nvCxnSpPr>
              <p:cNvPr id="11" name="Straight Connector 10">
                <a:extLst>
                  <a:ext uri="{FF2B5EF4-FFF2-40B4-BE49-F238E27FC236}">
                    <a16:creationId xmlns:a16="http://schemas.microsoft.com/office/drawing/2014/main" id="{F025697B-0217-460E-B968-FD35C10316FC}"/>
                  </a:ext>
                </a:extLst>
              </p:cNvPr>
              <p:cNvCxnSpPr>
                <a:cxnSpLocks/>
                <a:stCxn id="18" idx="1"/>
                <a:endCxn id="14" idx="3"/>
              </p:cNvCxnSpPr>
              <p:nvPr/>
            </p:nvCxnSpPr>
            <p:spPr>
              <a:xfrm flipH="1" flipV="1">
                <a:off x="6309516" y="2915965"/>
                <a:ext cx="24543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6402779-C8D3-49AA-90E8-F6EA86D53907}"/>
                  </a:ext>
                </a:extLst>
              </p:cNvPr>
              <p:cNvCxnSpPr>
                <a:cxnSpLocks/>
                <a:endCxn id="16" idx="0"/>
              </p:cNvCxnSpPr>
              <p:nvPr/>
            </p:nvCxnSpPr>
            <p:spPr>
              <a:xfrm>
                <a:off x="7097404" y="3154473"/>
                <a:ext cx="0" cy="523877"/>
              </a:xfrm>
              <a:prstGeom prst="line">
                <a:avLst/>
              </a:prstGeom>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EBBDA95C-C598-4D53-8E4A-9E44BFB778ED}"/>
                  </a:ext>
                </a:extLst>
              </p:cNvPr>
              <p:cNvSpPr/>
              <p:nvPr/>
            </p:nvSpPr>
            <p:spPr>
              <a:xfrm>
                <a:off x="5958584" y="4756121"/>
                <a:ext cx="1021437" cy="7623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kern="1200" dirty="0">
                    <a:solidFill>
                      <a:srgbClr val="FFFFFF"/>
                    </a:solidFill>
                    <a:effectLst/>
                    <a:ea typeface="Calibri" panose="020F0502020204030204" pitchFamily="34" charset="0"/>
                    <a:cs typeface="Times New Roman" panose="02020603050405020304" pitchFamily="18" charset="0"/>
                  </a:rPr>
                  <a:t>Continuous monitoring</a:t>
                </a:r>
                <a:endParaRPr lang="en-US" sz="1100" dirty="0">
                  <a:effectLst/>
                  <a:ea typeface="Calibri" panose="020F0502020204030204" pitchFamily="34" charset="0"/>
                  <a:cs typeface="Times New Roman" panose="02020603050405020304" pitchFamily="18" charset="0"/>
                </a:endParaRPr>
              </a:p>
            </p:txBody>
          </p:sp>
          <p:sp>
            <p:nvSpPr>
              <p:cNvPr id="28" name="Rectangle: Rounded Corners 27">
                <a:extLst>
                  <a:ext uri="{FF2B5EF4-FFF2-40B4-BE49-F238E27FC236}">
                    <a16:creationId xmlns:a16="http://schemas.microsoft.com/office/drawing/2014/main" id="{F9B90A37-E813-4663-ABDD-8F585A7ECDF6}"/>
                  </a:ext>
                </a:extLst>
              </p:cNvPr>
              <p:cNvSpPr/>
              <p:nvPr/>
            </p:nvSpPr>
            <p:spPr>
              <a:xfrm>
                <a:off x="7187241" y="4756120"/>
                <a:ext cx="1144388" cy="7623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kern="1200" dirty="0">
                    <a:solidFill>
                      <a:srgbClr val="FFFFFF"/>
                    </a:solidFill>
                    <a:effectLst/>
                    <a:ea typeface="Calibri" panose="020F0502020204030204" pitchFamily="34" charset="0"/>
                    <a:cs typeface="Times New Roman" panose="02020603050405020304" pitchFamily="18" charset="0"/>
                  </a:rPr>
                  <a:t>Camera Monitoring</a:t>
                </a:r>
                <a:endParaRPr lang="en-US" sz="1100" dirty="0">
                  <a:effectLst/>
                  <a:ea typeface="Calibri" panose="020F0502020204030204" pitchFamily="34" charset="0"/>
                  <a:cs typeface="Times New Roman" panose="02020603050405020304" pitchFamily="18" charset="0"/>
                </a:endParaRPr>
              </a:p>
            </p:txBody>
          </p:sp>
          <p:sp>
            <p:nvSpPr>
              <p:cNvPr id="29" name="Rectangle: Rounded Corners 28">
                <a:extLst>
                  <a:ext uri="{FF2B5EF4-FFF2-40B4-BE49-F238E27FC236}">
                    <a16:creationId xmlns:a16="http://schemas.microsoft.com/office/drawing/2014/main" id="{C5979930-847C-429B-B9D9-AC41A1687BE0}"/>
                  </a:ext>
                </a:extLst>
              </p:cNvPr>
              <p:cNvSpPr/>
              <p:nvPr/>
            </p:nvSpPr>
            <p:spPr>
              <a:xfrm>
                <a:off x="9402575" y="2314032"/>
                <a:ext cx="1208909" cy="101896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200" kern="1200" dirty="0">
                    <a:solidFill>
                      <a:schemeClr val="tx1"/>
                    </a:solidFill>
                    <a:effectLst/>
                    <a:ea typeface="Calibri" panose="020F0502020204030204" pitchFamily="34" charset="0"/>
                    <a:cs typeface="Times New Roman" panose="02020603050405020304" pitchFamily="18" charset="0"/>
                  </a:rPr>
                  <a:t>RSU</a:t>
                </a:r>
              </a:p>
            </p:txBody>
          </p:sp>
          <p:sp>
            <p:nvSpPr>
              <p:cNvPr id="30" name="Rectangle: Rounded Corners 29">
                <a:extLst>
                  <a:ext uri="{FF2B5EF4-FFF2-40B4-BE49-F238E27FC236}">
                    <a16:creationId xmlns:a16="http://schemas.microsoft.com/office/drawing/2014/main" id="{3EA58E44-DD69-45AF-95D5-3E4D8C52CB2C}"/>
                  </a:ext>
                </a:extLst>
              </p:cNvPr>
              <p:cNvSpPr/>
              <p:nvPr/>
            </p:nvSpPr>
            <p:spPr>
              <a:xfrm>
                <a:off x="10719236" y="3454850"/>
                <a:ext cx="897979" cy="7623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kern="1200" dirty="0">
                    <a:solidFill>
                      <a:srgbClr val="FFFFFF"/>
                    </a:solidFill>
                    <a:effectLst/>
                    <a:ea typeface="Calibri" panose="020F0502020204030204" pitchFamily="34" charset="0"/>
                    <a:cs typeface="Times New Roman" panose="02020603050405020304" pitchFamily="18" charset="0"/>
                  </a:rPr>
                  <a:t>Video Stream</a:t>
                </a:r>
                <a:endParaRPr lang="en-US" sz="1100" dirty="0">
                  <a:effectLst/>
                  <a:ea typeface="Calibri" panose="020F0502020204030204" pitchFamily="34" charset="0"/>
                  <a:cs typeface="Times New Roman" panose="02020603050405020304" pitchFamily="18" charset="0"/>
                </a:endParaRPr>
              </a:p>
            </p:txBody>
          </p:sp>
          <p:sp>
            <p:nvSpPr>
              <p:cNvPr id="32" name="Rectangle: Rounded Corners 31">
                <a:extLst>
                  <a:ext uri="{FF2B5EF4-FFF2-40B4-BE49-F238E27FC236}">
                    <a16:creationId xmlns:a16="http://schemas.microsoft.com/office/drawing/2014/main" id="{0E99D708-F557-4A37-A904-A427AE5AE791}"/>
                  </a:ext>
                </a:extLst>
              </p:cNvPr>
              <p:cNvSpPr/>
              <p:nvPr/>
            </p:nvSpPr>
            <p:spPr>
              <a:xfrm>
                <a:off x="7882639" y="3560445"/>
                <a:ext cx="897979" cy="5617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kern="1200" dirty="0">
                    <a:solidFill>
                      <a:srgbClr val="FFFFFF"/>
                    </a:solidFill>
                    <a:effectLst/>
                    <a:ea typeface="Calibri" panose="020F0502020204030204" pitchFamily="34" charset="0"/>
                    <a:cs typeface="Times New Roman" panose="02020603050405020304" pitchFamily="18" charset="0"/>
                  </a:rPr>
                  <a:t>Detection model</a:t>
                </a:r>
                <a:endParaRPr lang="en-US" sz="1100" dirty="0">
                  <a:effectLst/>
                  <a:ea typeface="Calibri" panose="020F0502020204030204" pitchFamily="34" charset="0"/>
                  <a:cs typeface="Times New Roman" panose="02020603050405020304" pitchFamily="18" charset="0"/>
                </a:endParaRPr>
              </a:p>
            </p:txBody>
          </p:sp>
          <p:cxnSp>
            <p:nvCxnSpPr>
              <p:cNvPr id="36" name="Straight Connector 35">
                <a:extLst>
                  <a:ext uri="{FF2B5EF4-FFF2-40B4-BE49-F238E27FC236}">
                    <a16:creationId xmlns:a16="http://schemas.microsoft.com/office/drawing/2014/main" id="{39C1BA07-83BD-440A-910B-D46314302A30}"/>
                  </a:ext>
                </a:extLst>
              </p:cNvPr>
              <p:cNvCxnSpPr>
                <a:cxnSpLocks/>
                <a:stCxn id="32" idx="0"/>
                <a:endCxn id="19" idx="2"/>
              </p:cNvCxnSpPr>
              <p:nvPr/>
            </p:nvCxnSpPr>
            <p:spPr>
              <a:xfrm flipV="1">
                <a:off x="8331629" y="3297157"/>
                <a:ext cx="253" cy="2632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9365D0-5D8F-4170-B410-CBF847E197E5}"/>
                  </a:ext>
                </a:extLst>
              </p:cNvPr>
              <p:cNvCxnSpPr>
                <a:cxnSpLocks/>
                <a:stCxn id="30" idx="0"/>
                <a:endCxn id="20" idx="3"/>
              </p:cNvCxnSpPr>
              <p:nvPr/>
            </p:nvCxnSpPr>
            <p:spPr>
              <a:xfrm rot="16200000" flipV="1">
                <a:off x="10546760" y="2833383"/>
                <a:ext cx="535197" cy="707737"/>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EB9EA6C-D430-44BF-BAF3-0AB1161917CD}"/>
                  </a:ext>
                </a:extLst>
              </p:cNvPr>
              <p:cNvCxnSpPr>
                <a:cxnSpLocks/>
                <a:stCxn id="30" idx="1"/>
                <a:endCxn id="32" idx="3"/>
              </p:cNvCxnSpPr>
              <p:nvPr/>
            </p:nvCxnSpPr>
            <p:spPr>
              <a:xfrm flipH="1">
                <a:off x="8780618" y="3836043"/>
                <a:ext cx="1938618" cy="5277"/>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56DE0A1-9DE9-4EB2-AB97-FBC3E5EB9648}"/>
                  </a:ext>
                </a:extLst>
              </p:cNvPr>
              <p:cNvCxnSpPr>
                <a:cxnSpLocks/>
                <a:stCxn id="16" idx="2"/>
                <a:endCxn id="27" idx="0"/>
              </p:cNvCxnSpPr>
              <p:nvPr/>
            </p:nvCxnSpPr>
            <p:spPr>
              <a:xfrm flipH="1">
                <a:off x="6469303" y="4440735"/>
                <a:ext cx="628101" cy="31538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9D425F2-6695-4DF0-99C4-2842D783AE5F}"/>
                  </a:ext>
                </a:extLst>
              </p:cNvPr>
              <p:cNvCxnSpPr>
                <a:cxnSpLocks/>
                <a:stCxn id="16" idx="2"/>
                <a:endCxn id="28" idx="0"/>
              </p:cNvCxnSpPr>
              <p:nvPr/>
            </p:nvCxnSpPr>
            <p:spPr>
              <a:xfrm>
                <a:off x="7097404" y="4440735"/>
                <a:ext cx="662031" cy="315385"/>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F8177D8F-E049-4D76-8700-BDEF37526B11}"/>
                  </a:ext>
                </a:extLst>
              </p:cNvPr>
              <p:cNvCxnSpPr>
                <a:cxnSpLocks/>
                <a:stCxn id="30" idx="2"/>
                <a:endCxn id="28" idx="3"/>
              </p:cNvCxnSpPr>
              <p:nvPr/>
            </p:nvCxnSpPr>
            <p:spPr>
              <a:xfrm rot="5400000">
                <a:off x="9289889" y="3258976"/>
                <a:ext cx="920078" cy="2836597"/>
              </a:xfrm>
              <a:prstGeom prst="bentConnector2">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3635D0E6-EFC2-4B91-8CA1-69B0D59EA8C3}"/>
                  </a:ext>
                </a:extLst>
              </p:cNvPr>
              <p:cNvCxnSpPr>
                <a:cxnSpLocks/>
                <a:stCxn id="32" idx="3"/>
                <a:endCxn id="27" idx="2"/>
              </p:cNvCxnSpPr>
              <p:nvPr/>
            </p:nvCxnSpPr>
            <p:spPr>
              <a:xfrm flipH="1">
                <a:off x="6469303" y="3841320"/>
                <a:ext cx="2311315" cy="1677186"/>
              </a:xfrm>
              <a:prstGeom prst="bentConnector4">
                <a:avLst>
                  <a:gd name="adj1" fmla="val -46948"/>
                  <a:gd name="adj2" fmla="val 124672"/>
                </a:avLst>
              </a:prstGeom>
              <a:ln>
                <a:solidFill>
                  <a:srgbClr val="0070C0"/>
                </a:solidFill>
                <a:prstDash val="lgDash"/>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CE423B5A-7508-4AF8-B2BE-CD5B56623494}"/>
                  </a:ext>
                </a:extLst>
              </p:cNvPr>
              <p:cNvCxnSpPr>
                <a:cxnSpLocks/>
                <a:stCxn id="29" idx="2"/>
                <a:endCxn id="27" idx="2"/>
              </p:cNvCxnSpPr>
              <p:nvPr/>
            </p:nvCxnSpPr>
            <p:spPr>
              <a:xfrm rot="5400000">
                <a:off x="7145414" y="2656890"/>
                <a:ext cx="2185506" cy="3537727"/>
              </a:xfrm>
              <a:prstGeom prst="bentConnector3">
                <a:avLst>
                  <a:gd name="adj1" fmla="val 123171"/>
                </a:avLst>
              </a:prstGeom>
              <a:ln>
                <a:solidFill>
                  <a:srgbClr val="0070C0"/>
                </a:solidFill>
                <a:prstDash val="lgDash"/>
              </a:ln>
            </p:spPr>
            <p:style>
              <a:lnRef idx="1">
                <a:schemeClr val="accent1"/>
              </a:lnRef>
              <a:fillRef idx="0">
                <a:schemeClr val="accent1"/>
              </a:fillRef>
              <a:effectRef idx="0">
                <a:schemeClr val="accent1"/>
              </a:effectRef>
              <a:fontRef idx="minor">
                <a:schemeClr val="tx1"/>
              </a:fontRef>
            </p:style>
          </p:cxnSp>
        </p:grpSp>
        <p:grpSp>
          <p:nvGrpSpPr>
            <p:cNvPr id="104" name="Group 103">
              <a:extLst>
                <a:ext uri="{FF2B5EF4-FFF2-40B4-BE49-F238E27FC236}">
                  <a16:creationId xmlns:a16="http://schemas.microsoft.com/office/drawing/2014/main" id="{6EF0B91E-592B-4021-B924-DB68CE0AD984}"/>
                </a:ext>
              </a:extLst>
            </p:cNvPr>
            <p:cNvGrpSpPr/>
            <p:nvPr/>
          </p:nvGrpSpPr>
          <p:grpSpPr>
            <a:xfrm>
              <a:off x="5158712" y="1695637"/>
              <a:ext cx="4848318" cy="3888418"/>
              <a:chOff x="5158712" y="1695637"/>
              <a:chExt cx="4848318" cy="3888418"/>
            </a:xfrm>
          </p:grpSpPr>
          <p:cxnSp>
            <p:nvCxnSpPr>
              <p:cNvPr id="69" name="Connector: Elbow 68">
                <a:extLst>
                  <a:ext uri="{FF2B5EF4-FFF2-40B4-BE49-F238E27FC236}">
                    <a16:creationId xmlns:a16="http://schemas.microsoft.com/office/drawing/2014/main" id="{614123B2-A8FE-4D74-92BE-B06AF41D441A}"/>
                  </a:ext>
                </a:extLst>
              </p:cNvPr>
              <p:cNvCxnSpPr>
                <a:cxnSpLocks/>
                <a:stCxn id="29" idx="0"/>
                <a:endCxn id="14" idx="0"/>
              </p:cNvCxnSpPr>
              <p:nvPr/>
            </p:nvCxnSpPr>
            <p:spPr>
              <a:xfrm rot="16200000" flipH="1" flipV="1">
                <a:off x="7823408" y="351150"/>
                <a:ext cx="220740" cy="4146504"/>
              </a:xfrm>
              <a:prstGeom prst="bentConnector3">
                <a:avLst>
                  <a:gd name="adj1" fmla="val -103561"/>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8B4EEA9E-17B6-4FD8-8420-47DBF3095159}"/>
                  </a:ext>
                </a:extLst>
              </p:cNvPr>
              <p:cNvCxnSpPr>
                <a:cxnSpLocks/>
                <a:stCxn id="32" idx="3"/>
                <a:endCxn id="14" idx="0"/>
              </p:cNvCxnSpPr>
              <p:nvPr/>
            </p:nvCxnSpPr>
            <p:spPr>
              <a:xfrm flipH="1" flipV="1">
                <a:off x="5860526" y="2534772"/>
                <a:ext cx="2920092" cy="1306548"/>
              </a:xfrm>
              <a:prstGeom prst="bentConnector4">
                <a:avLst>
                  <a:gd name="adj1" fmla="val -7829"/>
                  <a:gd name="adj2" fmla="val 117496"/>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84" name="Connector: Elbow 83">
                <a:extLst>
                  <a:ext uri="{FF2B5EF4-FFF2-40B4-BE49-F238E27FC236}">
                    <a16:creationId xmlns:a16="http://schemas.microsoft.com/office/drawing/2014/main" id="{41977D7E-D864-4D3C-B12F-44391AC32A7A}"/>
                  </a:ext>
                </a:extLst>
              </p:cNvPr>
              <p:cNvCxnSpPr>
                <a:cxnSpLocks/>
                <a:stCxn id="19" idx="3"/>
                <a:endCxn id="28" idx="2"/>
              </p:cNvCxnSpPr>
              <p:nvPr/>
            </p:nvCxnSpPr>
            <p:spPr>
              <a:xfrm flipH="1">
                <a:off x="7759435" y="2915965"/>
                <a:ext cx="1021437" cy="2602540"/>
              </a:xfrm>
              <a:prstGeom prst="bentConnector4">
                <a:avLst>
                  <a:gd name="adj1" fmla="val -33983"/>
                  <a:gd name="adj2" fmla="val 105590"/>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875490D2-89B1-4F1E-888E-63E76DD10F72}"/>
                  </a:ext>
                </a:extLst>
              </p:cNvPr>
              <p:cNvCxnSpPr>
                <a:cxnSpLocks/>
                <a:stCxn id="19" idx="3"/>
                <a:endCxn id="27" idx="2"/>
              </p:cNvCxnSpPr>
              <p:nvPr/>
            </p:nvCxnSpPr>
            <p:spPr>
              <a:xfrm flipH="1">
                <a:off x="6469303" y="2915965"/>
                <a:ext cx="2311569" cy="2602541"/>
              </a:xfrm>
              <a:prstGeom prst="bentConnector4">
                <a:avLst>
                  <a:gd name="adj1" fmla="val -19403"/>
                  <a:gd name="adj2" fmla="val 108784"/>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62" name="Rectangle: Rounded Corners 161">
                <a:extLst>
                  <a:ext uri="{FF2B5EF4-FFF2-40B4-BE49-F238E27FC236}">
                    <a16:creationId xmlns:a16="http://schemas.microsoft.com/office/drawing/2014/main" id="{13FA364E-8A2B-40EE-B277-38E4B9736E6A}"/>
                  </a:ext>
                </a:extLst>
              </p:cNvPr>
              <p:cNvSpPr/>
              <p:nvPr/>
            </p:nvSpPr>
            <p:spPr>
              <a:xfrm>
                <a:off x="5158712" y="1695637"/>
                <a:ext cx="3679356" cy="388841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200" kern="1200" dirty="0">
                    <a:solidFill>
                      <a:schemeClr val="tx1"/>
                    </a:solidFill>
                    <a:effectLst/>
                    <a:ea typeface="Calibri" panose="020F0502020204030204" pitchFamily="34" charset="0"/>
                    <a:cs typeface="Times New Roman" panose="02020603050405020304" pitchFamily="18" charset="0"/>
                  </a:rPr>
                  <a:t>Server</a:t>
                </a:r>
              </a:p>
            </p:txBody>
          </p:sp>
        </p:grpSp>
      </p:grpSp>
    </p:spTree>
    <p:extLst>
      <p:ext uri="{BB962C8B-B14F-4D97-AF65-F5344CB8AC3E}">
        <p14:creationId xmlns:p14="http://schemas.microsoft.com/office/powerpoint/2010/main" val="1839219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2800" dirty="0">
                <a:solidFill>
                  <a:srgbClr val="FFFFFF"/>
                </a:solidFill>
                <a:latin typeface="Calibri"/>
                <a:cs typeface="Calibri"/>
              </a:rPr>
              <a:t>For notification and monitoring</a:t>
            </a:r>
            <a:endParaRPr lang="en-US" sz="2800" dirty="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04E66BC1-584E-4ABB-B791-44825D1DFE2D}"/>
              </a:ext>
            </a:extLst>
          </p:cNvPr>
          <p:cNvSpPr/>
          <p:nvPr/>
        </p:nvSpPr>
        <p:spPr>
          <a:xfrm>
            <a:off x="5541818" y="1274617"/>
            <a:ext cx="3660548" cy="39069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CF5B1C6F-66C4-4C03-BAA8-F3FF34F3B697}"/>
              </a:ext>
            </a:extLst>
          </p:cNvPr>
          <p:cNvPicPr>
            <a:picLocks noChangeAspect="1"/>
          </p:cNvPicPr>
          <p:nvPr/>
        </p:nvPicPr>
        <p:blipFill>
          <a:blip r:embed="rId2"/>
          <a:stretch>
            <a:fillRect/>
          </a:stretch>
        </p:blipFill>
        <p:spPr>
          <a:xfrm>
            <a:off x="6481355" y="0"/>
            <a:ext cx="3496489" cy="6858000"/>
          </a:xfrm>
          <a:prstGeom prst="rect">
            <a:avLst/>
          </a:prstGeom>
        </p:spPr>
      </p:pic>
    </p:spTree>
    <p:extLst>
      <p:ext uri="{BB962C8B-B14F-4D97-AF65-F5344CB8AC3E}">
        <p14:creationId xmlns:p14="http://schemas.microsoft.com/office/powerpoint/2010/main" val="3168351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277092" y="1412488"/>
            <a:ext cx="3460298" cy="4363844"/>
          </a:xfrm>
        </p:spPr>
        <p:txBody>
          <a:bodyPr anchor="t">
            <a:normAutofit/>
          </a:bodyPr>
          <a:lstStyle/>
          <a:p>
            <a:pPr algn="ctr"/>
            <a:r>
              <a:rPr lang="en-US" sz="3200" dirty="0">
                <a:solidFill>
                  <a:srgbClr val="FFFFFF"/>
                </a:solidFill>
              </a:rPr>
              <a:t>UI Module:</a:t>
            </a:r>
            <a:br>
              <a:rPr lang="en-US" sz="3200" dirty="0">
                <a:solidFill>
                  <a:srgbClr val="FFFFFF"/>
                </a:solidFill>
              </a:rPr>
            </a:br>
            <a:r>
              <a:rPr lang="en-US" sz="2000" dirty="0">
                <a:solidFill>
                  <a:srgbClr val="FFFFFF"/>
                </a:solidFill>
              </a:rPr>
              <a:t>We used Angular framework to implement </a:t>
            </a:r>
            <a:r>
              <a:rPr lang="en-US" sz="2000" dirty="0" err="1">
                <a:solidFill>
                  <a:srgbClr val="FFFFFF"/>
                </a:solidFill>
              </a:rPr>
              <a:t>Webapp</a:t>
            </a:r>
            <a:endParaRPr lang="en-US" sz="2000" dirty="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68" name="Rectangle 67">
            <a:extLst>
              <a:ext uri="{FF2B5EF4-FFF2-40B4-BE49-F238E27FC236}">
                <a16:creationId xmlns:a16="http://schemas.microsoft.com/office/drawing/2014/main" id="{E2CBE0D2-7414-4232-BA76-3E9FB66316A8}"/>
              </a:ext>
            </a:extLst>
          </p:cNvPr>
          <p:cNvSpPr/>
          <p:nvPr/>
        </p:nvSpPr>
        <p:spPr>
          <a:xfrm>
            <a:off x="4691943" y="1160598"/>
            <a:ext cx="6797879" cy="50515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B6345ABD-DE9A-4DAB-84BE-FC5703212D04}"/>
              </a:ext>
            </a:extLst>
          </p:cNvPr>
          <p:cNvGrpSpPr/>
          <p:nvPr/>
        </p:nvGrpSpPr>
        <p:grpSpPr>
          <a:xfrm>
            <a:off x="6096000" y="1607127"/>
            <a:ext cx="3576319" cy="2766752"/>
            <a:chOff x="0" y="0"/>
            <a:chExt cx="5899233" cy="3993271"/>
          </a:xfrm>
        </p:grpSpPr>
        <p:sp>
          <p:nvSpPr>
            <p:cNvPr id="37" name="Rectangle: Rounded Corners 36">
              <a:extLst>
                <a:ext uri="{FF2B5EF4-FFF2-40B4-BE49-F238E27FC236}">
                  <a16:creationId xmlns:a16="http://schemas.microsoft.com/office/drawing/2014/main" id="{9EE4DC17-58C4-4FF0-B824-0363990715EE}"/>
                </a:ext>
              </a:extLst>
            </p:cNvPr>
            <p:cNvSpPr/>
            <p:nvPr/>
          </p:nvSpPr>
          <p:spPr>
            <a:xfrm>
              <a:off x="1315656" y="0"/>
              <a:ext cx="2029430" cy="10359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kern="1200">
                  <a:solidFill>
                    <a:srgbClr val="FFFFFF"/>
                  </a:solidFill>
                  <a:effectLst/>
                  <a:ea typeface="Calibri" panose="020F0502020204030204" pitchFamily="34" charset="0"/>
                  <a:cs typeface="Times New Roman" panose="02020603050405020304" pitchFamily="18" charset="0"/>
                </a:rPr>
                <a:t>Welcome/Landing Page</a:t>
              </a:r>
              <a:endParaRPr lang="en-US" sz="1100">
                <a:effectLst/>
                <a:ea typeface="Calibri" panose="020F0502020204030204" pitchFamily="34" charset="0"/>
                <a:cs typeface="Times New Roman" panose="02020603050405020304" pitchFamily="18" charset="0"/>
              </a:endParaRPr>
            </a:p>
          </p:txBody>
        </p:sp>
        <p:sp>
          <p:nvSpPr>
            <p:cNvPr id="39" name="Rectangle: Rounded Corners 38">
              <a:extLst>
                <a:ext uri="{FF2B5EF4-FFF2-40B4-BE49-F238E27FC236}">
                  <a16:creationId xmlns:a16="http://schemas.microsoft.com/office/drawing/2014/main" id="{D2DDAF29-604C-404A-AD65-9FBC83216D7E}"/>
                </a:ext>
              </a:extLst>
            </p:cNvPr>
            <p:cNvSpPr/>
            <p:nvPr/>
          </p:nvSpPr>
          <p:spPr>
            <a:xfrm>
              <a:off x="0" y="1423684"/>
              <a:ext cx="2029430" cy="10359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kern="1200">
                  <a:solidFill>
                    <a:srgbClr val="FFFFFF"/>
                  </a:solidFill>
                  <a:effectLst/>
                  <a:ea typeface="Calibri" panose="020F0502020204030204" pitchFamily="34" charset="0"/>
                  <a:cs typeface="Times New Roman" panose="02020603050405020304" pitchFamily="18" charset="0"/>
                </a:rPr>
                <a:t>Registration Page</a:t>
              </a:r>
              <a:endParaRPr lang="en-US" sz="1100">
                <a:effectLst/>
                <a:ea typeface="Calibri" panose="020F0502020204030204" pitchFamily="34" charset="0"/>
                <a:cs typeface="Times New Roman" panose="02020603050405020304" pitchFamily="18" charset="0"/>
              </a:endParaRPr>
            </a:p>
          </p:txBody>
        </p:sp>
        <p:sp>
          <p:nvSpPr>
            <p:cNvPr id="41" name="Rectangle: Rounded Corners 40">
              <a:extLst>
                <a:ext uri="{FF2B5EF4-FFF2-40B4-BE49-F238E27FC236}">
                  <a16:creationId xmlns:a16="http://schemas.microsoft.com/office/drawing/2014/main" id="{4B4BC4B2-2011-456F-A840-1DCE43CE6DC3}"/>
                </a:ext>
              </a:extLst>
            </p:cNvPr>
            <p:cNvSpPr/>
            <p:nvPr/>
          </p:nvSpPr>
          <p:spPr>
            <a:xfrm>
              <a:off x="2685328" y="1423684"/>
              <a:ext cx="2029429" cy="10359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kern="1200">
                  <a:solidFill>
                    <a:srgbClr val="FFFFFF"/>
                  </a:solidFill>
                  <a:effectLst/>
                  <a:ea typeface="Calibri" panose="020F0502020204030204" pitchFamily="34" charset="0"/>
                  <a:cs typeface="Times New Roman" panose="02020603050405020304" pitchFamily="18" charset="0"/>
                </a:rPr>
                <a:t>Login Page</a:t>
              </a:r>
              <a:endParaRPr lang="en-US" sz="1100">
                <a:effectLst/>
                <a:ea typeface="Calibri" panose="020F0502020204030204" pitchFamily="34" charset="0"/>
                <a:cs typeface="Times New Roman" panose="02020603050405020304" pitchFamily="18" charset="0"/>
              </a:endParaRPr>
            </a:p>
          </p:txBody>
        </p:sp>
        <p:cxnSp>
          <p:nvCxnSpPr>
            <p:cNvPr id="42" name="Straight Connector 41">
              <a:extLst>
                <a:ext uri="{FF2B5EF4-FFF2-40B4-BE49-F238E27FC236}">
                  <a16:creationId xmlns:a16="http://schemas.microsoft.com/office/drawing/2014/main" id="{1B4BB2AB-FCB8-4B6E-AB92-062253C6FDE2}"/>
                </a:ext>
              </a:extLst>
            </p:cNvPr>
            <p:cNvCxnSpPr>
              <a:cxnSpLocks/>
            </p:cNvCxnSpPr>
            <p:nvPr/>
          </p:nvCxnSpPr>
          <p:spPr>
            <a:xfrm flipV="1">
              <a:off x="1014715" y="1035936"/>
              <a:ext cx="1315656" cy="387748"/>
            </a:xfrm>
            <a:prstGeom prst="line">
              <a:avLst/>
            </a:prstGeom>
            <a:ln>
              <a:headEnd type="triangl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0EBE2DE-B047-426B-AA30-69BEFB4E0F40}"/>
                </a:ext>
              </a:extLst>
            </p:cNvPr>
            <p:cNvCxnSpPr>
              <a:cxnSpLocks/>
            </p:cNvCxnSpPr>
            <p:nvPr/>
          </p:nvCxnSpPr>
          <p:spPr>
            <a:xfrm>
              <a:off x="2029430" y="1941652"/>
              <a:ext cx="6558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89278D4-8735-473C-9A6B-DBEDBD3578D1}"/>
                </a:ext>
              </a:extLst>
            </p:cNvPr>
            <p:cNvCxnSpPr>
              <a:cxnSpLocks/>
            </p:cNvCxnSpPr>
            <p:nvPr/>
          </p:nvCxnSpPr>
          <p:spPr>
            <a:xfrm>
              <a:off x="2330371" y="1035936"/>
              <a:ext cx="1369672" cy="387748"/>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Rounded Corners 44">
              <a:extLst>
                <a:ext uri="{FF2B5EF4-FFF2-40B4-BE49-F238E27FC236}">
                  <a16:creationId xmlns:a16="http://schemas.microsoft.com/office/drawing/2014/main" id="{EC1352D6-D935-4F70-81D3-CF5EEA385821}"/>
                </a:ext>
              </a:extLst>
            </p:cNvPr>
            <p:cNvSpPr/>
            <p:nvPr/>
          </p:nvSpPr>
          <p:spPr>
            <a:xfrm>
              <a:off x="1547151" y="2957335"/>
              <a:ext cx="2029429" cy="10359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kern="1200">
                  <a:solidFill>
                    <a:srgbClr val="FFFFFF"/>
                  </a:solidFill>
                  <a:effectLst/>
                  <a:ea typeface="Calibri" panose="020F0502020204030204" pitchFamily="34" charset="0"/>
                  <a:cs typeface="Times New Roman" panose="02020603050405020304" pitchFamily="18" charset="0"/>
                </a:rPr>
                <a:t>Login Page</a:t>
              </a:r>
              <a:endParaRPr lang="en-US" sz="1100">
                <a:effectLst/>
                <a:ea typeface="Calibri" panose="020F0502020204030204" pitchFamily="34" charset="0"/>
                <a:cs typeface="Times New Roman" panose="02020603050405020304" pitchFamily="18" charset="0"/>
              </a:endParaRPr>
            </a:p>
          </p:txBody>
        </p:sp>
        <p:sp>
          <p:nvSpPr>
            <p:cNvPr id="46" name="Rectangle: Rounded Corners 45">
              <a:extLst>
                <a:ext uri="{FF2B5EF4-FFF2-40B4-BE49-F238E27FC236}">
                  <a16:creationId xmlns:a16="http://schemas.microsoft.com/office/drawing/2014/main" id="{2FD6594E-30BD-48FA-916C-9AC4EE305B1C}"/>
                </a:ext>
              </a:extLst>
            </p:cNvPr>
            <p:cNvSpPr/>
            <p:nvPr/>
          </p:nvSpPr>
          <p:spPr>
            <a:xfrm>
              <a:off x="2685327" y="1423684"/>
              <a:ext cx="2029429" cy="10359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kern="1200">
                  <a:solidFill>
                    <a:srgbClr val="FFFFFF"/>
                  </a:solidFill>
                  <a:effectLst/>
                  <a:ea typeface="Calibri" panose="020F0502020204030204" pitchFamily="34" charset="0"/>
                  <a:cs typeface="Times New Roman" panose="02020603050405020304" pitchFamily="18" charset="0"/>
                </a:rPr>
                <a:t>Login Page</a:t>
              </a:r>
              <a:endParaRPr lang="en-US" sz="1100">
                <a:effectLst/>
                <a:ea typeface="Calibri" panose="020F0502020204030204" pitchFamily="34" charset="0"/>
                <a:cs typeface="Times New Roman" panose="02020603050405020304" pitchFamily="18" charset="0"/>
              </a:endParaRPr>
            </a:p>
          </p:txBody>
        </p:sp>
        <p:sp>
          <p:nvSpPr>
            <p:cNvPr id="47" name="Rectangle: Rounded Corners 46">
              <a:extLst>
                <a:ext uri="{FF2B5EF4-FFF2-40B4-BE49-F238E27FC236}">
                  <a16:creationId xmlns:a16="http://schemas.microsoft.com/office/drawing/2014/main" id="{BE281714-A89A-4557-AF3E-56E5FDF112A3}"/>
                </a:ext>
              </a:extLst>
            </p:cNvPr>
            <p:cNvSpPr/>
            <p:nvPr/>
          </p:nvSpPr>
          <p:spPr>
            <a:xfrm>
              <a:off x="1547150" y="2957335"/>
              <a:ext cx="2029429" cy="10359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kern="1200">
                  <a:solidFill>
                    <a:srgbClr val="FFFFFF"/>
                  </a:solidFill>
                  <a:effectLst/>
                  <a:ea typeface="Calibri" panose="020F0502020204030204" pitchFamily="34" charset="0"/>
                  <a:cs typeface="Times New Roman" panose="02020603050405020304" pitchFamily="18" charset="0"/>
                </a:rPr>
                <a:t>User Response Page</a:t>
              </a:r>
              <a:endParaRPr lang="en-US" sz="1100">
                <a:effectLst/>
                <a:ea typeface="Calibri" panose="020F0502020204030204" pitchFamily="34" charset="0"/>
                <a:cs typeface="Times New Roman" panose="02020603050405020304" pitchFamily="18" charset="0"/>
              </a:endParaRPr>
            </a:p>
          </p:txBody>
        </p:sp>
        <p:sp>
          <p:nvSpPr>
            <p:cNvPr id="48" name="Rectangle: Rounded Corners 47">
              <a:extLst>
                <a:ext uri="{FF2B5EF4-FFF2-40B4-BE49-F238E27FC236}">
                  <a16:creationId xmlns:a16="http://schemas.microsoft.com/office/drawing/2014/main" id="{3B2FB80A-ABA6-4DE0-A53D-4F173AE3E932}"/>
                </a:ext>
              </a:extLst>
            </p:cNvPr>
            <p:cNvSpPr/>
            <p:nvPr/>
          </p:nvSpPr>
          <p:spPr>
            <a:xfrm>
              <a:off x="3869804" y="2934184"/>
              <a:ext cx="2029429" cy="10359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kern="1200">
                  <a:solidFill>
                    <a:srgbClr val="FFFFFF"/>
                  </a:solidFill>
                  <a:effectLst/>
                  <a:ea typeface="Calibri" panose="020F0502020204030204" pitchFamily="34" charset="0"/>
                  <a:cs typeface="Times New Roman" panose="02020603050405020304" pitchFamily="18" charset="0"/>
                </a:rPr>
                <a:t>Admin Page</a:t>
              </a:r>
              <a:endParaRPr lang="en-US" sz="1100">
                <a:effectLst/>
                <a:ea typeface="Calibri" panose="020F0502020204030204" pitchFamily="34" charset="0"/>
                <a:cs typeface="Times New Roman" panose="02020603050405020304" pitchFamily="18" charset="0"/>
              </a:endParaRPr>
            </a:p>
          </p:txBody>
        </p:sp>
        <p:cxnSp>
          <p:nvCxnSpPr>
            <p:cNvPr id="50" name="Straight Connector 49">
              <a:extLst>
                <a:ext uri="{FF2B5EF4-FFF2-40B4-BE49-F238E27FC236}">
                  <a16:creationId xmlns:a16="http://schemas.microsoft.com/office/drawing/2014/main" id="{1ED6EF2A-786B-4575-9DE7-FC9CE06AF6BA}"/>
                </a:ext>
              </a:extLst>
            </p:cNvPr>
            <p:cNvCxnSpPr/>
            <p:nvPr/>
          </p:nvCxnSpPr>
          <p:spPr>
            <a:xfrm flipH="1">
              <a:off x="2561865" y="2459620"/>
              <a:ext cx="1138177" cy="497715"/>
            </a:xfrm>
            <a:prstGeom prst="line">
              <a:avLst/>
            </a:prstGeom>
            <a:ln>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6A262D8-B02D-494B-9021-92D880B166F1}"/>
                </a:ext>
              </a:extLst>
            </p:cNvPr>
            <p:cNvCxnSpPr/>
            <p:nvPr/>
          </p:nvCxnSpPr>
          <p:spPr>
            <a:xfrm>
              <a:off x="3700042" y="2459620"/>
              <a:ext cx="1184477" cy="474564"/>
            </a:xfrm>
            <a:prstGeom prst="line">
              <a:avLst/>
            </a:prstGeom>
            <a:ln>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55076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593832" y="1412488"/>
            <a:ext cx="3143558" cy="4363844"/>
          </a:xfrm>
        </p:spPr>
        <p:txBody>
          <a:bodyPr anchor="t">
            <a:normAutofit/>
          </a:bodyPr>
          <a:lstStyle/>
          <a:p>
            <a:r>
              <a:rPr lang="en-US" sz="2000" dirty="0">
                <a:solidFill>
                  <a:srgbClr val="FFFFFF"/>
                </a:solidFill>
                <a:latin typeface="Raleway"/>
              </a:rPr>
              <a:t>Communication Methods used for Data/video streaming</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5</a:t>
            </a:fld>
            <a:endParaRPr lang="en-US"/>
          </a:p>
        </p:txBody>
      </p:sp>
      <p:sp>
        <p:nvSpPr>
          <p:cNvPr id="28" name="Content Placeholder 7">
            <a:extLst>
              <a:ext uri="{FF2B5EF4-FFF2-40B4-BE49-F238E27FC236}">
                <a16:creationId xmlns:a16="http://schemas.microsoft.com/office/drawing/2014/main" id="{55D6E3B9-6044-4DCB-A86E-4A4E47F5A5F5}"/>
              </a:ext>
            </a:extLst>
          </p:cNvPr>
          <p:cNvSpPr txBox="1">
            <a:spLocks/>
          </p:cNvSpPr>
          <p:nvPr/>
        </p:nvSpPr>
        <p:spPr>
          <a:xfrm>
            <a:off x="4610509" y="1236997"/>
            <a:ext cx="3197701" cy="49883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2" indent="-457200">
              <a:lnSpc>
                <a:spcPct val="107000"/>
              </a:lnSpc>
              <a:spcBef>
                <a:spcPts val="200"/>
              </a:spcBef>
              <a:buFont typeface="+mj-lt"/>
              <a:buAutoNum type="arabicPeriod"/>
            </a:pPr>
            <a:r>
              <a:rPr lang="en-US" sz="1200" dirty="0"/>
              <a:t>HTTP Polling: There’s a predefined time gap between two request</a:t>
            </a:r>
          </a:p>
          <a:p>
            <a:pPr marL="457200" lvl="2" indent="-457200">
              <a:lnSpc>
                <a:spcPct val="107000"/>
              </a:lnSpc>
              <a:spcBef>
                <a:spcPts val="200"/>
              </a:spcBef>
              <a:buFont typeface="+mj-lt"/>
              <a:buAutoNum type="arabicPeriod"/>
            </a:pPr>
            <a:endParaRPr lang="en-US" sz="1200" dirty="0"/>
          </a:p>
          <a:p>
            <a:pPr marL="457200" lvl="2" indent="-457200">
              <a:lnSpc>
                <a:spcPct val="107000"/>
              </a:lnSpc>
              <a:spcBef>
                <a:spcPts val="200"/>
              </a:spcBef>
              <a:buFont typeface="+mj-lt"/>
              <a:buAutoNum type="arabicPeriod"/>
            </a:pPr>
            <a:r>
              <a:rPr lang="en-US" sz="1200" b="1" dirty="0"/>
              <a:t>SSE (Server Sent Events/</a:t>
            </a:r>
            <a:r>
              <a:rPr lang="en-US" sz="1200" b="1" dirty="0" err="1"/>
              <a:t>EventSource</a:t>
            </a:r>
            <a:r>
              <a:rPr lang="en-US" sz="1200" b="1" dirty="0"/>
              <a:t>): </a:t>
            </a:r>
            <a:r>
              <a:rPr lang="en-US" sz="1200" dirty="0"/>
              <a:t>SSE connections can only push data to the browser. (communication is carried out from server to browser only, browsers can only subscribe to data updates originated by the server, but cannot send any data to the server)</a:t>
            </a:r>
          </a:p>
          <a:p>
            <a:pPr marL="457200" lvl="2" indent="-457200">
              <a:lnSpc>
                <a:spcPct val="107000"/>
              </a:lnSpc>
              <a:spcBef>
                <a:spcPts val="200"/>
              </a:spcBef>
              <a:buFont typeface="+mj-lt"/>
              <a:buAutoNum type="arabicPeriod"/>
            </a:pPr>
            <a:endParaRPr lang="en-US" sz="1200" dirty="0"/>
          </a:p>
          <a:p>
            <a:pPr marL="457200" lvl="2" indent="-457200">
              <a:lnSpc>
                <a:spcPct val="107000"/>
              </a:lnSpc>
              <a:spcBef>
                <a:spcPts val="200"/>
              </a:spcBef>
              <a:buFont typeface="+mj-lt"/>
              <a:buAutoNum type="arabicPeriod"/>
            </a:pPr>
            <a:r>
              <a:rPr lang="en-US" sz="1200" b="1" dirty="0"/>
              <a:t>WEB Socket: </a:t>
            </a:r>
            <a:r>
              <a:rPr lang="en-US" sz="1200" dirty="0"/>
              <a:t>WebSockets allow both the server and the client to push messages at any time without any relation to a previous request.</a:t>
            </a:r>
            <a:br>
              <a:rPr lang="en-US" sz="1200" dirty="0"/>
            </a:br>
            <a:r>
              <a:rPr lang="en-US" sz="1200" b="1" dirty="0"/>
              <a:t>Bi-directional protocol</a:t>
            </a:r>
            <a:r>
              <a:rPr lang="en-US" sz="1200" dirty="0"/>
              <a:t> — either client/server can send a message to the other party</a:t>
            </a:r>
            <a:br>
              <a:rPr lang="en-US" sz="1200" dirty="0"/>
            </a:br>
            <a:r>
              <a:rPr lang="en-US" sz="1200" b="1" dirty="0"/>
              <a:t>Full-duplex communication</a:t>
            </a:r>
            <a:r>
              <a:rPr lang="en-US" sz="1200" dirty="0"/>
              <a:t> — client and server can talk to each other independently at the same time.</a:t>
            </a:r>
          </a:p>
          <a:p>
            <a:pPr marL="457200" lvl="2" indent="-457200">
              <a:lnSpc>
                <a:spcPct val="107000"/>
              </a:lnSpc>
              <a:spcBef>
                <a:spcPts val="200"/>
              </a:spcBef>
              <a:buFont typeface="+mj-lt"/>
              <a:buAutoNum type="arabicPeriod"/>
            </a:pPr>
            <a:endParaRPr lang="en-US" sz="1200" b="1" dirty="0">
              <a:ea typeface="Yu Gothic Light" panose="020B0300000000000000" pitchFamily="34" charset="-128"/>
            </a:endParaRPr>
          </a:p>
        </p:txBody>
      </p:sp>
      <p:pic>
        <p:nvPicPr>
          <p:cNvPr id="10" name="Picture 9">
            <a:extLst>
              <a:ext uri="{FF2B5EF4-FFF2-40B4-BE49-F238E27FC236}">
                <a16:creationId xmlns:a16="http://schemas.microsoft.com/office/drawing/2014/main" id="{D15B1180-27BE-4861-A8CC-8FE5C4B1FA4F}"/>
              </a:ext>
            </a:extLst>
          </p:cNvPr>
          <p:cNvPicPr/>
          <p:nvPr/>
        </p:nvPicPr>
        <p:blipFill>
          <a:blip r:embed="rId2"/>
          <a:srcRect/>
          <a:stretch>
            <a:fillRect/>
          </a:stretch>
        </p:blipFill>
        <p:spPr bwMode="auto">
          <a:xfrm>
            <a:off x="8156858" y="752723"/>
            <a:ext cx="3657600" cy="1319530"/>
          </a:xfrm>
          <a:prstGeom prst="rect">
            <a:avLst/>
          </a:prstGeom>
          <a:noFill/>
          <a:ln w="9525">
            <a:noFill/>
            <a:miter lim="800000"/>
            <a:headEnd/>
            <a:tailEnd/>
          </a:ln>
        </p:spPr>
      </p:pic>
      <p:pic>
        <p:nvPicPr>
          <p:cNvPr id="11" name="Picture 10">
            <a:extLst>
              <a:ext uri="{FF2B5EF4-FFF2-40B4-BE49-F238E27FC236}">
                <a16:creationId xmlns:a16="http://schemas.microsoft.com/office/drawing/2014/main" id="{9DE45C63-86A4-46E3-ABDF-CFBA3ABE44C7}"/>
              </a:ext>
            </a:extLst>
          </p:cNvPr>
          <p:cNvPicPr/>
          <p:nvPr/>
        </p:nvPicPr>
        <p:blipFill>
          <a:blip r:embed="rId3"/>
          <a:srcRect/>
          <a:stretch>
            <a:fillRect/>
          </a:stretch>
        </p:blipFill>
        <p:spPr bwMode="auto">
          <a:xfrm>
            <a:off x="8183845" y="2072253"/>
            <a:ext cx="3603625" cy="1893570"/>
          </a:xfrm>
          <a:prstGeom prst="rect">
            <a:avLst/>
          </a:prstGeom>
          <a:noFill/>
          <a:ln w="9525">
            <a:noFill/>
            <a:miter lim="800000"/>
            <a:headEnd/>
            <a:tailEnd/>
          </a:ln>
        </p:spPr>
      </p:pic>
      <p:pic>
        <p:nvPicPr>
          <p:cNvPr id="12" name="Picture 11">
            <a:extLst>
              <a:ext uri="{FF2B5EF4-FFF2-40B4-BE49-F238E27FC236}">
                <a16:creationId xmlns:a16="http://schemas.microsoft.com/office/drawing/2014/main" id="{258E0E95-6800-4685-9E95-1663CD1AEE26}"/>
              </a:ext>
            </a:extLst>
          </p:cNvPr>
          <p:cNvPicPr/>
          <p:nvPr/>
        </p:nvPicPr>
        <p:blipFill>
          <a:blip r:embed="rId4" cstate="print"/>
          <a:srcRect/>
          <a:stretch>
            <a:fillRect/>
          </a:stretch>
        </p:blipFill>
        <p:spPr bwMode="auto">
          <a:xfrm>
            <a:off x="8956004" y="3769721"/>
            <a:ext cx="2059305" cy="1991995"/>
          </a:xfrm>
          <a:prstGeom prst="rect">
            <a:avLst/>
          </a:prstGeom>
          <a:noFill/>
          <a:ln w="9525">
            <a:noFill/>
            <a:miter lim="800000"/>
            <a:headEnd/>
            <a:tailEnd/>
          </a:ln>
        </p:spPr>
      </p:pic>
    </p:spTree>
    <p:extLst>
      <p:ext uri="{BB962C8B-B14F-4D97-AF65-F5344CB8AC3E}">
        <p14:creationId xmlns:p14="http://schemas.microsoft.com/office/powerpoint/2010/main" val="462430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498764" y="1412488"/>
            <a:ext cx="3238625" cy="4363844"/>
          </a:xfrm>
        </p:spPr>
        <p:txBody>
          <a:bodyPr anchor="t">
            <a:normAutofit/>
          </a:bodyPr>
          <a:lstStyle/>
          <a:p>
            <a:r>
              <a:rPr lang="en-US" sz="2800" dirty="0">
                <a:solidFill>
                  <a:srgbClr val="FFFFFF"/>
                </a:solidFill>
                <a:latin typeface="Raleway"/>
              </a:rPr>
              <a:t>Authentication is  based on Backend APIs uses Django REST JWT</a:t>
            </a:r>
            <a:br>
              <a:rPr lang="en-US" sz="4000" dirty="0"/>
            </a:br>
            <a:br>
              <a:rPr lang="en-US" sz="4000" dirty="0"/>
            </a:br>
            <a:endParaRPr lang="en-US" sz="4000" dirty="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24638E1C-6EE1-4A86-A281-0E27AD312636}"/>
              </a:ext>
            </a:extLst>
          </p:cNvPr>
          <p:cNvPicPr/>
          <p:nvPr/>
        </p:nvPicPr>
        <p:blipFill>
          <a:blip r:embed="rId2"/>
          <a:srcRect/>
          <a:stretch>
            <a:fillRect/>
          </a:stretch>
        </p:blipFill>
        <p:spPr bwMode="auto">
          <a:xfrm>
            <a:off x="4326749" y="1078727"/>
            <a:ext cx="4722495" cy="3181350"/>
          </a:xfrm>
          <a:prstGeom prst="rect">
            <a:avLst/>
          </a:prstGeom>
          <a:noFill/>
          <a:ln w="9525">
            <a:noFill/>
            <a:miter lim="800000"/>
            <a:headEnd/>
            <a:tailEnd/>
          </a:ln>
        </p:spPr>
      </p:pic>
      <p:pic>
        <p:nvPicPr>
          <p:cNvPr id="9" name="Picture 8">
            <a:extLst>
              <a:ext uri="{FF2B5EF4-FFF2-40B4-BE49-F238E27FC236}">
                <a16:creationId xmlns:a16="http://schemas.microsoft.com/office/drawing/2014/main" id="{A176CCC9-A24C-465F-B9BA-9427A87A3FE3}"/>
              </a:ext>
            </a:extLst>
          </p:cNvPr>
          <p:cNvPicPr/>
          <p:nvPr/>
        </p:nvPicPr>
        <p:blipFill>
          <a:blip r:embed="rId3"/>
          <a:srcRect/>
          <a:stretch>
            <a:fillRect/>
          </a:stretch>
        </p:blipFill>
        <p:spPr bwMode="auto">
          <a:xfrm>
            <a:off x="6687996" y="4722426"/>
            <a:ext cx="4838700" cy="1171575"/>
          </a:xfrm>
          <a:prstGeom prst="rect">
            <a:avLst/>
          </a:prstGeom>
          <a:noFill/>
          <a:ln w="9525">
            <a:noFill/>
            <a:miter lim="800000"/>
            <a:headEnd/>
            <a:tailEnd/>
          </a:ln>
        </p:spPr>
      </p:pic>
      <p:sp>
        <p:nvSpPr>
          <p:cNvPr id="2" name="TextBox 1">
            <a:extLst>
              <a:ext uri="{FF2B5EF4-FFF2-40B4-BE49-F238E27FC236}">
                <a16:creationId xmlns:a16="http://schemas.microsoft.com/office/drawing/2014/main" id="{18BA1B33-0D56-429E-A3E9-7C90FF6E8BC4}"/>
              </a:ext>
            </a:extLst>
          </p:cNvPr>
          <p:cNvSpPr txBox="1"/>
          <p:nvPr/>
        </p:nvSpPr>
        <p:spPr>
          <a:xfrm>
            <a:off x="5227782" y="711200"/>
            <a:ext cx="944297" cy="369332"/>
          </a:xfrm>
          <a:prstGeom prst="rect">
            <a:avLst/>
          </a:prstGeom>
          <a:noFill/>
        </p:spPr>
        <p:txBody>
          <a:bodyPr wrap="none" rtlCol="0">
            <a:spAutoFit/>
          </a:bodyPr>
          <a:lstStyle/>
          <a:p>
            <a:r>
              <a:rPr lang="en-US" dirty="0"/>
              <a:t>Request</a:t>
            </a:r>
          </a:p>
        </p:txBody>
      </p:sp>
      <p:sp>
        <p:nvSpPr>
          <p:cNvPr id="11" name="TextBox 10">
            <a:extLst>
              <a:ext uri="{FF2B5EF4-FFF2-40B4-BE49-F238E27FC236}">
                <a16:creationId xmlns:a16="http://schemas.microsoft.com/office/drawing/2014/main" id="{4841704B-84D4-42DB-AD7A-8536237E984E}"/>
              </a:ext>
            </a:extLst>
          </p:cNvPr>
          <p:cNvSpPr txBox="1"/>
          <p:nvPr/>
        </p:nvSpPr>
        <p:spPr>
          <a:xfrm>
            <a:off x="7967752" y="4353094"/>
            <a:ext cx="1081515" cy="369332"/>
          </a:xfrm>
          <a:prstGeom prst="rect">
            <a:avLst/>
          </a:prstGeom>
          <a:solidFill>
            <a:schemeClr val="bg1"/>
          </a:solidFill>
        </p:spPr>
        <p:txBody>
          <a:bodyPr wrap="none" rtlCol="0">
            <a:spAutoFit/>
          </a:bodyPr>
          <a:lstStyle/>
          <a:p>
            <a:r>
              <a:rPr lang="en-US" dirty="0"/>
              <a:t>Response</a:t>
            </a:r>
          </a:p>
        </p:txBody>
      </p:sp>
    </p:spTree>
    <p:extLst>
      <p:ext uri="{BB962C8B-B14F-4D97-AF65-F5344CB8AC3E}">
        <p14:creationId xmlns:p14="http://schemas.microsoft.com/office/powerpoint/2010/main" val="1355484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593832" y="1412488"/>
            <a:ext cx="3143558" cy="4363844"/>
          </a:xfrm>
        </p:spPr>
        <p:txBody>
          <a:bodyPr anchor="t">
            <a:normAutofit/>
          </a:bodyPr>
          <a:lstStyle/>
          <a:p>
            <a:r>
              <a:rPr lang="en-US" sz="3200" dirty="0">
                <a:solidFill>
                  <a:srgbClr val="FFFFFF"/>
                </a:solidFill>
                <a:latin typeface="Raleway"/>
              </a:rPr>
              <a:t>Network OAM </a:t>
            </a:r>
            <a:r>
              <a:rPr lang="en-US" sz="2000" dirty="0">
                <a:solidFill>
                  <a:srgbClr val="FFFFFF"/>
                </a:solidFill>
                <a:latin typeface="Raleway"/>
              </a:rPr>
              <a:t>(Operations, administration and management)</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7</a:t>
            </a:fld>
            <a:endParaRPr lang="en-US"/>
          </a:p>
        </p:txBody>
      </p:sp>
      <p:sp>
        <p:nvSpPr>
          <p:cNvPr id="28" name="Content Placeholder 7">
            <a:extLst>
              <a:ext uri="{FF2B5EF4-FFF2-40B4-BE49-F238E27FC236}">
                <a16:creationId xmlns:a16="http://schemas.microsoft.com/office/drawing/2014/main" id="{55D6E3B9-6044-4DCB-A86E-4A4E47F5A5F5}"/>
              </a:ext>
            </a:extLst>
          </p:cNvPr>
          <p:cNvSpPr txBox="1">
            <a:spLocks/>
          </p:cNvSpPr>
          <p:nvPr/>
        </p:nvSpPr>
        <p:spPr>
          <a:xfrm>
            <a:off x="4610509" y="1236997"/>
            <a:ext cx="3197701" cy="49883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lnSpc>
                <a:spcPct val="107000"/>
              </a:lnSpc>
              <a:spcBef>
                <a:spcPts val="200"/>
              </a:spcBef>
              <a:buNone/>
            </a:pPr>
            <a:r>
              <a:rPr lang="en-US" sz="2400" b="1" dirty="0">
                <a:solidFill>
                  <a:srgbClr val="2F5496"/>
                </a:solidFill>
                <a:latin typeface="Times New Roman" panose="02020603050405020304" pitchFamily="18" charset="0"/>
                <a:ea typeface="Yu Gothic Light" panose="020B0300000000000000" pitchFamily="34" charset="-128"/>
                <a:cs typeface="Times New Roman" panose="02020603050405020304" pitchFamily="18" charset="0"/>
              </a:rPr>
              <a:t>For Node Monitoring, we tested Open Source (NMS) Network Management System</a:t>
            </a:r>
            <a:endParaRPr lang="en-IN" sz="2400" b="1" dirty="0">
              <a:solidFill>
                <a:srgbClr val="2F5496"/>
              </a:solidFill>
              <a:latin typeface="Times New Roman" panose="02020603050405020304" pitchFamily="18" charset="0"/>
              <a:ea typeface="Yu Gothic Light" panose="020B0300000000000000" pitchFamily="34" charset="-128"/>
              <a:cs typeface="Times New Roman" panose="02020603050405020304" pitchFamily="18" charset="0"/>
            </a:endParaRPr>
          </a:p>
          <a:p>
            <a:pPr marL="0" lvl="2" indent="0">
              <a:lnSpc>
                <a:spcPct val="107000"/>
              </a:lnSpc>
              <a:spcBef>
                <a:spcPts val="200"/>
              </a:spcBef>
              <a:buNone/>
            </a:pPr>
            <a:endParaRPr lang="en-US" sz="2400" b="1" dirty="0">
              <a:solidFill>
                <a:srgbClr val="1F3763"/>
              </a:solidFill>
              <a:latin typeface="Calibri Light" panose="020F0302020204030204" pitchFamily="34" charset="0"/>
              <a:ea typeface="Yu Gothic Light" panose="020B0300000000000000" pitchFamily="34" charset="-128"/>
              <a:cs typeface="Times New Roman" panose="02020603050405020304" pitchFamily="18" charset="0"/>
            </a:endParaRPr>
          </a:p>
          <a:p>
            <a:pPr marL="285750" marR="0" lvl="1" indent="-285750" algn="just">
              <a:lnSpc>
                <a:spcPct val="107000"/>
              </a:lnSpc>
              <a:spcBef>
                <a:spcPts val="0"/>
              </a:spcBef>
              <a:spcAft>
                <a:spcPts val="0"/>
              </a:spcAft>
              <a:buFont typeface="+mj-lt"/>
              <a:buAutoNum type="alphaLcPeriod"/>
            </a:pPr>
            <a:r>
              <a:rPr lang="en-US" b="1" u="sng" dirty="0">
                <a:latin typeface="Times New Roman" panose="02020603050405020304" pitchFamily="18" charset="0"/>
                <a:ea typeface="Calibri" panose="020F0502020204030204" pitchFamily="34" charset="0"/>
                <a:cs typeface="Arial" panose="020B0604020202020204" pitchFamily="34" charset="0"/>
              </a:rPr>
              <a:t>Open wisp</a:t>
            </a:r>
            <a:endParaRPr lang="en-US" dirty="0">
              <a:latin typeface="Calibri" panose="020F0502020204030204" pitchFamily="34" charset="0"/>
              <a:ea typeface="Calibri" panose="020F0502020204030204" pitchFamily="34" charset="0"/>
              <a:cs typeface="Arial" panose="020B0604020202020204" pitchFamily="34" charset="0"/>
            </a:endParaRPr>
          </a:p>
          <a:p>
            <a:pPr marL="285750" marR="0" lvl="1" indent="-285750" algn="just">
              <a:lnSpc>
                <a:spcPct val="107000"/>
              </a:lnSpc>
              <a:spcBef>
                <a:spcPts val="0"/>
              </a:spcBef>
              <a:spcAft>
                <a:spcPts val="0"/>
              </a:spcAft>
              <a:buFont typeface="+mj-lt"/>
              <a:buAutoNum type="alphaLcPeriod"/>
            </a:pPr>
            <a:r>
              <a:rPr lang="en-US" b="1" u="sng" dirty="0">
                <a:latin typeface="Times New Roman" panose="02020603050405020304" pitchFamily="18" charset="0"/>
                <a:ea typeface="Calibri" panose="020F0502020204030204" pitchFamily="34" charset="0"/>
                <a:cs typeface="Arial" panose="020B0604020202020204" pitchFamily="34" charset="0"/>
              </a:rPr>
              <a:t>Nagios</a:t>
            </a:r>
            <a:endParaRPr lang="en-US" dirty="0">
              <a:latin typeface="Times New Roman" panose="02020603050405020304" pitchFamily="18" charset="0"/>
              <a:ea typeface="Calibri" panose="020F0502020204030204" pitchFamily="34" charset="0"/>
              <a:cs typeface="Arial" panose="020B0604020202020204" pitchFamily="34" charset="0"/>
            </a:endParaRPr>
          </a:p>
        </p:txBody>
      </p:sp>
      <p:pic>
        <p:nvPicPr>
          <p:cNvPr id="1028" name="Picture 4" descr="Introducing OpenWISP2 · HizkiFW's blog">
            <a:extLst>
              <a:ext uri="{FF2B5EF4-FFF2-40B4-BE49-F238E27FC236}">
                <a16:creationId xmlns:a16="http://schemas.microsoft.com/office/drawing/2014/main" id="{3591E194-A246-420D-A5F4-B639D36FCD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9669" y="1661968"/>
            <a:ext cx="323850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690DB5D-4957-4BEC-A287-51FA0ADB5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2006" y="3594410"/>
            <a:ext cx="2333825" cy="1341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788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2800" dirty="0">
                <a:solidFill>
                  <a:srgbClr val="FFFFFF"/>
                </a:solidFill>
                <a:latin typeface="Calibri"/>
                <a:cs typeface="Calibri"/>
              </a:rPr>
              <a:t>Tested  both </a:t>
            </a:r>
            <a:r>
              <a:rPr lang="en-US" sz="2800" dirty="0" err="1">
                <a:solidFill>
                  <a:srgbClr val="FFFFFF"/>
                </a:solidFill>
                <a:latin typeface="Calibri"/>
                <a:cs typeface="Calibri"/>
              </a:rPr>
              <a:t>OpenWisp</a:t>
            </a:r>
            <a:r>
              <a:rPr lang="en-US" sz="2800" dirty="0">
                <a:solidFill>
                  <a:srgbClr val="FFFFFF"/>
                </a:solidFill>
                <a:latin typeface="Calibri"/>
                <a:cs typeface="Calibri"/>
              </a:rPr>
              <a:t> and Nagios</a:t>
            </a:r>
            <a:endParaRPr lang="en-US" sz="2800" dirty="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0" name="Picture 9" descr="OpenWISP2 Controller menu">
            <a:extLst>
              <a:ext uri="{FF2B5EF4-FFF2-40B4-BE49-F238E27FC236}">
                <a16:creationId xmlns:a16="http://schemas.microsoft.com/office/drawing/2014/main" id="{77332A12-12AD-42E9-BF73-835091B63A76}"/>
              </a:ext>
            </a:extLst>
          </p:cNvPr>
          <p:cNvPicPr/>
          <p:nvPr/>
        </p:nvPicPr>
        <p:blipFill rotWithShape="1">
          <a:blip r:embed="rId2" cstate="print">
            <a:extLst>
              <a:ext uri="{28A0092B-C50C-407E-A947-70E740481C1C}">
                <a14:useLocalDpi xmlns:a14="http://schemas.microsoft.com/office/drawing/2010/main" val="0"/>
              </a:ext>
            </a:extLst>
          </a:blip>
          <a:srcRect b="16900"/>
          <a:stretch/>
        </p:blipFill>
        <p:spPr bwMode="auto">
          <a:xfrm>
            <a:off x="4380854" y="1412487"/>
            <a:ext cx="6972939" cy="414164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11065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2800" dirty="0">
                <a:solidFill>
                  <a:srgbClr val="FFFFFF"/>
                </a:solidFill>
                <a:latin typeface="Calibri"/>
                <a:cs typeface="Calibri"/>
              </a:rPr>
              <a:t>Finally integrated with Nagios as it provided more features</a:t>
            </a:r>
            <a:endParaRPr lang="en-US" sz="2800" dirty="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48C30AB1-B4E5-4764-AA15-9655092774A8}"/>
              </a:ext>
            </a:extLst>
          </p:cNvPr>
          <p:cNvPicPr/>
          <p:nvPr/>
        </p:nvPicPr>
        <p:blipFill>
          <a:blip r:embed="rId2"/>
          <a:stretch>
            <a:fillRect/>
          </a:stretch>
        </p:blipFill>
        <p:spPr>
          <a:xfrm>
            <a:off x="4380854" y="1298328"/>
            <a:ext cx="7438603" cy="2130672"/>
          </a:xfrm>
          <a:prstGeom prst="rect">
            <a:avLst/>
          </a:prstGeom>
        </p:spPr>
      </p:pic>
      <p:pic>
        <p:nvPicPr>
          <p:cNvPr id="9" name="Picture 8">
            <a:extLst>
              <a:ext uri="{FF2B5EF4-FFF2-40B4-BE49-F238E27FC236}">
                <a16:creationId xmlns:a16="http://schemas.microsoft.com/office/drawing/2014/main" id="{E9D4568D-2FEC-49F8-A937-69BB73A88DA8}"/>
              </a:ext>
            </a:extLst>
          </p:cNvPr>
          <p:cNvPicPr/>
          <p:nvPr/>
        </p:nvPicPr>
        <p:blipFill>
          <a:blip r:embed="rId3"/>
          <a:stretch>
            <a:fillRect/>
          </a:stretch>
        </p:blipFill>
        <p:spPr>
          <a:xfrm>
            <a:off x="4444117" y="3575712"/>
            <a:ext cx="7438603" cy="1983959"/>
          </a:xfrm>
          <a:prstGeom prst="rect">
            <a:avLst/>
          </a:prstGeom>
        </p:spPr>
      </p:pic>
    </p:spTree>
    <p:extLst>
      <p:ext uri="{BB962C8B-B14F-4D97-AF65-F5344CB8AC3E}">
        <p14:creationId xmlns:p14="http://schemas.microsoft.com/office/powerpoint/2010/main" val="3069839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2800" dirty="0">
                <a:solidFill>
                  <a:srgbClr val="FFFFFF"/>
                </a:solidFill>
                <a:latin typeface="Calibri"/>
                <a:cs typeface="Calibri"/>
              </a:rPr>
              <a:t>Sample of features for notification and monitoring</a:t>
            </a:r>
            <a:endParaRPr lang="en-US" sz="2800" dirty="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8375373F-8FB3-434C-80D1-27E52AA92D57}"/>
              </a:ext>
            </a:extLst>
          </p:cNvPr>
          <p:cNvPicPr/>
          <p:nvPr/>
        </p:nvPicPr>
        <p:blipFill>
          <a:blip r:embed="rId2"/>
          <a:stretch>
            <a:fillRect/>
          </a:stretch>
        </p:blipFill>
        <p:spPr>
          <a:xfrm>
            <a:off x="4236922" y="419870"/>
            <a:ext cx="6572250" cy="2308860"/>
          </a:xfrm>
          <a:prstGeom prst="rect">
            <a:avLst/>
          </a:prstGeom>
        </p:spPr>
      </p:pic>
      <p:pic>
        <p:nvPicPr>
          <p:cNvPr id="11" name="Picture 10">
            <a:extLst>
              <a:ext uri="{FF2B5EF4-FFF2-40B4-BE49-F238E27FC236}">
                <a16:creationId xmlns:a16="http://schemas.microsoft.com/office/drawing/2014/main" id="{F0380625-D791-4FE8-9000-3F13A80F2945}"/>
              </a:ext>
            </a:extLst>
          </p:cNvPr>
          <p:cNvPicPr/>
          <p:nvPr/>
        </p:nvPicPr>
        <p:blipFill>
          <a:blip r:embed="rId3"/>
          <a:stretch>
            <a:fillRect/>
          </a:stretch>
        </p:blipFill>
        <p:spPr>
          <a:xfrm>
            <a:off x="6444646" y="2457450"/>
            <a:ext cx="4752975" cy="3898900"/>
          </a:xfrm>
          <a:prstGeom prst="rect">
            <a:avLst/>
          </a:prstGeom>
        </p:spPr>
      </p:pic>
    </p:spTree>
    <p:extLst>
      <p:ext uri="{BB962C8B-B14F-4D97-AF65-F5344CB8AC3E}">
        <p14:creationId xmlns:p14="http://schemas.microsoft.com/office/powerpoint/2010/main" val="588760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2000" dirty="0">
                <a:solidFill>
                  <a:srgbClr val="FFFFFF"/>
                </a:solidFill>
                <a:cs typeface="Calibri"/>
              </a:rPr>
              <a:t>Camera feed generated via (flask WebSockets) to connect to detection model and server at a same time.</a:t>
            </a:r>
            <a:endParaRPr lang="en-US" sz="2000" dirty="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DE781DDE-EDAF-438D-9A11-2F9BABBA4B19}"/>
              </a:ext>
            </a:extLst>
          </p:cNvPr>
          <p:cNvPicPr/>
          <p:nvPr/>
        </p:nvPicPr>
        <p:blipFill>
          <a:blip r:embed="rId2"/>
          <a:stretch>
            <a:fillRect/>
          </a:stretch>
        </p:blipFill>
        <p:spPr>
          <a:xfrm>
            <a:off x="4578950" y="1577015"/>
            <a:ext cx="3550920" cy="2017395"/>
          </a:xfrm>
          <a:prstGeom prst="rect">
            <a:avLst/>
          </a:prstGeom>
        </p:spPr>
      </p:pic>
      <p:pic>
        <p:nvPicPr>
          <p:cNvPr id="12" name="Picture 11">
            <a:extLst>
              <a:ext uri="{FF2B5EF4-FFF2-40B4-BE49-F238E27FC236}">
                <a16:creationId xmlns:a16="http://schemas.microsoft.com/office/drawing/2014/main" id="{B7A46413-9DC7-44EC-8AE0-DD4CD1469D24}"/>
              </a:ext>
            </a:extLst>
          </p:cNvPr>
          <p:cNvPicPr/>
          <p:nvPr/>
        </p:nvPicPr>
        <p:blipFill rotWithShape="1">
          <a:blip r:embed="rId3"/>
          <a:srcRect b="5415"/>
          <a:stretch/>
        </p:blipFill>
        <p:spPr bwMode="auto">
          <a:xfrm>
            <a:off x="8139448" y="1404295"/>
            <a:ext cx="2348865" cy="2190115"/>
          </a:xfrm>
          <a:prstGeom prst="rect">
            <a:avLst/>
          </a:prstGeom>
          <a:ln>
            <a:noFill/>
          </a:ln>
          <a:extLst>
            <a:ext uri="{53640926-AAD7-44D8-BBD7-CCE9431645EC}">
              <a14:shadowObscured xmlns:a14="http://schemas.microsoft.com/office/drawing/2010/main"/>
            </a:ext>
          </a:extLst>
        </p:spPr>
      </p:pic>
      <p:pic>
        <p:nvPicPr>
          <p:cNvPr id="2052" name="Picture 4" descr="Flask (web framework) - Wikipedia">
            <a:extLst>
              <a:ext uri="{FF2B5EF4-FFF2-40B4-BE49-F238E27FC236}">
                <a16:creationId xmlns:a16="http://schemas.microsoft.com/office/drawing/2014/main" id="{CC4A23DC-10AD-4BB6-9F19-A41EF591E3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0133" y="3594410"/>
            <a:ext cx="3419475" cy="133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6306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2000" dirty="0">
                <a:solidFill>
                  <a:srgbClr val="FFFFFF"/>
                </a:solidFill>
                <a:cs typeface="Calibri"/>
              </a:rPr>
              <a:t>Camera Monitoring </a:t>
            </a:r>
            <a:endParaRPr lang="en-US" sz="2000" dirty="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4098" name="Picture 2" descr="motionEye app - Home Surveillance System – Apps on Google Play">
            <a:extLst>
              <a:ext uri="{FF2B5EF4-FFF2-40B4-BE49-F238E27FC236}">
                <a16:creationId xmlns:a16="http://schemas.microsoft.com/office/drawing/2014/main" id="{B2C60006-F03C-4E57-BA0E-F95FBCA5AB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0025" y="4230278"/>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spy Logo - LogoDix">
            <a:extLst>
              <a:ext uri="{FF2B5EF4-FFF2-40B4-BE49-F238E27FC236}">
                <a16:creationId xmlns:a16="http://schemas.microsoft.com/office/drawing/2014/main" id="{C58C852A-EA1B-4C16-AB14-CF92AFE084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2653" y="2650282"/>
            <a:ext cx="3019425" cy="151447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ZoneMinder Reviews, Pricing, Key Info and FAQs">
            <a:extLst>
              <a:ext uri="{FF2B5EF4-FFF2-40B4-BE49-F238E27FC236}">
                <a16:creationId xmlns:a16="http://schemas.microsoft.com/office/drawing/2014/main" id="{2EAAEAE7-78DB-4816-8C68-98A5B3CCB3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0025" y="717861"/>
            <a:ext cx="2447925" cy="1866900"/>
          </a:xfrm>
          <a:prstGeom prst="rect">
            <a:avLst/>
          </a:prstGeom>
          <a:noFill/>
          <a:extLst>
            <a:ext uri="{909E8E84-426E-40DD-AFC4-6F175D3DCCD1}">
              <a14:hiddenFill xmlns:a14="http://schemas.microsoft.com/office/drawing/2010/main">
                <a:solidFill>
                  <a:srgbClr val="FFFFFF"/>
                </a:solidFill>
              </a14:hiddenFill>
            </a:ext>
          </a:extLst>
        </p:spPr>
      </p:pic>
      <p:sp>
        <p:nvSpPr>
          <p:cNvPr id="16" name="Content Placeholder 7">
            <a:extLst>
              <a:ext uri="{FF2B5EF4-FFF2-40B4-BE49-F238E27FC236}">
                <a16:creationId xmlns:a16="http://schemas.microsoft.com/office/drawing/2014/main" id="{4F86347A-FA64-4E34-9612-09309A174BBA}"/>
              </a:ext>
            </a:extLst>
          </p:cNvPr>
          <p:cNvSpPr txBox="1">
            <a:spLocks/>
          </p:cNvSpPr>
          <p:nvPr/>
        </p:nvSpPr>
        <p:spPr>
          <a:xfrm>
            <a:off x="4610509" y="1236997"/>
            <a:ext cx="3197701" cy="49883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lnSpc>
                <a:spcPct val="107000"/>
              </a:lnSpc>
              <a:spcBef>
                <a:spcPts val="200"/>
              </a:spcBef>
              <a:buNone/>
            </a:pPr>
            <a:r>
              <a:rPr lang="en-US" sz="2400" b="1" dirty="0">
                <a:solidFill>
                  <a:srgbClr val="2F5496"/>
                </a:solidFill>
                <a:latin typeface="Times New Roman" panose="02020603050405020304" pitchFamily="18" charset="0"/>
                <a:ea typeface="Yu Gothic Light" panose="020B0300000000000000" pitchFamily="34" charset="-128"/>
                <a:cs typeface="Times New Roman" panose="02020603050405020304" pitchFamily="18" charset="0"/>
              </a:rPr>
              <a:t>For Camera Monitoring, we tested 3 different Open Source systems</a:t>
            </a:r>
          </a:p>
          <a:p>
            <a:pPr marL="0" lvl="2" indent="0">
              <a:lnSpc>
                <a:spcPct val="107000"/>
              </a:lnSpc>
              <a:spcBef>
                <a:spcPts val="200"/>
              </a:spcBef>
              <a:buNone/>
            </a:pPr>
            <a:endParaRPr lang="en-US" sz="2400" b="1" dirty="0">
              <a:solidFill>
                <a:srgbClr val="1F3763"/>
              </a:solidFill>
              <a:latin typeface="Calibri Light" panose="020F0302020204030204" pitchFamily="34" charset="0"/>
              <a:ea typeface="Yu Gothic Light" panose="020B0300000000000000" pitchFamily="34" charset="-128"/>
              <a:cs typeface="Times New Roman" panose="02020603050405020304" pitchFamily="18" charset="0"/>
            </a:endParaRPr>
          </a:p>
          <a:p>
            <a:pPr marL="285750" marR="0" lvl="1" indent="-285750" algn="just">
              <a:lnSpc>
                <a:spcPct val="107000"/>
              </a:lnSpc>
              <a:spcBef>
                <a:spcPts val="0"/>
              </a:spcBef>
              <a:spcAft>
                <a:spcPts val="0"/>
              </a:spcAft>
              <a:buFont typeface="+mj-lt"/>
              <a:buAutoNum type="alphaLcPeriod"/>
            </a:pPr>
            <a:r>
              <a:rPr lang="en-US" b="1" u="sng" dirty="0" err="1">
                <a:latin typeface="Times New Roman" panose="02020603050405020304" pitchFamily="18" charset="0"/>
                <a:ea typeface="Calibri" panose="020F0502020204030204" pitchFamily="34" charset="0"/>
                <a:cs typeface="Arial" panose="020B0604020202020204" pitchFamily="34" charset="0"/>
              </a:rPr>
              <a:t>Zoneminder</a:t>
            </a:r>
            <a:endParaRPr lang="en-US" b="1" u="sng" dirty="0">
              <a:latin typeface="Times New Roman" panose="02020603050405020304" pitchFamily="18" charset="0"/>
              <a:ea typeface="Calibri" panose="020F0502020204030204" pitchFamily="34" charset="0"/>
              <a:cs typeface="Arial" panose="020B0604020202020204" pitchFamily="34" charset="0"/>
            </a:endParaRPr>
          </a:p>
          <a:p>
            <a:pPr marL="285750" marR="0" lvl="1" indent="-285750" algn="just">
              <a:lnSpc>
                <a:spcPct val="107000"/>
              </a:lnSpc>
              <a:spcBef>
                <a:spcPts val="0"/>
              </a:spcBef>
              <a:spcAft>
                <a:spcPts val="0"/>
              </a:spcAft>
              <a:buFont typeface="+mj-lt"/>
              <a:buAutoNum type="alphaLcPeriod"/>
            </a:pPr>
            <a:r>
              <a:rPr lang="en-US" b="1" u="sng" dirty="0" err="1">
                <a:latin typeface="Times New Roman" panose="02020603050405020304" pitchFamily="18" charset="0"/>
                <a:ea typeface="Calibri" panose="020F0502020204030204" pitchFamily="34" charset="0"/>
                <a:cs typeface="Arial" panose="020B0604020202020204" pitchFamily="34" charset="0"/>
              </a:rPr>
              <a:t>iSPY</a:t>
            </a:r>
            <a:endParaRPr lang="en-US" b="1" u="sng" dirty="0">
              <a:latin typeface="Times New Roman" panose="02020603050405020304" pitchFamily="18" charset="0"/>
              <a:ea typeface="Calibri" panose="020F0502020204030204" pitchFamily="34" charset="0"/>
              <a:cs typeface="Arial" panose="020B0604020202020204" pitchFamily="34" charset="0"/>
            </a:endParaRPr>
          </a:p>
          <a:p>
            <a:pPr marL="285750" marR="0" lvl="1" indent="-285750" algn="just">
              <a:lnSpc>
                <a:spcPct val="107000"/>
              </a:lnSpc>
              <a:spcBef>
                <a:spcPts val="0"/>
              </a:spcBef>
              <a:spcAft>
                <a:spcPts val="0"/>
              </a:spcAft>
              <a:buFont typeface="+mj-lt"/>
              <a:buAutoNum type="alphaLcPeriod"/>
            </a:pPr>
            <a:r>
              <a:rPr lang="en-US" b="1" u="sng" dirty="0" err="1">
                <a:latin typeface="Times New Roman" panose="02020603050405020304" pitchFamily="18" charset="0"/>
                <a:ea typeface="Calibri" panose="020F0502020204030204" pitchFamily="34" charset="0"/>
                <a:cs typeface="Arial" panose="020B0604020202020204" pitchFamily="34" charset="0"/>
              </a:rPr>
              <a:t>Motioneye</a:t>
            </a:r>
            <a:endParaRPr lang="en-US" b="1" u="sng" dirty="0">
              <a:latin typeface="Times New Roman" panose="02020603050405020304" pitchFamily="18"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443517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2000" dirty="0">
                <a:solidFill>
                  <a:srgbClr val="FFFFFF"/>
                </a:solidFill>
                <a:cs typeface="Calibri"/>
              </a:rPr>
              <a:t>Finally integrated </a:t>
            </a:r>
            <a:r>
              <a:rPr lang="en-US" sz="2000" dirty="0" err="1">
                <a:solidFill>
                  <a:srgbClr val="FFFFFF"/>
                </a:solidFill>
                <a:cs typeface="Calibri"/>
              </a:rPr>
              <a:t>Zoneminder</a:t>
            </a:r>
            <a:r>
              <a:rPr lang="en-US" sz="2000" dirty="0">
                <a:solidFill>
                  <a:srgbClr val="FFFFFF"/>
                </a:solidFill>
                <a:cs typeface="Calibri"/>
              </a:rPr>
              <a:t> and successfully connected Camera feed to both detection model and Zone minder</a:t>
            </a:r>
            <a:endParaRPr lang="en-US" sz="2000" dirty="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1F7C8638-DB06-41D0-A360-BC6AF830D3CB}"/>
              </a:ext>
            </a:extLst>
          </p:cNvPr>
          <p:cNvPicPr/>
          <p:nvPr/>
        </p:nvPicPr>
        <p:blipFill>
          <a:blip r:embed="rId2"/>
          <a:stretch>
            <a:fillRect/>
          </a:stretch>
        </p:blipFill>
        <p:spPr>
          <a:xfrm>
            <a:off x="4843746" y="1341666"/>
            <a:ext cx="6572250" cy="1803400"/>
          </a:xfrm>
          <a:prstGeom prst="rect">
            <a:avLst/>
          </a:prstGeom>
        </p:spPr>
      </p:pic>
      <p:pic>
        <p:nvPicPr>
          <p:cNvPr id="16" name="Picture 15">
            <a:extLst>
              <a:ext uri="{FF2B5EF4-FFF2-40B4-BE49-F238E27FC236}">
                <a16:creationId xmlns:a16="http://schemas.microsoft.com/office/drawing/2014/main" id="{B81370B0-0C81-4D45-936B-70CB889FDA5A}"/>
              </a:ext>
            </a:extLst>
          </p:cNvPr>
          <p:cNvPicPr/>
          <p:nvPr/>
        </p:nvPicPr>
        <p:blipFill>
          <a:blip r:embed="rId3"/>
          <a:stretch>
            <a:fillRect/>
          </a:stretch>
        </p:blipFill>
        <p:spPr>
          <a:xfrm>
            <a:off x="6246589" y="3145066"/>
            <a:ext cx="3766564" cy="1879600"/>
          </a:xfrm>
          <a:prstGeom prst="rect">
            <a:avLst/>
          </a:prstGeom>
        </p:spPr>
      </p:pic>
    </p:spTree>
    <p:extLst>
      <p:ext uri="{BB962C8B-B14F-4D97-AF65-F5344CB8AC3E}">
        <p14:creationId xmlns:p14="http://schemas.microsoft.com/office/powerpoint/2010/main" val="793536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277092" y="1412488"/>
            <a:ext cx="3460298" cy="4363844"/>
          </a:xfrm>
        </p:spPr>
        <p:txBody>
          <a:bodyPr anchor="t">
            <a:normAutofit/>
          </a:bodyPr>
          <a:lstStyle/>
          <a:p>
            <a:pPr algn="ctr"/>
            <a:r>
              <a:rPr lang="en-US" sz="3200" dirty="0">
                <a:solidFill>
                  <a:srgbClr val="FFFFFF"/>
                </a:solidFill>
              </a:rPr>
              <a:t>UI Module: Template</a:t>
            </a:r>
            <a:br>
              <a:rPr lang="en-US" sz="3200" dirty="0">
                <a:solidFill>
                  <a:srgbClr val="FFFFFF"/>
                </a:solidFill>
              </a:rPr>
            </a:br>
            <a:br>
              <a:rPr lang="en-US" sz="3200" dirty="0">
                <a:solidFill>
                  <a:srgbClr val="FFFFFF"/>
                </a:solidFill>
              </a:rPr>
            </a:br>
            <a:r>
              <a:rPr lang="en-US" sz="3200" dirty="0">
                <a:solidFill>
                  <a:srgbClr val="FFFFFF"/>
                </a:solidFill>
              </a:rPr>
              <a:t>1. Welcome Page</a:t>
            </a:r>
            <a:endParaRPr lang="en-US" sz="2000" dirty="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21" name="Picture 20">
            <a:extLst>
              <a:ext uri="{FF2B5EF4-FFF2-40B4-BE49-F238E27FC236}">
                <a16:creationId xmlns:a16="http://schemas.microsoft.com/office/drawing/2014/main" id="{2E00B752-5E0E-42FC-9072-547CD98CDB2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80043" y="735156"/>
            <a:ext cx="3624748" cy="5621194"/>
          </a:xfrm>
          <a:prstGeom prst="rect">
            <a:avLst/>
          </a:prstGeom>
          <a:noFill/>
          <a:ln>
            <a:noFill/>
          </a:ln>
          <a:effectLst/>
        </p:spPr>
      </p:pic>
      <p:pic>
        <p:nvPicPr>
          <p:cNvPr id="2" name="Picture 1">
            <a:extLst>
              <a:ext uri="{FF2B5EF4-FFF2-40B4-BE49-F238E27FC236}">
                <a16:creationId xmlns:a16="http://schemas.microsoft.com/office/drawing/2014/main" id="{FD571F5C-AB00-4026-BDD5-5B4AE8F100DC}"/>
              </a:ext>
            </a:extLst>
          </p:cNvPr>
          <p:cNvPicPr>
            <a:picLocks noChangeAspect="1"/>
          </p:cNvPicPr>
          <p:nvPr/>
        </p:nvPicPr>
        <p:blipFill>
          <a:blip r:embed="rId3"/>
          <a:stretch>
            <a:fillRect/>
          </a:stretch>
        </p:blipFill>
        <p:spPr>
          <a:xfrm>
            <a:off x="5018882" y="862587"/>
            <a:ext cx="2317697" cy="4913745"/>
          </a:xfrm>
          <a:prstGeom prst="rect">
            <a:avLst/>
          </a:prstGeom>
        </p:spPr>
      </p:pic>
    </p:spTree>
    <p:extLst>
      <p:ext uri="{BB962C8B-B14F-4D97-AF65-F5344CB8AC3E}">
        <p14:creationId xmlns:p14="http://schemas.microsoft.com/office/powerpoint/2010/main" val="2636081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277092" y="1412488"/>
            <a:ext cx="3460298" cy="4363844"/>
          </a:xfrm>
        </p:spPr>
        <p:txBody>
          <a:bodyPr anchor="t">
            <a:normAutofit/>
          </a:bodyPr>
          <a:lstStyle/>
          <a:p>
            <a:pPr algn="ctr"/>
            <a:r>
              <a:rPr lang="en-US" sz="3200" dirty="0">
                <a:solidFill>
                  <a:srgbClr val="FFFFFF"/>
                </a:solidFill>
              </a:rPr>
              <a:t>UI Module: Screens</a:t>
            </a:r>
            <a:br>
              <a:rPr lang="en-US" sz="3200" dirty="0">
                <a:solidFill>
                  <a:srgbClr val="FFFFFF"/>
                </a:solidFill>
              </a:rPr>
            </a:br>
            <a:br>
              <a:rPr lang="en-US" sz="3200" dirty="0">
                <a:solidFill>
                  <a:srgbClr val="FFFFFF"/>
                </a:solidFill>
              </a:rPr>
            </a:br>
            <a:r>
              <a:rPr lang="en-US" sz="3200" dirty="0">
                <a:solidFill>
                  <a:srgbClr val="FFFFFF"/>
                </a:solidFill>
              </a:rPr>
              <a:t>2. Registration Page</a:t>
            </a:r>
            <a:endParaRPr lang="en-US" sz="2000" dirty="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15</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93AFB7A1-DD21-4382-8AC8-8F339CE9E4F3}"/>
              </a:ext>
            </a:extLst>
          </p:cNvPr>
          <p:cNvPicPr>
            <a:picLocks noChangeAspect="1"/>
          </p:cNvPicPr>
          <p:nvPr/>
        </p:nvPicPr>
        <p:blipFill>
          <a:blip r:embed="rId2"/>
          <a:stretch>
            <a:fillRect/>
          </a:stretch>
        </p:blipFill>
        <p:spPr>
          <a:xfrm>
            <a:off x="4800804" y="656577"/>
            <a:ext cx="2368668" cy="5278075"/>
          </a:xfrm>
          <a:prstGeom prst="rect">
            <a:avLst/>
          </a:prstGeom>
        </p:spPr>
      </p:pic>
      <p:sp>
        <p:nvSpPr>
          <p:cNvPr id="3" name="Rectangle 2">
            <a:extLst>
              <a:ext uri="{FF2B5EF4-FFF2-40B4-BE49-F238E27FC236}">
                <a16:creationId xmlns:a16="http://schemas.microsoft.com/office/drawing/2014/main" id="{A6B04158-892E-47A3-992E-F16DCD862AB7}"/>
              </a:ext>
            </a:extLst>
          </p:cNvPr>
          <p:cNvSpPr/>
          <p:nvPr/>
        </p:nvSpPr>
        <p:spPr>
          <a:xfrm>
            <a:off x="7958256" y="1175734"/>
            <a:ext cx="345236" cy="40151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E29B86A7-31B6-474F-8090-A34CC683C46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02717" y="1849314"/>
            <a:ext cx="4606155" cy="2150031"/>
          </a:xfrm>
          <a:prstGeom prst="rect">
            <a:avLst/>
          </a:prstGeom>
          <a:noFill/>
          <a:ln>
            <a:noFill/>
          </a:ln>
        </p:spPr>
      </p:pic>
    </p:spTree>
    <p:extLst>
      <p:ext uri="{BB962C8B-B14F-4D97-AF65-F5344CB8AC3E}">
        <p14:creationId xmlns:p14="http://schemas.microsoft.com/office/powerpoint/2010/main" val="1968204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277092" y="1412488"/>
            <a:ext cx="3460298" cy="4363844"/>
          </a:xfrm>
        </p:spPr>
        <p:txBody>
          <a:bodyPr anchor="t">
            <a:normAutofit/>
          </a:bodyPr>
          <a:lstStyle/>
          <a:p>
            <a:pPr algn="ctr"/>
            <a:r>
              <a:rPr lang="en-US" sz="3200" dirty="0">
                <a:solidFill>
                  <a:srgbClr val="FFFFFF"/>
                </a:solidFill>
              </a:rPr>
              <a:t>UI Module: Screens</a:t>
            </a:r>
            <a:br>
              <a:rPr lang="en-US" sz="3200" dirty="0">
                <a:solidFill>
                  <a:srgbClr val="FFFFFF"/>
                </a:solidFill>
              </a:rPr>
            </a:br>
            <a:br>
              <a:rPr lang="en-US" sz="3200" dirty="0">
                <a:solidFill>
                  <a:srgbClr val="FFFFFF"/>
                </a:solidFill>
              </a:rPr>
            </a:br>
            <a:r>
              <a:rPr lang="en-US" sz="3200" dirty="0">
                <a:solidFill>
                  <a:srgbClr val="FFFFFF"/>
                </a:solidFill>
              </a:rPr>
              <a:t>3. Login Page</a:t>
            </a:r>
            <a:endParaRPr lang="en-US" sz="2000" dirty="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B6EB858A-C7FC-440D-92D1-2813B189A58A}"/>
              </a:ext>
            </a:extLst>
          </p:cNvPr>
          <p:cNvSpPr/>
          <p:nvPr/>
        </p:nvSpPr>
        <p:spPr>
          <a:xfrm>
            <a:off x="7958256" y="1175734"/>
            <a:ext cx="345236" cy="40151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45EBCFCF-8CA4-463A-8D8F-1ED63C0F5277}"/>
              </a:ext>
            </a:extLst>
          </p:cNvPr>
          <p:cNvPicPr>
            <a:picLocks noChangeAspect="1"/>
          </p:cNvPicPr>
          <p:nvPr/>
        </p:nvPicPr>
        <p:blipFill>
          <a:blip r:embed="rId2"/>
          <a:stretch>
            <a:fillRect/>
          </a:stretch>
        </p:blipFill>
        <p:spPr>
          <a:xfrm>
            <a:off x="4662707" y="552017"/>
            <a:ext cx="2430926" cy="5303838"/>
          </a:xfrm>
          <a:prstGeom prst="rect">
            <a:avLst/>
          </a:prstGeom>
        </p:spPr>
      </p:pic>
      <p:pic>
        <p:nvPicPr>
          <p:cNvPr id="9" name="Picture 8">
            <a:extLst>
              <a:ext uri="{FF2B5EF4-FFF2-40B4-BE49-F238E27FC236}">
                <a16:creationId xmlns:a16="http://schemas.microsoft.com/office/drawing/2014/main" id="{20B8AF1A-02E4-44EB-BF80-FA8D99CCB6A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67253" y="1879551"/>
            <a:ext cx="4857980" cy="2267576"/>
          </a:xfrm>
          <a:prstGeom prst="rect">
            <a:avLst/>
          </a:prstGeom>
          <a:noFill/>
          <a:ln>
            <a:noFill/>
          </a:ln>
        </p:spPr>
      </p:pic>
    </p:spTree>
    <p:extLst>
      <p:ext uri="{BB962C8B-B14F-4D97-AF65-F5344CB8AC3E}">
        <p14:creationId xmlns:p14="http://schemas.microsoft.com/office/powerpoint/2010/main" val="1595559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277092" y="1412488"/>
            <a:ext cx="3460298" cy="4363844"/>
          </a:xfrm>
        </p:spPr>
        <p:txBody>
          <a:bodyPr anchor="t">
            <a:normAutofit/>
          </a:bodyPr>
          <a:lstStyle/>
          <a:p>
            <a:pPr algn="ctr"/>
            <a:r>
              <a:rPr lang="en-US" sz="3200" dirty="0">
                <a:solidFill>
                  <a:srgbClr val="FFFFFF"/>
                </a:solidFill>
              </a:rPr>
              <a:t>UI Module: Screens</a:t>
            </a:r>
            <a:br>
              <a:rPr lang="en-US" sz="3200" dirty="0">
                <a:solidFill>
                  <a:srgbClr val="FFFFFF"/>
                </a:solidFill>
              </a:rPr>
            </a:br>
            <a:br>
              <a:rPr lang="en-US" sz="3200" dirty="0">
                <a:solidFill>
                  <a:srgbClr val="FFFFFF"/>
                </a:solidFill>
              </a:rPr>
            </a:br>
            <a:r>
              <a:rPr lang="en-US" sz="3200" dirty="0">
                <a:solidFill>
                  <a:srgbClr val="FFFFFF"/>
                </a:solidFill>
              </a:rPr>
              <a:t>4. Admin Page</a:t>
            </a:r>
            <a:endParaRPr lang="en-US" sz="2000" dirty="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5E8E5F65-3DCF-4850-A335-34830CAB291A}"/>
              </a:ext>
            </a:extLst>
          </p:cNvPr>
          <p:cNvSpPr/>
          <p:nvPr/>
        </p:nvSpPr>
        <p:spPr>
          <a:xfrm>
            <a:off x="7958256" y="1175734"/>
            <a:ext cx="345236" cy="40151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E01F84E3-2EA7-4FF6-847B-9272F6D88AA5}"/>
              </a:ext>
            </a:extLst>
          </p:cNvPr>
          <p:cNvPicPr>
            <a:picLocks noChangeAspect="1"/>
          </p:cNvPicPr>
          <p:nvPr/>
        </p:nvPicPr>
        <p:blipFill>
          <a:blip r:embed="rId2"/>
          <a:stretch>
            <a:fillRect/>
          </a:stretch>
        </p:blipFill>
        <p:spPr>
          <a:xfrm>
            <a:off x="4495321" y="349292"/>
            <a:ext cx="2472385" cy="5427040"/>
          </a:xfrm>
          <a:prstGeom prst="rect">
            <a:avLst/>
          </a:prstGeom>
        </p:spPr>
      </p:pic>
      <p:pic>
        <p:nvPicPr>
          <p:cNvPr id="8" name="Picture 7">
            <a:extLst>
              <a:ext uri="{FF2B5EF4-FFF2-40B4-BE49-F238E27FC236}">
                <a16:creationId xmlns:a16="http://schemas.microsoft.com/office/drawing/2014/main" id="{BB89BAB8-481D-4B32-A502-20D8A1F74F1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1326" y="1964422"/>
            <a:ext cx="4922782" cy="2437724"/>
          </a:xfrm>
          <a:prstGeom prst="rect">
            <a:avLst/>
          </a:prstGeom>
          <a:noFill/>
          <a:ln>
            <a:noFill/>
          </a:ln>
        </p:spPr>
      </p:pic>
    </p:spTree>
    <p:extLst>
      <p:ext uri="{BB962C8B-B14F-4D97-AF65-F5344CB8AC3E}">
        <p14:creationId xmlns:p14="http://schemas.microsoft.com/office/powerpoint/2010/main" val="1057231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277092" y="1412488"/>
            <a:ext cx="3460298" cy="4363844"/>
          </a:xfrm>
        </p:spPr>
        <p:txBody>
          <a:bodyPr anchor="t">
            <a:normAutofit/>
          </a:bodyPr>
          <a:lstStyle/>
          <a:p>
            <a:pPr algn="ctr"/>
            <a:r>
              <a:rPr lang="en-US" sz="3200" dirty="0">
                <a:solidFill>
                  <a:srgbClr val="FFFFFF"/>
                </a:solidFill>
              </a:rPr>
              <a:t>UI Module: Screens</a:t>
            </a:r>
            <a:br>
              <a:rPr lang="en-US" sz="3200" dirty="0">
                <a:solidFill>
                  <a:srgbClr val="FFFFFF"/>
                </a:solidFill>
              </a:rPr>
            </a:br>
            <a:br>
              <a:rPr lang="en-US" sz="3200" dirty="0">
                <a:solidFill>
                  <a:srgbClr val="FFFFFF"/>
                </a:solidFill>
              </a:rPr>
            </a:br>
            <a:r>
              <a:rPr lang="en-US" sz="3200" dirty="0">
                <a:solidFill>
                  <a:srgbClr val="FFFFFF"/>
                </a:solidFill>
              </a:rPr>
              <a:t>4. Response Page</a:t>
            </a:r>
            <a:endParaRPr lang="en-US" sz="2000" dirty="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18</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B3FDE8F-B40E-4298-AB2E-1850A717C2B4}"/>
              </a:ext>
            </a:extLst>
          </p:cNvPr>
          <p:cNvSpPr/>
          <p:nvPr/>
        </p:nvSpPr>
        <p:spPr>
          <a:xfrm>
            <a:off x="7958256" y="1175734"/>
            <a:ext cx="345236" cy="40151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F07D0B5-D844-4219-B3F7-FCC404C74763}"/>
              </a:ext>
            </a:extLst>
          </p:cNvPr>
          <p:cNvPicPr>
            <a:picLocks noChangeAspect="1"/>
          </p:cNvPicPr>
          <p:nvPr/>
        </p:nvPicPr>
        <p:blipFill>
          <a:blip r:embed="rId2"/>
          <a:stretch>
            <a:fillRect/>
          </a:stretch>
        </p:blipFill>
        <p:spPr>
          <a:xfrm>
            <a:off x="4786300" y="698703"/>
            <a:ext cx="2245126" cy="4971750"/>
          </a:xfrm>
          <a:prstGeom prst="rect">
            <a:avLst/>
          </a:prstGeom>
        </p:spPr>
      </p:pic>
      <p:pic>
        <p:nvPicPr>
          <p:cNvPr id="2" name="Picture 1">
            <a:extLst>
              <a:ext uri="{FF2B5EF4-FFF2-40B4-BE49-F238E27FC236}">
                <a16:creationId xmlns:a16="http://schemas.microsoft.com/office/drawing/2014/main" id="{B3E72250-7C0D-45E7-BE81-F2A82A20CDAF}"/>
              </a:ext>
            </a:extLst>
          </p:cNvPr>
          <p:cNvPicPr>
            <a:picLocks noChangeAspect="1"/>
          </p:cNvPicPr>
          <p:nvPr/>
        </p:nvPicPr>
        <p:blipFill>
          <a:blip r:embed="rId3"/>
          <a:stretch>
            <a:fillRect/>
          </a:stretch>
        </p:blipFill>
        <p:spPr>
          <a:xfrm>
            <a:off x="7125260" y="1924096"/>
            <a:ext cx="4968676" cy="1751976"/>
          </a:xfrm>
          <a:prstGeom prst="rect">
            <a:avLst/>
          </a:prstGeom>
        </p:spPr>
      </p:pic>
    </p:spTree>
    <p:extLst>
      <p:ext uri="{BB962C8B-B14F-4D97-AF65-F5344CB8AC3E}">
        <p14:creationId xmlns:p14="http://schemas.microsoft.com/office/powerpoint/2010/main" val="34406022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rPr>
              <a:t>Thank You</a:t>
            </a:r>
            <a:endParaRPr lang="en-US" sz="4000" u="sng">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56D3E20F-BBB9-42F4-AB6D-702DF5176EBE}"/>
              </a:ext>
            </a:extLst>
          </p:cNvPr>
          <p:cNvSpPr txBox="1"/>
          <p:nvPr/>
        </p:nvSpPr>
        <p:spPr>
          <a:xfrm>
            <a:off x="4871631" y="1438711"/>
            <a:ext cx="6533791" cy="3970318"/>
          </a:xfrm>
          <a:prstGeom prst="rect">
            <a:avLst/>
          </a:prstGeom>
          <a:solidFill>
            <a:schemeClr val="bg1"/>
          </a:solidFill>
        </p:spPr>
        <p:txBody>
          <a:bodyPr wrap="square" rtlCol="0">
            <a:spAutoFit/>
          </a:bodyPr>
          <a:lstStyle/>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2128196044"/>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44546A"/>
      </a:dk2>
      <a:lt2>
        <a:srgbClr val="E7E6E6"/>
      </a:lt2>
      <a:accent1>
        <a:srgbClr val="3F3F3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F1F16907C2EE144B4692905DFBEB046" ma:contentTypeVersion="10" ma:contentTypeDescription="Create a new document." ma:contentTypeScope="" ma:versionID="fbf165582610d4da791f0a72cd2ccfa1">
  <xsd:schema xmlns:xsd="http://www.w3.org/2001/XMLSchema" xmlns:xs="http://www.w3.org/2001/XMLSchema" xmlns:p="http://schemas.microsoft.com/office/2006/metadata/properties" xmlns:ns2="243bcf18-52d6-4fa5-bf41-7e963ca2b5f7" xmlns:ns3="b881ade8-1c8a-4cff-9cc7-dd1d198a9578" targetNamespace="http://schemas.microsoft.com/office/2006/metadata/properties" ma:root="true" ma:fieldsID="282ab59018b3c5326769151739975961" ns2:_="" ns3:_="">
    <xsd:import namespace="243bcf18-52d6-4fa5-bf41-7e963ca2b5f7"/>
    <xsd:import namespace="b881ade8-1c8a-4cff-9cc7-dd1d198a957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3bcf18-52d6-4fa5-bf41-7e963ca2b5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881ade8-1c8a-4cff-9cc7-dd1d198a957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7FE6BE0-FC6F-47C2-904E-4555426EADC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67E1233-76FD-42D3-99E6-7402693360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43bcf18-52d6-4fa5-bf41-7e963ca2b5f7"/>
    <ds:schemaRef ds:uri="b881ade8-1c8a-4cff-9cc7-dd1d198a95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9E19DBA-B153-42CD-ACE7-4B07EE4002D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264</TotalTime>
  <Words>568</Words>
  <Application>Microsoft Office PowerPoint</Application>
  <PresentationFormat>Widescreen</PresentationFormat>
  <Paragraphs>97</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Average</vt:lpstr>
      <vt:lpstr>Calibri</vt:lpstr>
      <vt:lpstr>Calibri Light</vt:lpstr>
      <vt:lpstr>Lato</vt:lpstr>
      <vt:lpstr>Raleway</vt:lpstr>
      <vt:lpstr>Times New Roman</vt:lpstr>
      <vt:lpstr>Office Theme</vt:lpstr>
      <vt:lpstr>SEER  A Real-Time Pedestrian Detection and Tracking System for Intelligent Vehicles</vt:lpstr>
      <vt:lpstr>PowerPoint Presentation</vt:lpstr>
      <vt:lpstr>For notification and monitoring</vt:lpstr>
      <vt:lpstr>UI Module: We used Angular framework to implement Webapp</vt:lpstr>
      <vt:lpstr>Communication Methods used for Data/video streaming</vt:lpstr>
      <vt:lpstr>Authentication is  based on Backend APIs uses Django REST JWT  </vt:lpstr>
      <vt:lpstr>Network OAM (Operations, administration and management)</vt:lpstr>
      <vt:lpstr>Tested  both OpenWisp and Nagios</vt:lpstr>
      <vt:lpstr>Finally integrated with Nagios as it provided more features</vt:lpstr>
      <vt:lpstr>Sample of features for notification and monitoring</vt:lpstr>
      <vt:lpstr>Camera feed generated via (flask WebSockets) to connect to detection model and server at a same time.</vt:lpstr>
      <vt:lpstr>Camera Monitoring </vt:lpstr>
      <vt:lpstr>Finally integrated Zoneminder and successfully connected Camera feed to both detection model and Zone minder</vt:lpstr>
      <vt:lpstr>UI Module: Template  1. Welcome Page</vt:lpstr>
      <vt:lpstr>UI Module: Screens  2. Registration Page</vt:lpstr>
      <vt:lpstr>UI Module: Screens  3. Login Page</vt:lpstr>
      <vt:lpstr>UI Module: Screens  4. Admin Page</vt:lpstr>
      <vt:lpstr>UI Module: Screens  4. Response Page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SEER  A Real-Time Pedestrian Detection and Tracking System for Intelligent Vehicles</dc:title>
  <dc:creator>Deep Singh</dc:creator>
  <cp:lastModifiedBy>Deep Singh</cp:lastModifiedBy>
  <cp:revision>1</cp:revision>
  <dcterms:created xsi:type="dcterms:W3CDTF">2020-04-02T18:15:23Z</dcterms:created>
  <dcterms:modified xsi:type="dcterms:W3CDTF">2020-08-11T09:26:02Z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0x0101009F1F16907C2EE144B4692905DFBEB046</vt:lpwstr>
  </property>
</Properties>
</file>