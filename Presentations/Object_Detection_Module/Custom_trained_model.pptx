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90" r:id="rId5"/>
    <p:sldId id="257" r:id="rId6"/>
    <p:sldId id="283" r:id="rId7"/>
    <p:sldId id="302" r:id="rId8"/>
    <p:sldId id="266" r:id="rId9"/>
    <p:sldId id="280" r:id="rId10"/>
    <p:sldId id="259" r:id="rId11"/>
    <p:sldId id="260" r:id="rId12"/>
    <p:sldId id="261" r:id="rId13"/>
    <p:sldId id="262" r:id="rId14"/>
    <p:sldId id="263" r:id="rId15"/>
    <p:sldId id="293" r:id="rId16"/>
    <p:sldId id="294" r:id="rId17"/>
    <p:sldId id="264" r:id="rId18"/>
    <p:sldId id="296" r:id="rId19"/>
    <p:sldId id="265" r:id="rId20"/>
    <p:sldId id="303" r:id="rId21"/>
    <p:sldId id="276" r:id="rId22"/>
    <p:sldId id="279" r:id="rId23"/>
    <p:sldId id="304" r:id="rId24"/>
    <p:sldId id="269" r:id="rId25"/>
    <p:sldId id="275" r:id="rId26"/>
    <p:sldId id="305" r:id="rId27"/>
    <p:sldId id="277" r:id="rId28"/>
    <p:sldId id="267" r:id="rId29"/>
    <p:sldId id="268" r:id="rId30"/>
    <p:sldId id="306" r:id="rId31"/>
    <p:sldId id="281" r:id="rId32"/>
    <p:sldId id="282" r:id="rId33"/>
    <p:sldId id="307" r:id="rId34"/>
    <p:sldId id="297" r:id="rId35"/>
    <p:sldId id="291" r:id="rId36"/>
    <p:sldId id="285" r:id="rId37"/>
    <p:sldId id="286" r:id="rId38"/>
    <p:sldId id="287" r:id="rId39"/>
    <p:sldId id="288" r:id="rId40"/>
    <p:sldId id="292" r:id="rId41"/>
    <p:sldId id="295" r:id="rId42"/>
    <p:sldId id="28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5476E-500E-4E48-B1C5-CE2CDADB86A5}" v="3049" dt="2020-07-09T15:41:55.809"/>
    <p1510:client id="{C809E13E-ACE1-4DD1-9484-D9AAE2282ECD}" v="2956" dt="2020-07-09T16:18:34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eet Singh" userId="1524180e-ef14-4c82-9948-525c1bd61650" providerId="ADAL" clId="{BD3960FB-EBF5-42CE-B75A-6C617C5B97E4}"/>
    <pc:docChg chg="undo custSel addSld delSld modSld sldOrd">
      <pc:chgData name="Sumeet Singh" userId="1524180e-ef14-4c82-9948-525c1bd61650" providerId="ADAL" clId="{BD3960FB-EBF5-42CE-B75A-6C617C5B97E4}" dt="2020-06-23T01:42:57.658" v="8923" actId="255"/>
      <pc:docMkLst>
        <pc:docMk/>
      </pc:docMkLst>
      <pc:sldChg chg="ord">
        <pc:chgData name="Sumeet Singh" userId="1524180e-ef14-4c82-9948-525c1bd61650" providerId="ADAL" clId="{BD3960FB-EBF5-42CE-B75A-6C617C5B97E4}" dt="2020-06-23T00:00:44.550" v="8895"/>
        <pc:sldMkLst>
          <pc:docMk/>
          <pc:sldMk cId="1851129347" sldId="257"/>
        </pc:sldMkLst>
      </pc:sldChg>
      <pc:sldChg chg="addSp delSp modSp new mod">
        <pc:chgData name="Sumeet Singh" userId="1524180e-ef14-4c82-9948-525c1bd61650" providerId="ADAL" clId="{BD3960FB-EBF5-42CE-B75A-6C617C5B97E4}" dt="2020-06-22T05:37:57.532" v="1733" actId="20577"/>
        <pc:sldMkLst>
          <pc:docMk/>
          <pc:sldMk cId="2403310048" sldId="259"/>
        </pc:sldMkLst>
        <pc:spChg chg="mod">
          <ac:chgData name="Sumeet Singh" userId="1524180e-ef14-4c82-9948-525c1bd61650" providerId="ADAL" clId="{BD3960FB-EBF5-42CE-B75A-6C617C5B97E4}" dt="2020-06-22T04:44:55.358" v="17" actId="20577"/>
          <ac:spMkLst>
            <pc:docMk/>
            <pc:sldMk cId="2403310048" sldId="259"/>
            <ac:spMk id="2" creationId="{31B1EE62-2EAD-4D2B-A342-775F573FFAF3}"/>
          </ac:spMkLst>
        </pc:spChg>
        <pc:spChg chg="mod">
          <ac:chgData name="Sumeet Singh" userId="1524180e-ef14-4c82-9948-525c1bd61650" providerId="ADAL" clId="{BD3960FB-EBF5-42CE-B75A-6C617C5B97E4}" dt="2020-06-22T05:37:57.532" v="1733" actId="20577"/>
          <ac:spMkLst>
            <pc:docMk/>
            <pc:sldMk cId="2403310048" sldId="259"/>
            <ac:spMk id="3" creationId="{76D6D117-BFFD-48A7-9157-25DB297AD089}"/>
          </ac:spMkLst>
        </pc:spChg>
        <pc:graphicFrameChg chg="add del mod modGraphic">
          <ac:chgData name="Sumeet Singh" userId="1524180e-ef14-4c82-9948-525c1bd61650" providerId="ADAL" clId="{BD3960FB-EBF5-42CE-B75A-6C617C5B97E4}" dt="2020-06-22T04:50:41.897" v="217" actId="478"/>
          <ac:graphicFrameMkLst>
            <pc:docMk/>
            <pc:sldMk cId="2403310048" sldId="259"/>
            <ac:graphicFrameMk id="4" creationId="{53487543-3D77-4129-94D8-ABD6685A7777}"/>
          </ac:graphicFrameMkLst>
        </pc:graphicFrameChg>
        <pc:graphicFrameChg chg="add del mod modGraphic">
          <ac:chgData name="Sumeet Singh" userId="1524180e-ef14-4c82-9948-525c1bd61650" providerId="ADAL" clId="{BD3960FB-EBF5-42CE-B75A-6C617C5B97E4}" dt="2020-06-22T05:12:48.548" v="491" actId="478"/>
          <ac:graphicFrameMkLst>
            <pc:docMk/>
            <pc:sldMk cId="2403310048" sldId="259"/>
            <ac:graphicFrameMk id="6" creationId="{19970391-EE77-4588-8625-ED5DB5EA9DD5}"/>
          </ac:graphicFrameMkLst>
        </pc:graphicFrameChg>
        <pc:graphicFrameChg chg="add del">
          <ac:chgData name="Sumeet Singh" userId="1524180e-ef14-4c82-9948-525c1bd61650" providerId="ADAL" clId="{BD3960FB-EBF5-42CE-B75A-6C617C5B97E4}" dt="2020-06-22T05:04:37.658" v="478" actId="3680"/>
          <ac:graphicFrameMkLst>
            <pc:docMk/>
            <pc:sldMk cId="2403310048" sldId="259"/>
            <ac:graphicFrameMk id="8" creationId="{D038F29F-3BE5-4728-9353-2D315163B40A}"/>
          </ac:graphicFrameMkLst>
        </pc:graphicFrameChg>
        <pc:graphicFrameChg chg="add del mod modGraphic">
          <ac:chgData name="Sumeet Singh" userId="1524180e-ef14-4c82-9948-525c1bd61650" providerId="ADAL" clId="{BD3960FB-EBF5-42CE-B75A-6C617C5B97E4}" dt="2020-06-22T05:25:49.961" v="1157" actId="21"/>
          <ac:graphicFrameMkLst>
            <pc:docMk/>
            <pc:sldMk cId="2403310048" sldId="259"/>
            <ac:graphicFrameMk id="10" creationId="{096120D3-4239-49A3-85C1-036F95BF5D68}"/>
          </ac:graphicFrameMkLst>
        </pc:graphicFrameChg>
      </pc:sldChg>
      <pc:sldChg chg="addSp delSp modSp new mod ord">
        <pc:chgData name="Sumeet Singh" userId="1524180e-ef14-4c82-9948-525c1bd61650" providerId="ADAL" clId="{BD3960FB-EBF5-42CE-B75A-6C617C5B97E4}" dt="2020-06-22T06:23:01.740" v="3116" actId="1076"/>
        <pc:sldMkLst>
          <pc:docMk/>
          <pc:sldMk cId="1370454082" sldId="260"/>
        </pc:sldMkLst>
        <pc:spChg chg="mod">
          <ac:chgData name="Sumeet Singh" userId="1524180e-ef14-4c82-9948-525c1bd61650" providerId="ADAL" clId="{BD3960FB-EBF5-42CE-B75A-6C617C5B97E4}" dt="2020-06-22T06:00:55.298" v="2336" actId="20577"/>
          <ac:spMkLst>
            <pc:docMk/>
            <pc:sldMk cId="1370454082" sldId="260"/>
            <ac:spMk id="2" creationId="{70051368-0673-4EE9-AB26-92BE6964A9AC}"/>
          </ac:spMkLst>
        </pc:spChg>
        <pc:spChg chg="del">
          <ac:chgData name="Sumeet Singh" userId="1524180e-ef14-4c82-9948-525c1bd61650" providerId="ADAL" clId="{BD3960FB-EBF5-42CE-B75A-6C617C5B97E4}" dt="2020-06-22T05:25:52.980" v="1158"/>
          <ac:spMkLst>
            <pc:docMk/>
            <pc:sldMk cId="1370454082" sldId="260"/>
            <ac:spMk id="3" creationId="{EAF778F4-B181-4A31-BBEC-2ABC955755D9}"/>
          </ac:spMkLst>
        </pc:spChg>
        <pc:graphicFrameChg chg="add mod modGraphic">
          <ac:chgData name="Sumeet Singh" userId="1524180e-ef14-4c82-9948-525c1bd61650" providerId="ADAL" clId="{BD3960FB-EBF5-42CE-B75A-6C617C5B97E4}" dt="2020-06-22T06:06:19.567" v="2348" actId="20577"/>
          <ac:graphicFrameMkLst>
            <pc:docMk/>
            <pc:sldMk cId="1370454082" sldId="260"/>
            <ac:graphicFrameMk id="4" creationId="{25521D50-F8FD-493F-9094-638700B71582}"/>
          </ac:graphicFrameMkLst>
        </pc:graphicFrameChg>
        <pc:picChg chg="add del mod">
          <ac:chgData name="Sumeet Singh" userId="1524180e-ef14-4c82-9948-525c1bd61650" providerId="ADAL" clId="{BD3960FB-EBF5-42CE-B75A-6C617C5B97E4}" dt="2020-06-22T06:21:52.526" v="3098" actId="478"/>
          <ac:picMkLst>
            <pc:docMk/>
            <pc:sldMk cId="1370454082" sldId="260"/>
            <ac:picMk id="6" creationId="{4ECBC080-69CF-4601-BC6B-C9DFFB32B939}"/>
          </ac:picMkLst>
        </pc:picChg>
        <pc:picChg chg="add mod">
          <ac:chgData name="Sumeet Singh" userId="1524180e-ef14-4c82-9948-525c1bd61650" providerId="ADAL" clId="{BD3960FB-EBF5-42CE-B75A-6C617C5B97E4}" dt="2020-06-22T06:22:06.221" v="3102" actId="14100"/>
          <ac:picMkLst>
            <pc:docMk/>
            <pc:sldMk cId="1370454082" sldId="260"/>
            <ac:picMk id="8" creationId="{37F2102F-08CD-482F-9272-BD013325F141}"/>
          </ac:picMkLst>
        </pc:picChg>
        <pc:picChg chg="add mod">
          <ac:chgData name="Sumeet Singh" userId="1524180e-ef14-4c82-9948-525c1bd61650" providerId="ADAL" clId="{BD3960FB-EBF5-42CE-B75A-6C617C5B97E4}" dt="2020-06-22T06:22:18.890" v="3104" actId="1076"/>
          <ac:picMkLst>
            <pc:docMk/>
            <pc:sldMk cId="1370454082" sldId="260"/>
            <ac:picMk id="9" creationId="{F0A6B48F-1C50-42E2-B13D-D23ECC32115C}"/>
          </ac:picMkLst>
        </pc:picChg>
        <pc:picChg chg="add mod">
          <ac:chgData name="Sumeet Singh" userId="1524180e-ef14-4c82-9948-525c1bd61650" providerId="ADAL" clId="{BD3960FB-EBF5-42CE-B75A-6C617C5B97E4}" dt="2020-06-22T06:22:25.754" v="3106" actId="1076"/>
          <ac:picMkLst>
            <pc:docMk/>
            <pc:sldMk cId="1370454082" sldId="260"/>
            <ac:picMk id="10" creationId="{1A13AC9D-8FC2-4626-A9A9-2AD8AFB4CE63}"/>
          </ac:picMkLst>
        </pc:picChg>
        <pc:picChg chg="add mod">
          <ac:chgData name="Sumeet Singh" userId="1524180e-ef14-4c82-9948-525c1bd61650" providerId="ADAL" clId="{BD3960FB-EBF5-42CE-B75A-6C617C5B97E4}" dt="2020-06-22T06:22:32.459" v="3109" actId="1076"/>
          <ac:picMkLst>
            <pc:docMk/>
            <pc:sldMk cId="1370454082" sldId="260"/>
            <ac:picMk id="11" creationId="{F13CBDA9-6077-48C2-8F49-D167B79E0814}"/>
          </ac:picMkLst>
        </pc:picChg>
        <pc:picChg chg="add mod">
          <ac:chgData name="Sumeet Singh" userId="1524180e-ef14-4c82-9948-525c1bd61650" providerId="ADAL" clId="{BD3960FB-EBF5-42CE-B75A-6C617C5B97E4}" dt="2020-06-22T06:23:01.740" v="3116" actId="1076"/>
          <ac:picMkLst>
            <pc:docMk/>
            <pc:sldMk cId="1370454082" sldId="260"/>
            <ac:picMk id="13" creationId="{3F7DBA8E-A0F5-41BF-890F-ED1233A877E5}"/>
          </ac:picMkLst>
        </pc:picChg>
      </pc:sldChg>
      <pc:sldChg chg="modSp new mod ord">
        <pc:chgData name="Sumeet Singh" userId="1524180e-ef14-4c82-9948-525c1bd61650" providerId="ADAL" clId="{BD3960FB-EBF5-42CE-B75A-6C617C5B97E4}" dt="2020-06-22T07:22:23.052" v="5101" actId="20577"/>
        <pc:sldMkLst>
          <pc:docMk/>
          <pc:sldMk cId="1379811931" sldId="261"/>
        </pc:sldMkLst>
        <pc:spChg chg="mod">
          <ac:chgData name="Sumeet Singh" userId="1524180e-ef14-4c82-9948-525c1bd61650" providerId="ADAL" clId="{BD3960FB-EBF5-42CE-B75A-6C617C5B97E4}" dt="2020-06-22T06:42:42.424" v="3687" actId="20577"/>
          <ac:spMkLst>
            <pc:docMk/>
            <pc:sldMk cId="1379811931" sldId="261"/>
            <ac:spMk id="2" creationId="{88B6703C-D653-43FF-B5FB-1EAD8EB8C1FF}"/>
          </ac:spMkLst>
        </pc:spChg>
        <pc:spChg chg="mod">
          <ac:chgData name="Sumeet Singh" userId="1524180e-ef14-4c82-9948-525c1bd61650" providerId="ADAL" clId="{BD3960FB-EBF5-42CE-B75A-6C617C5B97E4}" dt="2020-06-22T07:22:23.052" v="5101" actId="20577"/>
          <ac:spMkLst>
            <pc:docMk/>
            <pc:sldMk cId="1379811931" sldId="261"/>
            <ac:spMk id="3" creationId="{FB626F0B-650E-4F32-863E-1B75C547147D}"/>
          </ac:spMkLst>
        </pc:spChg>
      </pc:sldChg>
      <pc:sldChg chg="addSp delSp modSp new mod">
        <pc:chgData name="Sumeet Singh" userId="1524180e-ef14-4c82-9948-525c1bd61650" providerId="ADAL" clId="{BD3960FB-EBF5-42CE-B75A-6C617C5B97E4}" dt="2020-06-22T07:36:05.778" v="5973" actId="20577"/>
        <pc:sldMkLst>
          <pc:docMk/>
          <pc:sldMk cId="2037429384" sldId="262"/>
        </pc:sldMkLst>
        <pc:spChg chg="mod">
          <ac:chgData name="Sumeet Singh" userId="1524180e-ef14-4c82-9948-525c1bd61650" providerId="ADAL" clId="{BD3960FB-EBF5-42CE-B75A-6C617C5B97E4}" dt="2020-06-22T06:28:45.044" v="3137" actId="1076"/>
          <ac:spMkLst>
            <pc:docMk/>
            <pc:sldMk cId="2037429384" sldId="262"/>
            <ac:spMk id="2" creationId="{4DFCBECF-E512-4758-8250-74C5B8175875}"/>
          </ac:spMkLst>
        </pc:spChg>
        <pc:spChg chg="del">
          <ac:chgData name="Sumeet Singh" userId="1524180e-ef14-4c82-9948-525c1bd61650" providerId="ADAL" clId="{BD3960FB-EBF5-42CE-B75A-6C617C5B97E4}" dt="2020-06-22T06:25:48.735" v="3117"/>
          <ac:spMkLst>
            <pc:docMk/>
            <pc:sldMk cId="2037429384" sldId="262"/>
            <ac:spMk id="3" creationId="{50D43341-456B-4158-BFD6-341DFDED1273}"/>
          </ac:spMkLst>
        </pc:spChg>
        <pc:spChg chg="add mod">
          <ac:chgData name="Sumeet Singh" userId="1524180e-ef14-4c82-9948-525c1bd61650" providerId="ADAL" clId="{BD3960FB-EBF5-42CE-B75A-6C617C5B97E4}" dt="2020-06-22T07:36:05.778" v="5973" actId="20577"/>
          <ac:spMkLst>
            <pc:docMk/>
            <pc:sldMk cId="2037429384" sldId="262"/>
            <ac:spMk id="9" creationId="{520EDB2B-6E5D-452B-8CF2-0EC2596FB7E6}"/>
          </ac:spMkLst>
        </pc:spChg>
        <pc:picChg chg="add del mod">
          <ac:chgData name="Sumeet Singh" userId="1524180e-ef14-4c82-9948-525c1bd61650" providerId="ADAL" clId="{BD3960FB-EBF5-42CE-B75A-6C617C5B97E4}" dt="2020-06-22T06:28:55.799" v="3138" actId="478"/>
          <ac:picMkLst>
            <pc:docMk/>
            <pc:sldMk cId="2037429384" sldId="262"/>
            <ac:picMk id="5" creationId="{CA722B74-94EA-4A69-AF27-48A5667893AE}"/>
          </ac:picMkLst>
        </pc:picChg>
        <pc:picChg chg="add mod">
          <ac:chgData name="Sumeet Singh" userId="1524180e-ef14-4c82-9948-525c1bd61650" providerId="ADAL" clId="{BD3960FB-EBF5-42CE-B75A-6C617C5B97E4}" dt="2020-06-22T06:55:12.465" v="3740" actId="14100"/>
          <ac:picMkLst>
            <pc:docMk/>
            <pc:sldMk cId="2037429384" sldId="262"/>
            <ac:picMk id="7" creationId="{CBCB172D-1A9C-4921-AEF3-614CAC6458E0}"/>
          </ac:picMkLst>
        </pc:picChg>
        <pc:picChg chg="add mod">
          <ac:chgData name="Sumeet Singh" userId="1524180e-ef14-4c82-9948-525c1bd61650" providerId="ADAL" clId="{BD3960FB-EBF5-42CE-B75A-6C617C5B97E4}" dt="2020-06-22T06:55:15.648" v="3741" actId="1076"/>
          <ac:picMkLst>
            <pc:docMk/>
            <pc:sldMk cId="2037429384" sldId="262"/>
            <ac:picMk id="11" creationId="{1120B006-303D-4211-A243-F1D7079749CF}"/>
          </ac:picMkLst>
        </pc:picChg>
        <pc:picChg chg="add mod">
          <ac:chgData name="Sumeet Singh" userId="1524180e-ef14-4c82-9948-525c1bd61650" providerId="ADAL" clId="{BD3960FB-EBF5-42CE-B75A-6C617C5B97E4}" dt="2020-06-22T07:35:10.715" v="5921" actId="14861"/>
          <ac:picMkLst>
            <pc:docMk/>
            <pc:sldMk cId="2037429384" sldId="262"/>
            <ac:picMk id="12" creationId="{16D48485-2642-4CBA-AE29-9BBC76E1B061}"/>
          </ac:picMkLst>
        </pc:picChg>
      </pc:sldChg>
      <pc:sldChg chg="addSp delSp modSp new mod">
        <pc:chgData name="Sumeet Singh" userId="1524180e-ef14-4c82-9948-525c1bd61650" providerId="ADAL" clId="{BD3960FB-EBF5-42CE-B75A-6C617C5B97E4}" dt="2020-06-22T06:51:06.792" v="3736" actId="1076"/>
        <pc:sldMkLst>
          <pc:docMk/>
          <pc:sldMk cId="1994295543" sldId="263"/>
        </pc:sldMkLst>
        <pc:spChg chg="mod">
          <ac:chgData name="Sumeet Singh" userId="1524180e-ef14-4c82-9948-525c1bd61650" providerId="ADAL" clId="{BD3960FB-EBF5-42CE-B75A-6C617C5B97E4}" dt="2020-06-22T06:39:59.647" v="3561" actId="20577"/>
          <ac:spMkLst>
            <pc:docMk/>
            <pc:sldMk cId="1994295543" sldId="263"/>
            <ac:spMk id="2" creationId="{D27671DB-6D0B-41CD-BCB6-6921823F32CE}"/>
          </ac:spMkLst>
        </pc:spChg>
        <pc:spChg chg="mod">
          <ac:chgData name="Sumeet Singh" userId="1524180e-ef14-4c82-9948-525c1bd61650" providerId="ADAL" clId="{BD3960FB-EBF5-42CE-B75A-6C617C5B97E4}" dt="2020-06-22T06:41:07.302" v="3652" actId="5793"/>
          <ac:spMkLst>
            <pc:docMk/>
            <pc:sldMk cId="1994295543" sldId="263"/>
            <ac:spMk id="3" creationId="{7276B6DB-CB54-4DAA-B58E-1F01FF55642E}"/>
          </ac:spMkLst>
        </pc:spChg>
        <pc:picChg chg="add mod">
          <ac:chgData name="Sumeet Singh" userId="1524180e-ef14-4c82-9948-525c1bd61650" providerId="ADAL" clId="{BD3960FB-EBF5-42CE-B75A-6C617C5B97E4}" dt="2020-06-22T06:50:52.960" v="3731" actId="14100"/>
          <ac:picMkLst>
            <pc:docMk/>
            <pc:sldMk cId="1994295543" sldId="263"/>
            <ac:picMk id="5" creationId="{18533F3E-F619-4AB4-BD73-632EC3D4BBC4}"/>
          </ac:picMkLst>
        </pc:picChg>
        <pc:picChg chg="add del mod">
          <ac:chgData name="Sumeet Singh" userId="1524180e-ef14-4c82-9948-525c1bd61650" providerId="ADAL" clId="{BD3960FB-EBF5-42CE-B75A-6C617C5B97E4}" dt="2020-06-22T06:48:47.227" v="3702" actId="478"/>
          <ac:picMkLst>
            <pc:docMk/>
            <pc:sldMk cId="1994295543" sldId="263"/>
            <ac:picMk id="7" creationId="{AFDEBDE6-31B0-43EF-A913-E9750CF0D0BA}"/>
          </ac:picMkLst>
        </pc:picChg>
        <pc:picChg chg="add mod">
          <ac:chgData name="Sumeet Singh" userId="1524180e-ef14-4c82-9948-525c1bd61650" providerId="ADAL" clId="{BD3960FB-EBF5-42CE-B75A-6C617C5B97E4}" dt="2020-06-22T06:51:04.862" v="3735" actId="1076"/>
          <ac:picMkLst>
            <pc:docMk/>
            <pc:sldMk cId="1994295543" sldId="263"/>
            <ac:picMk id="9" creationId="{59E78B00-DE57-4A70-84B6-1329DF5B386D}"/>
          </ac:picMkLst>
        </pc:picChg>
        <pc:picChg chg="add mod">
          <ac:chgData name="Sumeet Singh" userId="1524180e-ef14-4c82-9948-525c1bd61650" providerId="ADAL" clId="{BD3960FB-EBF5-42CE-B75A-6C617C5B97E4}" dt="2020-06-22T06:51:06.792" v="3736" actId="1076"/>
          <ac:picMkLst>
            <pc:docMk/>
            <pc:sldMk cId="1994295543" sldId="263"/>
            <ac:picMk id="11" creationId="{46B91C27-48A0-4B8B-89ED-D72CBB2D2BD0}"/>
          </ac:picMkLst>
        </pc:picChg>
      </pc:sldChg>
      <pc:sldChg chg="modSp add mod">
        <pc:chgData name="Sumeet Singh" userId="1524180e-ef14-4c82-9948-525c1bd61650" providerId="ADAL" clId="{BD3960FB-EBF5-42CE-B75A-6C617C5B97E4}" dt="2020-06-22T07:24:02.982" v="5103" actId="20577"/>
        <pc:sldMkLst>
          <pc:docMk/>
          <pc:sldMk cId="4057970227" sldId="264"/>
        </pc:sldMkLst>
        <pc:spChg chg="mod">
          <ac:chgData name="Sumeet Singh" userId="1524180e-ef14-4c82-9948-525c1bd61650" providerId="ADAL" clId="{BD3960FB-EBF5-42CE-B75A-6C617C5B97E4}" dt="2020-06-22T06:42:14.001" v="3683" actId="20577"/>
          <ac:spMkLst>
            <pc:docMk/>
            <pc:sldMk cId="4057970227" sldId="264"/>
            <ac:spMk id="2" creationId="{D27671DB-6D0B-41CD-BCB6-6921823F32CE}"/>
          </ac:spMkLst>
        </pc:spChg>
        <pc:spChg chg="mod">
          <ac:chgData name="Sumeet Singh" userId="1524180e-ef14-4c82-9948-525c1bd61650" providerId="ADAL" clId="{BD3960FB-EBF5-42CE-B75A-6C617C5B97E4}" dt="2020-06-22T07:24:02.982" v="5103" actId="20577"/>
          <ac:spMkLst>
            <pc:docMk/>
            <pc:sldMk cId="4057970227" sldId="264"/>
            <ac:spMk id="3" creationId="{7276B6DB-CB54-4DAA-B58E-1F01FF55642E}"/>
          </ac:spMkLst>
        </pc:spChg>
      </pc:sldChg>
      <pc:sldChg chg="modSp new mod">
        <pc:chgData name="Sumeet Singh" userId="1524180e-ef14-4c82-9948-525c1bd61650" providerId="ADAL" clId="{BD3960FB-EBF5-42CE-B75A-6C617C5B97E4}" dt="2020-06-22T07:32:17.525" v="5497" actId="20577"/>
        <pc:sldMkLst>
          <pc:docMk/>
          <pc:sldMk cId="3164796420" sldId="265"/>
        </pc:sldMkLst>
        <pc:spChg chg="mod">
          <ac:chgData name="Sumeet Singh" userId="1524180e-ef14-4c82-9948-525c1bd61650" providerId="ADAL" clId="{BD3960FB-EBF5-42CE-B75A-6C617C5B97E4}" dt="2020-06-22T07:21:28.541" v="5051" actId="20577"/>
          <ac:spMkLst>
            <pc:docMk/>
            <pc:sldMk cId="3164796420" sldId="265"/>
            <ac:spMk id="2" creationId="{172AC50C-A42A-4A08-BB6B-EDFCB3CED910}"/>
          </ac:spMkLst>
        </pc:spChg>
        <pc:spChg chg="mod">
          <ac:chgData name="Sumeet Singh" userId="1524180e-ef14-4c82-9948-525c1bd61650" providerId="ADAL" clId="{BD3960FB-EBF5-42CE-B75A-6C617C5B97E4}" dt="2020-06-22T07:32:17.525" v="5497" actId="20577"/>
          <ac:spMkLst>
            <pc:docMk/>
            <pc:sldMk cId="3164796420" sldId="265"/>
            <ac:spMk id="3" creationId="{F82801A8-3CB8-474E-A020-C091ED3B1E50}"/>
          </ac:spMkLst>
        </pc:spChg>
      </pc:sldChg>
      <pc:sldChg chg="addSp delSp modSp new mod">
        <pc:chgData name="Sumeet Singh" userId="1524180e-ef14-4c82-9948-525c1bd61650" providerId="ADAL" clId="{BD3960FB-EBF5-42CE-B75A-6C617C5B97E4}" dt="2020-06-22T20:23:03.331" v="6352" actId="14100"/>
        <pc:sldMkLst>
          <pc:docMk/>
          <pc:sldMk cId="2057286073" sldId="266"/>
        </pc:sldMkLst>
        <pc:spChg chg="mod">
          <ac:chgData name="Sumeet Singh" userId="1524180e-ef14-4c82-9948-525c1bd61650" providerId="ADAL" clId="{BD3960FB-EBF5-42CE-B75A-6C617C5B97E4}" dt="2020-06-22T07:30:45.715" v="5398" actId="20577"/>
          <ac:spMkLst>
            <pc:docMk/>
            <pc:sldMk cId="2057286073" sldId="266"/>
            <ac:spMk id="2" creationId="{3F4FB419-906B-4BFA-841B-614BA8C343DE}"/>
          </ac:spMkLst>
        </pc:spChg>
        <pc:spChg chg="del">
          <ac:chgData name="Sumeet Singh" userId="1524180e-ef14-4c82-9948-525c1bd61650" providerId="ADAL" clId="{BD3960FB-EBF5-42CE-B75A-6C617C5B97E4}" dt="2020-06-22T20:20:30.560" v="6287"/>
          <ac:spMkLst>
            <pc:docMk/>
            <pc:sldMk cId="2057286073" sldId="266"/>
            <ac:spMk id="3" creationId="{68D87F7C-042F-4D2B-828A-2E68EB098D4D}"/>
          </ac:spMkLst>
        </pc:spChg>
        <pc:spChg chg="add del mod">
          <ac:chgData name="Sumeet Singh" userId="1524180e-ef14-4c82-9948-525c1bd61650" providerId="ADAL" clId="{BD3960FB-EBF5-42CE-B75A-6C617C5B97E4}" dt="2020-06-22T20:21:14.152" v="6292"/>
          <ac:spMkLst>
            <pc:docMk/>
            <pc:sldMk cId="2057286073" sldId="266"/>
            <ac:spMk id="6" creationId="{93B4B0B6-CD9A-47B0-A6FD-D187ED50EE0F}"/>
          </ac:spMkLst>
        </pc:spChg>
        <pc:spChg chg="add mod">
          <ac:chgData name="Sumeet Singh" userId="1524180e-ef14-4c82-9948-525c1bd61650" providerId="ADAL" clId="{BD3960FB-EBF5-42CE-B75A-6C617C5B97E4}" dt="2020-06-22T20:21:39.474" v="6344" actId="5793"/>
          <ac:spMkLst>
            <pc:docMk/>
            <pc:sldMk cId="2057286073" sldId="266"/>
            <ac:spMk id="9" creationId="{FF60CC82-70B4-4407-801E-7776F3779834}"/>
          </ac:spMkLst>
        </pc:spChg>
        <pc:picChg chg="add del mod">
          <ac:chgData name="Sumeet Singh" userId="1524180e-ef14-4c82-9948-525c1bd61650" providerId="ADAL" clId="{BD3960FB-EBF5-42CE-B75A-6C617C5B97E4}" dt="2020-06-22T20:21:11.580" v="6291" actId="21"/>
          <ac:picMkLst>
            <pc:docMk/>
            <pc:sldMk cId="2057286073" sldId="266"/>
            <ac:picMk id="4" creationId="{EA0CC1B7-E2BA-4D34-A0A1-573C4BD5DA39}"/>
          </ac:picMkLst>
        </pc:picChg>
        <pc:picChg chg="add del mod">
          <ac:chgData name="Sumeet Singh" userId="1524180e-ef14-4c82-9948-525c1bd61650" providerId="ADAL" clId="{BD3960FB-EBF5-42CE-B75A-6C617C5B97E4}" dt="2020-06-22T20:21:20.282" v="6293" actId="21"/>
          <ac:picMkLst>
            <pc:docMk/>
            <pc:sldMk cId="2057286073" sldId="266"/>
            <ac:picMk id="7" creationId="{E497608C-E5F6-4E50-8740-63822A482FC8}"/>
          </ac:picMkLst>
        </pc:picChg>
        <pc:picChg chg="add mod">
          <ac:chgData name="Sumeet Singh" userId="1524180e-ef14-4c82-9948-525c1bd61650" providerId="ADAL" clId="{BD3960FB-EBF5-42CE-B75A-6C617C5B97E4}" dt="2020-06-22T20:23:03.331" v="6352" actId="14100"/>
          <ac:picMkLst>
            <pc:docMk/>
            <pc:sldMk cId="2057286073" sldId="266"/>
            <ac:picMk id="10" creationId="{0423D54A-CD6B-4B91-A771-C6BF0BB77395}"/>
          </ac:picMkLst>
        </pc:picChg>
      </pc:sldChg>
      <pc:sldChg chg="addSp delSp modSp new mod">
        <pc:chgData name="Sumeet Singh" userId="1524180e-ef14-4c82-9948-525c1bd61650" providerId="ADAL" clId="{BD3960FB-EBF5-42CE-B75A-6C617C5B97E4}" dt="2020-06-22T23:42:07.812" v="8361" actId="20577"/>
        <pc:sldMkLst>
          <pc:docMk/>
          <pc:sldMk cId="3055789249" sldId="267"/>
        </pc:sldMkLst>
        <pc:spChg chg="mod">
          <ac:chgData name="Sumeet Singh" userId="1524180e-ef14-4c82-9948-525c1bd61650" providerId="ADAL" clId="{BD3960FB-EBF5-42CE-B75A-6C617C5B97E4}" dt="2020-06-22T21:38:43.134" v="6353" actId="1076"/>
          <ac:spMkLst>
            <pc:docMk/>
            <pc:sldMk cId="3055789249" sldId="267"/>
            <ac:spMk id="2" creationId="{1323573E-F4FB-4763-91DB-8BF56647E4C9}"/>
          </ac:spMkLst>
        </pc:spChg>
        <pc:spChg chg="mod">
          <ac:chgData name="Sumeet Singh" userId="1524180e-ef14-4c82-9948-525c1bd61650" providerId="ADAL" clId="{BD3960FB-EBF5-42CE-B75A-6C617C5B97E4}" dt="2020-06-22T23:29:32.712" v="8077" actId="5793"/>
          <ac:spMkLst>
            <pc:docMk/>
            <pc:sldMk cId="3055789249" sldId="267"/>
            <ac:spMk id="3" creationId="{F33F396C-08BC-4846-B38B-E861601DAE82}"/>
          </ac:spMkLst>
        </pc:spChg>
        <pc:graphicFrameChg chg="add del mod modGraphic">
          <ac:chgData name="Sumeet Singh" userId="1524180e-ef14-4c82-9948-525c1bd61650" providerId="ADAL" clId="{BD3960FB-EBF5-42CE-B75A-6C617C5B97E4}" dt="2020-06-22T23:30:53.552" v="8091" actId="478"/>
          <ac:graphicFrameMkLst>
            <pc:docMk/>
            <pc:sldMk cId="3055789249" sldId="267"/>
            <ac:graphicFrameMk id="6" creationId="{5148C183-6015-40C9-ACFE-A79BEB026D12}"/>
          </ac:graphicFrameMkLst>
        </pc:graphicFrameChg>
        <pc:graphicFrameChg chg="add del mod">
          <ac:chgData name="Sumeet Singh" userId="1524180e-ef14-4c82-9948-525c1bd61650" providerId="ADAL" clId="{BD3960FB-EBF5-42CE-B75A-6C617C5B97E4}" dt="2020-06-22T23:31:41.279" v="8095"/>
          <ac:graphicFrameMkLst>
            <pc:docMk/>
            <pc:sldMk cId="3055789249" sldId="267"/>
            <ac:graphicFrameMk id="8" creationId="{C0F5E764-35BF-420F-B558-6235EC5316F1}"/>
          </ac:graphicFrameMkLst>
        </pc:graphicFrameChg>
        <pc:graphicFrameChg chg="add del mod">
          <ac:chgData name="Sumeet Singh" userId="1524180e-ef14-4c82-9948-525c1bd61650" providerId="ADAL" clId="{BD3960FB-EBF5-42CE-B75A-6C617C5B97E4}" dt="2020-06-22T23:32:33.361" v="8099" actId="478"/>
          <ac:graphicFrameMkLst>
            <pc:docMk/>
            <pc:sldMk cId="3055789249" sldId="267"/>
            <ac:graphicFrameMk id="9" creationId="{49DA89A5-3E7A-4604-A421-552232EFC796}"/>
          </ac:graphicFrameMkLst>
        </pc:graphicFrameChg>
        <pc:graphicFrameChg chg="add mod modGraphic">
          <ac:chgData name="Sumeet Singh" userId="1524180e-ef14-4c82-9948-525c1bd61650" providerId="ADAL" clId="{BD3960FB-EBF5-42CE-B75A-6C617C5B97E4}" dt="2020-06-22T23:42:07.812" v="8361" actId="20577"/>
          <ac:graphicFrameMkLst>
            <pc:docMk/>
            <pc:sldMk cId="3055789249" sldId="267"/>
            <ac:graphicFrameMk id="10" creationId="{22AAC5B0-BEAF-4960-B0CE-D28B5713BCDF}"/>
          </ac:graphicFrameMkLst>
        </pc:graphicFrameChg>
        <pc:picChg chg="add del">
          <ac:chgData name="Sumeet Singh" userId="1524180e-ef14-4c82-9948-525c1bd61650" providerId="ADAL" clId="{BD3960FB-EBF5-42CE-B75A-6C617C5B97E4}" dt="2020-06-22T07:41:19.256" v="6073" actId="478"/>
          <ac:picMkLst>
            <pc:docMk/>
            <pc:sldMk cId="3055789249" sldId="267"/>
            <ac:picMk id="4" creationId="{0CCC9046-1FD4-4BFE-8EA1-7AF2E4EB635B}"/>
          </ac:picMkLst>
        </pc:picChg>
        <pc:picChg chg="add mod">
          <ac:chgData name="Sumeet Singh" userId="1524180e-ef14-4c82-9948-525c1bd61650" providerId="ADAL" clId="{BD3960FB-EBF5-42CE-B75A-6C617C5B97E4}" dt="2020-06-22T23:31:10.056" v="8093" actId="1076"/>
          <ac:picMkLst>
            <pc:docMk/>
            <pc:sldMk cId="3055789249" sldId="267"/>
            <ac:picMk id="5" creationId="{B0A706FA-7DC6-4C0E-AD7E-47019A8062F0}"/>
          </ac:picMkLst>
        </pc:picChg>
      </pc:sldChg>
      <pc:sldChg chg="addSp modSp new mod">
        <pc:chgData name="Sumeet Singh" userId="1524180e-ef14-4c82-9948-525c1bd61650" providerId="ADAL" clId="{BD3960FB-EBF5-42CE-B75A-6C617C5B97E4}" dt="2020-06-23T01:42:57.658" v="8923" actId="255"/>
        <pc:sldMkLst>
          <pc:docMk/>
          <pc:sldMk cId="1678610811" sldId="268"/>
        </pc:sldMkLst>
        <pc:spChg chg="mod">
          <ac:chgData name="Sumeet Singh" userId="1524180e-ef14-4c82-9948-525c1bd61650" providerId="ADAL" clId="{BD3960FB-EBF5-42CE-B75A-6C617C5B97E4}" dt="2020-06-22T07:31:36.032" v="5458" actId="20577"/>
          <ac:spMkLst>
            <pc:docMk/>
            <pc:sldMk cId="1678610811" sldId="268"/>
            <ac:spMk id="2" creationId="{D20D533B-BE6A-4B8D-90F3-67BC31D69A34}"/>
          </ac:spMkLst>
        </pc:spChg>
        <pc:spChg chg="mod">
          <ac:chgData name="Sumeet Singh" userId="1524180e-ef14-4c82-9948-525c1bd61650" providerId="ADAL" clId="{BD3960FB-EBF5-42CE-B75A-6C617C5B97E4}" dt="2020-06-22T23:55:34.550" v="8795" actId="5793"/>
          <ac:spMkLst>
            <pc:docMk/>
            <pc:sldMk cId="1678610811" sldId="268"/>
            <ac:spMk id="3" creationId="{7D582FA9-7005-4107-A11F-439DD8B2D390}"/>
          </ac:spMkLst>
        </pc:spChg>
        <pc:graphicFrameChg chg="add mod modGraphic">
          <ac:chgData name="Sumeet Singh" userId="1524180e-ef14-4c82-9948-525c1bd61650" providerId="ADAL" clId="{BD3960FB-EBF5-42CE-B75A-6C617C5B97E4}" dt="2020-06-23T01:42:57.658" v="8923" actId="255"/>
          <ac:graphicFrameMkLst>
            <pc:docMk/>
            <pc:sldMk cId="1678610811" sldId="268"/>
            <ac:graphicFrameMk id="4" creationId="{FFA5137D-915D-4AEE-9433-BAF7CE8B309A}"/>
          </ac:graphicFrameMkLst>
        </pc:graphicFrameChg>
      </pc:sldChg>
      <pc:sldChg chg="modSp new mod">
        <pc:chgData name="Sumeet Singh" userId="1524180e-ef14-4c82-9948-525c1bd61650" providerId="ADAL" clId="{BD3960FB-EBF5-42CE-B75A-6C617C5B97E4}" dt="2020-06-22T07:33:13.555" v="5575" actId="20577"/>
        <pc:sldMkLst>
          <pc:docMk/>
          <pc:sldMk cId="1139778940" sldId="269"/>
        </pc:sldMkLst>
        <pc:spChg chg="mod">
          <ac:chgData name="Sumeet Singh" userId="1524180e-ef14-4c82-9948-525c1bd61650" providerId="ADAL" clId="{BD3960FB-EBF5-42CE-B75A-6C617C5B97E4}" dt="2020-06-22T07:32:52.807" v="5521" actId="20577"/>
          <ac:spMkLst>
            <pc:docMk/>
            <pc:sldMk cId="1139778940" sldId="269"/>
            <ac:spMk id="2" creationId="{8FC64392-76E3-4A8B-ABF0-822A697893FD}"/>
          </ac:spMkLst>
        </pc:spChg>
        <pc:spChg chg="mod">
          <ac:chgData name="Sumeet Singh" userId="1524180e-ef14-4c82-9948-525c1bd61650" providerId="ADAL" clId="{BD3960FB-EBF5-42CE-B75A-6C617C5B97E4}" dt="2020-06-22T07:33:13.555" v="5575" actId="20577"/>
          <ac:spMkLst>
            <pc:docMk/>
            <pc:sldMk cId="1139778940" sldId="269"/>
            <ac:spMk id="3" creationId="{D3D960BE-2D6B-4232-B0A4-5C7A13409879}"/>
          </ac:spMkLst>
        </pc:spChg>
      </pc:sldChg>
      <pc:sldChg chg="modSp new mod">
        <pc:chgData name="Sumeet Singh" userId="1524180e-ef14-4c82-9948-525c1bd61650" providerId="ADAL" clId="{BD3960FB-EBF5-42CE-B75A-6C617C5B97E4}" dt="2020-06-23T00:00:56.658" v="8897" actId="20577"/>
        <pc:sldMkLst>
          <pc:docMk/>
          <pc:sldMk cId="294198597" sldId="277"/>
        </pc:sldMkLst>
        <pc:spChg chg="mod">
          <ac:chgData name="Sumeet Singh" userId="1524180e-ef14-4c82-9948-525c1bd61650" providerId="ADAL" clId="{BD3960FB-EBF5-42CE-B75A-6C617C5B97E4}" dt="2020-06-22T21:49:48.296" v="6924" actId="20577"/>
          <ac:spMkLst>
            <pc:docMk/>
            <pc:sldMk cId="294198597" sldId="277"/>
            <ac:spMk id="2" creationId="{FDE7CA54-613D-4608-B743-B124F6FBE3EB}"/>
          </ac:spMkLst>
        </pc:spChg>
        <pc:spChg chg="mod">
          <ac:chgData name="Sumeet Singh" userId="1524180e-ef14-4c82-9948-525c1bd61650" providerId="ADAL" clId="{BD3960FB-EBF5-42CE-B75A-6C617C5B97E4}" dt="2020-06-23T00:00:56.658" v="8897" actId="20577"/>
          <ac:spMkLst>
            <pc:docMk/>
            <pc:sldMk cId="294198597" sldId="277"/>
            <ac:spMk id="3" creationId="{4FC802EE-266C-4C2F-883F-2868274F41D0}"/>
          </ac:spMkLst>
        </pc:spChg>
      </pc:sldChg>
      <pc:sldChg chg="modSp new del">
        <pc:chgData name="Sumeet Singh" userId="1524180e-ef14-4c82-9948-525c1bd61650" providerId="ADAL" clId="{BD3960FB-EBF5-42CE-B75A-6C617C5B97E4}" dt="2020-06-22T23:41:50.252" v="8312" actId="47"/>
        <pc:sldMkLst>
          <pc:docMk/>
          <pc:sldMk cId="2691934802" sldId="278"/>
        </pc:sldMkLst>
        <pc:spChg chg="mod">
          <ac:chgData name="Sumeet Singh" userId="1524180e-ef14-4c82-9948-525c1bd61650" providerId="ADAL" clId="{BD3960FB-EBF5-42CE-B75A-6C617C5B97E4}" dt="2020-06-22T23:09:56.039" v="7941"/>
          <ac:spMkLst>
            <pc:docMk/>
            <pc:sldMk cId="2691934802" sldId="278"/>
            <ac:spMk id="3" creationId="{38AD7D4A-7E93-4ABA-9C56-F91D9887DC19}"/>
          </ac:spMkLst>
        </pc:spChg>
      </pc:sldChg>
    </pc:docChg>
  </pc:docChgLst>
  <pc:docChgLst>
    <pc:chgData name="Nikhil Komari" userId="ee4f86d3-d7a1-47d5-a712-fe853323f13a" providerId="ADAL" clId="{2EC5476E-500E-4E48-B1C5-CE2CDADB86A5}"/>
    <pc:docChg chg="undo redo custSel addSld delSld modSld">
      <pc:chgData name="Nikhil Komari" userId="ee4f86d3-d7a1-47d5-a712-fe853323f13a" providerId="ADAL" clId="{2EC5476E-500E-4E48-B1C5-CE2CDADB86A5}" dt="2020-07-09T15:41:55.809" v="5479" actId="113"/>
      <pc:docMkLst>
        <pc:docMk/>
      </pc:docMkLst>
      <pc:sldChg chg="modSp">
        <pc:chgData name="Nikhil Komari" userId="ee4f86d3-d7a1-47d5-a712-fe853323f13a" providerId="ADAL" clId="{2EC5476E-500E-4E48-B1C5-CE2CDADB86A5}" dt="2020-06-24T01:37:56.238" v="4927" actId="20577"/>
        <pc:sldMkLst>
          <pc:docMk/>
          <pc:sldMk cId="1851129347" sldId="257"/>
        </pc:sldMkLst>
        <pc:spChg chg="mod">
          <ac:chgData name="Nikhil Komari" userId="ee4f86d3-d7a1-47d5-a712-fe853323f13a" providerId="ADAL" clId="{2EC5476E-500E-4E48-B1C5-CE2CDADB86A5}" dt="2020-06-24T01:37:56.238" v="4927" actId="20577"/>
          <ac:spMkLst>
            <pc:docMk/>
            <pc:sldMk cId="1851129347" sldId="257"/>
            <ac:spMk id="3" creationId="{00000000-0000-0000-0000-000000000000}"/>
          </ac:spMkLst>
        </pc:spChg>
      </pc:sldChg>
      <pc:sldChg chg="modSp">
        <pc:chgData name="Nikhil Komari" userId="ee4f86d3-d7a1-47d5-a712-fe853323f13a" providerId="ADAL" clId="{2EC5476E-500E-4E48-B1C5-CE2CDADB86A5}" dt="2020-06-24T01:57:16.602" v="5014" actId="20577"/>
        <pc:sldMkLst>
          <pc:docMk/>
          <pc:sldMk cId="1370454082" sldId="260"/>
        </pc:sldMkLst>
        <pc:graphicFrameChg chg="modGraphic">
          <ac:chgData name="Nikhil Komari" userId="ee4f86d3-d7a1-47d5-a712-fe853323f13a" providerId="ADAL" clId="{2EC5476E-500E-4E48-B1C5-CE2CDADB86A5}" dt="2020-06-24T01:57:16.602" v="5014" actId="20577"/>
          <ac:graphicFrameMkLst>
            <pc:docMk/>
            <pc:sldMk cId="1370454082" sldId="260"/>
            <ac:graphicFrameMk id="4" creationId="{25521D50-F8FD-493F-9094-638700B71582}"/>
          </ac:graphicFrameMkLst>
        </pc:graphicFrameChg>
      </pc:sldChg>
      <pc:sldChg chg="modSp">
        <pc:chgData name="Nikhil Komari" userId="ee4f86d3-d7a1-47d5-a712-fe853323f13a" providerId="ADAL" clId="{2EC5476E-500E-4E48-B1C5-CE2CDADB86A5}" dt="2020-07-08T20:02:54.557" v="5217" actId="20577"/>
        <pc:sldMkLst>
          <pc:docMk/>
          <pc:sldMk cId="1379811931" sldId="261"/>
        </pc:sldMkLst>
        <pc:spChg chg="mod">
          <ac:chgData name="Nikhil Komari" userId="ee4f86d3-d7a1-47d5-a712-fe853323f13a" providerId="ADAL" clId="{2EC5476E-500E-4E48-B1C5-CE2CDADB86A5}" dt="2020-07-08T20:02:54.557" v="5217" actId="20577"/>
          <ac:spMkLst>
            <pc:docMk/>
            <pc:sldMk cId="1379811931" sldId="261"/>
            <ac:spMk id="3" creationId="{FB626F0B-650E-4F32-863E-1B75C547147D}"/>
          </ac:spMkLst>
        </pc:spChg>
      </pc:sldChg>
      <pc:sldChg chg="modSp">
        <pc:chgData name="Nikhil Komari" userId="ee4f86d3-d7a1-47d5-a712-fe853323f13a" providerId="ADAL" clId="{2EC5476E-500E-4E48-B1C5-CE2CDADB86A5}" dt="2020-06-24T02:00:34.365" v="5034" actId="20577"/>
        <pc:sldMkLst>
          <pc:docMk/>
          <pc:sldMk cId="2037429384" sldId="262"/>
        </pc:sldMkLst>
        <pc:spChg chg="mod">
          <ac:chgData name="Nikhil Komari" userId="ee4f86d3-d7a1-47d5-a712-fe853323f13a" providerId="ADAL" clId="{2EC5476E-500E-4E48-B1C5-CE2CDADB86A5}" dt="2020-06-24T02:00:34.365" v="5034" actId="20577"/>
          <ac:spMkLst>
            <pc:docMk/>
            <pc:sldMk cId="2037429384" sldId="262"/>
            <ac:spMk id="9" creationId="{520EDB2B-6E5D-452B-8CF2-0EC2596FB7E6}"/>
          </ac:spMkLst>
        </pc:spChg>
      </pc:sldChg>
      <pc:sldChg chg="modSp">
        <pc:chgData name="Nikhil Komari" userId="ee4f86d3-d7a1-47d5-a712-fe853323f13a" providerId="ADAL" clId="{2EC5476E-500E-4E48-B1C5-CE2CDADB86A5}" dt="2020-06-24T02:01:04.158" v="5042" actId="20577"/>
        <pc:sldMkLst>
          <pc:docMk/>
          <pc:sldMk cId="1994295543" sldId="263"/>
        </pc:sldMkLst>
        <pc:spChg chg="mod">
          <ac:chgData name="Nikhil Komari" userId="ee4f86d3-d7a1-47d5-a712-fe853323f13a" providerId="ADAL" clId="{2EC5476E-500E-4E48-B1C5-CE2CDADB86A5}" dt="2020-06-24T02:01:04.158" v="5042" actId="20577"/>
          <ac:spMkLst>
            <pc:docMk/>
            <pc:sldMk cId="1994295543" sldId="263"/>
            <ac:spMk id="3" creationId="{7276B6DB-CB54-4DAA-B58E-1F01FF55642E}"/>
          </ac:spMkLst>
        </pc:spChg>
      </pc:sldChg>
      <pc:sldChg chg="modSp">
        <pc:chgData name="Nikhil Komari" userId="ee4f86d3-d7a1-47d5-a712-fe853323f13a" providerId="ADAL" clId="{2EC5476E-500E-4E48-B1C5-CE2CDADB86A5}" dt="2020-07-08T20:14:16.399" v="5440" actId="20577"/>
        <pc:sldMkLst>
          <pc:docMk/>
          <pc:sldMk cId="4057970227" sldId="264"/>
        </pc:sldMkLst>
        <pc:spChg chg="mod">
          <ac:chgData name="Nikhil Komari" userId="ee4f86d3-d7a1-47d5-a712-fe853323f13a" providerId="ADAL" clId="{2EC5476E-500E-4E48-B1C5-CE2CDADB86A5}" dt="2020-07-08T20:14:16.399" v="5440" actId="20577"/>
          <ac:spMkLst>
            <pc:docMk/>
            <pc:sldMk cId="4057970227" sldId="264"/>
            <ac:spMk id="3" creationId="{7276B6DB-CB54-4DAA-B58E-1F01FF55642E}"/>
          </ac:spMkLst>
        </pc:spChg>
      </pc:sldChg>
      <pc:sldChg chg="modSp">
        <pc:chgData name="Nikhil Komari" userId="ee4f86d3-d7a1-47d5-a712-fe853323f13a" providerId="ADAL" clId="{2EC5476E-500E-4E48-B1C5-CE2CDADB86A5}" dt="2020-06-24T01:50:07.028" v="4934" actId="20577"/>
        <pc:sldMkLst>
          <pc:docMk/>
          <pc:sldMk cId="2057286073" sldId="266"/>
        </pc:sldMkLst>
        <pc:spChg chg="mod">
          <ac:chgData name="Nikhil Komari" userId="ee4f86d3-d7a1-47d5-a712-fe853323f13a" providerId="ADAL" clId="{2EC5476E-500E-4E48-B1C5-CE2CDADB86A5}" dt="2020-06-24T01:50:07.028" v="4934" actId="20577"/>
          <ac:spMkLst>
            <pc:docMk/>
            <pc:sldMk cId="2057286073" sldId="266"/>
            <ac:spMk id="9" creationId="{FF60CC82-70B4-4407-801E-7776F3779834}"/>
          </ac:spMkLst>
        </pc:spChg>
      </pc:sldChg>
      <pc:sldChg chg="modSp">
        <pc:chgData name="Nikhil Komari" userId="ee4f86d3-d7a1-47d5-a712-fe853323f13a" providerId="ADAL" clId="{2EC5476E-500E-4E48-B1C5-CE2CDADB86A5}" dt="2020-06-23T01:51:47.153" v="4419" actId="20577"/>
        <pc:sldMkLst>
          <pc:docMk/>
          <pc:sldMk cId="3055789249" sldId="267"/>
        </pc:sldMkLst>
        <pc:spChg chg="mod">
          <ac:chgData name="Nikhil Komari" userId="ee4f86d3-d7a1-47d5-a712-fe853323f13a" providerId="ADAL" clId="{2EC5476E-500E-4E48-B1C5-CE2CDADB86A5}" dt="2020-06-23T01:51:47.153" v="4419" actId="20577"/>
          <ac:spMkLst>
            <pc:docMk/>
            <pc:sldMk cId="3055789249" sldId="267"/>
            <ac:spMk id="3" creationId="{F33F396C-08BC-4846-B38B-E861601DAE82}"/>
          </ac:spMkLst>
        </pc:spChg>
      </pc:sldChg>
      <pc:sldChg chg="modSp">
        <pc:chgData name="Nikhil Komari" userId="ee4f86d3-d7a1-47d5-a712-fe853323f13a" providerId="ADAL" clId="{2EC5476E-500E-4E48-B1C5-CE2CDADB86A5}" dt="2020-06-22T21:03:29.282" v="2407" actId="20577"/>
        <pc:sldMkLst>
          <pc:docMk/>
          <pc:sldMk cId="1139778940" sldId="269"/>
        </pc:sldMkLst>
        <pc:spChg chg="mod">
          <ac:chgData name="Nikhil Komari" userId="ee4f86d3-d7a1-47d5-a712-fe853323f13a" providerId="ADAL" clId="{2EC5476E-500E-4E48-B1C5-CE2CDADB86A5}" dt="2020-06-22T21:03:29.282" v="2407" actId="20577"/>
          <ac:spMkLst>
            <pc:docMk/>
            <pc:sldMk cId="1139778940" sldId="269"/>
            <ac:spMk id="3" creationId="{D3D960BE-2D6B-4232-B0A4-5C7A13409879}"/>
          </ac:spMkLst>
        </pc:spChg>
      </pc:sldChg>
      <pc:sldChg chg="modSp add del">
        <pc:chgData name="Nikhil Komari" userId="ee4f86d3-d7a1-47d5-a712-fe853323f13a" providerId="ADAL" clId="{2EC5476E-500E-4E48-B1C5-CE2CDADB86A5}" dt="2020-06-24T00:10:45.614" v="4773" actId="2696"/>
        <pc:sldMkLst>
          <pc:docMk/>
          <pc:sldMk cId="3178001947" sldId="270"/>
        </pc:sldMkLst>
        <pc:spChg chg="mod">
          <ac:chgData name="Nikhil Komari" userId="ee4f86d3-d7a1-47d5-a712-fe853323f13a" providerId="ADAL" clId="{2EC5476E-500E-4E48-B1C5-CE2CDADB86A5}" dt="2020-06-22T16:59:37.651" v="604" actId="20577"/>
          <ac:spMkLst>
            <pc:docMk/>
            <pc:sldMk cId="3178001947" sldId="270"/>
            <ac:spMk id="2" creationId="{0F626A45-6F0F-47D4-9BBC-43216FFE6E59}"/>
          </ac:spMkLst>
        </pc:spChg>
        <pc:spChg chg="mod">
          <ac:chgData name="Nikhil Komari" userId="ee4f86d3-d7a1-47d5-a712-fe853323f13a" providerId="ADAL" clId="{2EC5476E-500E-4E48-B1C5-CE2CDADB86A5}" dt="2020-06-22T17:08:01.963" v="903" actId="20577"/>
          <ac:spMkLst>
            <pc:docMk/>
            <pc:sldMk cId="3178001947" sldId="270"/>
            <ac:spMk id="3" creationId="{13C3E284-41AF-4FDD-BE70-E8B1656993AB}"/>
          </ac:spMkLst>
        </pc:spChg>
      </pc:sldChg>
      <pc:sldChg chg="addSp delSp modSp add del">
        <pc:chgData name="Nikhil Komari" userId="ee4f86d3-d7a1-47d5-a712-fe853323f13a" providerId="ADAL" clId="{2EC5476E-500E-4E48-B1C5-CE2CDADB86A5}" dt="2020-07-04T20:43:43.118" v="5045"/>
        <pc:sldMkLst>
          <pc:docMk/>
          <pc:sldMk cId="3962419122" sldId="271"/>
        </pc:sldMkLst>
        <pc:spChg chg="mod">
          <ac:chgData name="Nikhil Komari" userId="ee4f86d3-d7a1-47d5-a712-fe853323f13a" providerId="ADAL" clId="{2EC5476E-500E-4E48-B1C5-CE2CDADB86A5}" dt="2020-06-22T17:16:56.579" v="946" actId="20577"/>
          <ac:spMkLst>
            <pc:docMk/>
            <pc:sldMk cId="3962419122" sldId="271"/>
            <ac:spMk id="2" creationId="{9C37F746-8C7A-4E7E-8237-7CDABDD286A1}"/>
          </ac:spMkLst>
        </pc:spChg>
        <pc:spChg chg="del mod">
          <ac:chgData name="Nikhil Komari" userId="ee4f86d3-d7a1-47d5-a712-fe853323f13a" providerId="ADAL" clId="{2EC5476E-500E-4E48-B1C5-CE2CDADB86A5}" dt="2020-06-22T17:17:08.959" v="948"/>
          <ac:spMkLst>
            <pc:docMk/>
            <pc:sldMk cId="3962419122" sldId="271"/>
            <ac:spMk id="3" creationId="{8AFEF641-1522-403D-95CA-44D0874130F1}"/>
          </ac:spMkLst>
        </pc:spChg>
        <pc:spChg chg="add del mod">
          <ac:chgData name="Nikhil Komari" userId="ee4f86d3-d7a1-47d5-a712-fe853323f13a" providerId="ADAL" clId="{2EC5476E-500E-4E48-B1C5-CE2CDADB86A5}" dt="2020-06-22T17:21:48.939" v="953"/>
          <ac:spMkLst>
            <pc:docMk/>
            <pc:sldMk cId="3962419122" sldId="271"/>
            <ac:spMk id="7" creationId="{956CDC2B-0D20-4230-A241-678BFD95146A}"/>
          </ac:spMkLst>
        </pc:spChg>
        <pc:picChg chg="add del mod">
          <ac:chgData name="Nikhil Komari" userId="ee4f86d3-d7a1-47d5-a712-fe853323f13a" providerId="ADAL" clId="{2EC5476E-500E-4E48-B1C5-CE2CDADB86A5}" dt="2020-06-22T17:17:21.834" v="952" actId="478"/>
          <ac:picMkLst>
            <pc:docMk/>
            <pc:sldMk cId="3962419122" sldId="271"/>
            <ac:picMk id="5" creationId="{1DB385A5-93A3-4104-A861-B42FC4F64F48}"/>
          </ac:picMkLst>
        </pc:picChg>
        <pc:picChg chg="add mod">
          <ac:chgData name="Nikhil Komari" userId="ee4f86d3-d7a1-47d5-a712-fe853323f13a" providerId="ADAL" clId="{2EC5476E-500E-4E48-B1C5-CE2CDADB86A5}" dt="2020-06-22T17:21:57.673" v="958" actId="14100"/>
          <ac:picMkLst>
            <pc:docMk/>
            <pc:sldMk cId="3962419122" sldId="271"/>
            <ac:picMk id="9" creationId="{84DEC651-667D-401E-8AA5-4170AA514674}"/>
          </ac:picMkLst>
        </pc:picChg>
        <pc:picChg chg="add mod">
          <ac:chgData name="Nikhil Komari" userId="ee4f86d3-d7a1-47d5-a712-fe853323f13a" providerId="ADAL" clId="{2EC5476E-500E-4E48-B1C5-CE2CDADB86A5}" dt="2020-06-22T17:23:22.364" v="966" actId="14100"/>
          <ac:picMkLst>
            <pc:docMk/>
            <pc:sldMk cId="3962419122" sldId="271"/>
            <ac:picMk id="11" creationId="{62FE3EE2-CDB4-4591-9612-DABFFFD27ACC}"/>
          </ac:picMkLst>
        </pc:picChg>
        <pc:picChg chg="add mod">
          <ac:chgData name="Nikhil Komari" userId="ee4f86d3-d7a1-47d5-a712-fe853323f13a" providerId="ADAL" clId="{2EC5476E-500E-4E48-B1C5-CE2CDADB86A5}" dt="2020-06-22T17:24:16.609" v="974" actId="14100"/>
          <ac:picMkLst>
            <pc:docMk/>
            <pc:sldMk cId="3962419122" sldId="271"/>
            <ac:picMk id="13" creationId="{FCA93A5B-CCE8-45B8-BA48-BB403614053D}"/>
          </ac:picMkLst>
        </pc:picChg>
      </pc:sldChg>
      <pc:sldChg chg="modSp add del">
        <pc:chgData name="Nikhil Komari" userId="ee4f86d3-d7a1-47d5-a712-fe853323f13a" providerId="ADAL" clId="{2EC5476E-500E-4E48-B1C5-CE2CDADB86A5}" dt="2020-07-04T21:23:03.496" v="5048"/>
        <pc:sldMkLst>
          <pc:docMk/>
          <pc:sldMk cId="1491708734" sldId="272"/>
        </pc:sldMkLst>
        <pc:spChg chg="mod">
          <ac:chgData name="Nikhil Komari" userId="ee4f86d3-d7a1-47d5-a712-fe853323f13a" providerId="ADAL" clId="{2EC5476E-500E-4E48-B1C5-CE2CDADB86A5}" dt="2020-06-22T17:26:04.117" v="1011" actId="20577"/>
          <ac:spMkLst>
            <pc:docMk/>
            <pc:sldMk cId="1491708734" sldId="272"/>
            <ac:spMk id="2" creationId="{6092B6B2-476B-4D74-871E-6146D707BFF1}"/>
          </ac:spMkLst>
        </pc:spChg>
        <pc:spChg chg="mod">
          <ac:chgData name="Nikhil Komari" userId="ee4f86d3-d7a1-47d5-a712-fe853323f13a" providerId="ADAL" clId="{2EC5476E-500E-4E48-B1C5-CE2CDADB86A5}" dt="2020-06-22T17:46:14.374" v="1546" actId="20577"/>
          <ac:spMkLst>
            <pc:docMk/>
            <pc:sldMk cId="1491708734" sldId="272"/>
            <ac:spMk id="3" creationId="{F3F93091-9604-4C42-A0F5-3449E8B79B51}"/>
          </ac:spMkLst>
        </pc:spChg>
      </pc:sldChg>
      <pc:sldChg chg="addSp delSp modSp add del">
        <pc:chgData name="Nikhil Komari" userId="ee4f86d3-d7a1-47d5-a712-fe853323f13a" providerId="ADAL" clId="{2EC5476E-500E-4E48-B1C5-CE2CDADB86A5}" dt="2020-06-22T18:15:22.250" v="1742" actId="2696"/>
        <pc:sldMkLst>
          <pc:docMk/>
          <pc:sldMk cId="3853267700" sldId="273"/>
        </pc:sldMkLst>
        <pc:spChg chg="mod">
          <ac:chgData name="Nikhil Komari" userId="ee4f86d3-d7a1-47d5-a712-fe853323f13a" providerId="ADAL" clId="{2EC5476E-500E-4E48-B1C5-CE2CDADB86A5}" dt="2020-06-22T18:08:39.757" v="1585" actId="27636"/>
          <ac:spMkLst>
            <pc:docMk/>
            <pc:sldMk cId="3853267700" sldId="273"/>
            <ac:spMk id="2" creationId="{A4517754-D7A1-4BD2-8723-C3D342A81142}"/>
          </ac:spMkLst>
        </pc:spChg>
        <pc:spChg chg="del">
          <ac:chgData name="Nikhil Komari" userId="ee4f86d3-d7a1-47d5-a712-fe853323f13a" providerId="ADAL" clId="{2EC5476E-500E-4E48-B1C5-CE2CDADB86A5}" dt="2020-06-22T18:01:30.485" v="1548"/>
          <ac:spMkLst>
            <pc:docMk/>
            <pc:sldMk cId="3853267700" sldId="273"/>
            <ac:spMk id="3" creationId="{BA787922-37D7-44B3-9848-EADC7874237F}"/>
          </ac:spMkLst>
        </pc:spChg>
        <pc:spChg chg="add mod">
          <ac:chgData name="Nikhil Komari" userId="ee4f86d3-d7a1-47d5-a712-fe853323f13a" providerId="ADAL" clId="{2EC5476E-500E-4E48-B1C5-CE2CDADB86A5}" dt="2020-06-22T18:11:02.465" v="1718" actId="20577"/>
          <ac:spMkLst>
            <pc:docMk/>
            <pc:sldMk cId="3853267700" sldId="273"/>
            <ac:spMk id="8" creationId="{8CFABAF9-6D20-4FCE-A352-40F4D3E015B4}"/>
          </ac:spMkLst>
        </pc:spChg>
        <pc:picChg chg="add mod">
          <ac:chgData name="Nikhil Komari" userId="ee4f86d3-d7a1-47d5-a712-fe853323f13a" providerId="ADAL" clId="{2EC5476E-500E-4E48-B1C5-CE2CDADB86A5}" dt="2020-06-22T18:08:22.698" v="1581" actId="1076"/>
          <ac:picMkLst>
            <pc:docMk/>
            <pc:sldMk cId="3853267700" sldId="273"/>
            <ac:picMk id="4" creationId="{0049C188-36A9-4DA5-95FF-132C7910E599}"/>
          </ac:picMkLst>
        </pc:picChg>
        <pc:picChg chg="add del mod">
          <ac:chgData name="Nikhil Komari" userId="ee4f86d3-d7a1-47d5-a712-fe853323f13a" providerId="ADAL" clId="{2EC5476E-500E-4E48-B1C5-CE2CDADB86A5}" dt="2020-06-22T18:04:55.278" v="1559" actId="478"/>
          <ac:picMkLst>
            <pc:docMk/>
            <pc:sldMk cId="3853267700" sldId="273"/>
            <ac:picMk id="5" creationId="{AAEF817C-5D1D-448D-A846-0D8DDB6D9A91}"/>
          </ac:picMkLst>
        </pc:picChg>
        <pc:picChg chg="add mod">
          <ac:chgData name="Nikhil Komari" userId="ee4f86d3-d7a1-47d5-a712-fe853323f13a" providerId="ADAL" clId="{2EC5476E-500E-4E48-B1C5-CE2CDADB86A5}" dt="2020-06-22T18:08:30.468" v="1583" actId="1076"/>
          <ac:picMkLst>
            <pc:docMk/>
            <pc:sldMk cId="3853267700" sldId="273"/>
            <ac:picMk id="6" creationId="{D87547E4-9359-4501-96C8-B84441BD7A48}"/>
          </ac:picMkLst>
        </pc:picChg>
        <pc:picChg chg="add mod">
          <ac:chgData name="Nikhil Komari" userId="ee4f86d3-d7a1-47d5-a712-fe853323f13a" providerId="ADAL" clId="{2EC5476E-500E-4E48-B1C5-CE2CDADB86A5}" dt="2020-06-22T18:08:27.089" v="1582" actId="1076"/>
          <ac:picMkLst>
            <pc:docMk/>
            <pc:sldMk cId="3853267700" sldId="273"/>
            <ac:picMk id="7" creationId="{FFD6DDDB-DDFE-4BF3-B5E1-39349FA7A480}"/>
          </ac:picMkLst>
        </pc:picChg>
      </pc:sldChg>
      <pc:sldChg chg="addSp modSp add del">
        <pc:chgData name="Nikhil Komari" userId="ee4f86d3-d7a1-47d5-a712-fe853323f13a" providerId="ADAL" clId="{2EC5476E-500E-4E48-B1C5-CE2CDADB86A5}" dt="2020-07-04T20:46:12.439" v="5047" actId="2696"/>
        <pc:sldMkLst>
          <pc:docMk/>
          <pc:sldMk cId="373809391" sldId="274"/>
        </pc:sldMkLst>
        <pc:spChg chg="mod">
          <ac:chgData name="Nikhil Komari" userId="ee4f86d3-d7a1-47d5-a712-fe853323f13a" providerId="ADAL" clId="{2EC5476E-500E-4E48-B1C5-CE2CDADB86A5}" dt="2020-06-22T18:12:42.599" v="1720"/>
          <ac:spMkLst>
            <pc:docMk/>
            <pc:sldMk cId="373809391" sldId="274"/>
            <ac:spMk id="2" creationId="{F6683D9A-6754-4407-B53B-55DDA3BCAF8D}"/>
          </ac:spMkLst>
        </pc:spChg>
        <pc:spChg chg="mod">
          <ac:chgData name="Nikhil Komari" userId="ee4f86d3-d7a1-47d5-a712-fe853323f13a" providerId="ADAL" clId="{2EC5476E-500E-4E48-B1C5-CE2CDADB86A5}" dt="2020-06-22T18:12:49.690" v="1721"/>
          <ac:spMkLst>
            <pc:docMk/>
            <pc:sldMk cId="373809391" sldId="274"/>
            <ac:spMk id="3" creationId="{53C39654-42B2-4015-86EE-299441C97CB1}"/>
          </ac:spMkLst>
        </pc:spChg>
        <pc:picChg chg="add mod">
          <ac:chgData name="Nikhil Komari" userId="ee4f86d3-d7a1-47d5-a712-fe853323f13a" providerId="ADAL" clId="{2EC5476E-500E-4E48-B1C5-CE2CDADB86A5}" dt="2020-06-22T18:13:04.349" v="1723" actId="14100"/>
          <ac:picMkLst>
            <pc:docMk/>
            <pc:sldMk cId="373809391" sldId="274"/>
            <ac:picMk id="4" creationId="{4BBBE735-4087-498F-9F09-4C6A1744A310}"/>
          </ac:picMkLst>
        </pc:picChg>
        <pc:picChg chg="add mod">
          <ac:chgData name="Nikhil Komari" userId="ee4f86d3-d7a1-47d5-a712-fe853323f13a" providerId="ADAL" clId="{2EC5476E-500E-4E48-B1C5-CE2CDADB86A5}" dt="2020-06-22T18:14:12.089" v="1734" actId="14100"/>
          <ac:picMkLst>
            <pc:docMk/>
            <pc:sldMk cId="373809391" sldId="274"/>
            <ac:picMk id="5" creationId="{214ADD75-8410-409B-B562-0D827031F604}"/>
          </ac:picMkLst>
        </pc:picChg>
        <pc:picChg chg="add mod">
          <ac:chgData name="Nikhil Komari" userId="ee4f86d3-d7a1-47d5-a712-fe853323f13a" providerId="ADAL" clId="{2EC5476E-500E-4E48-B1C5-CE2CDADB86A5}" dt="2020-06-22T18:14:59.075" v="1741" actId="14100"/>
          <ac:picMkLst>
            <pc:docMk/>
            <pc:sldMk cId="373809391" sldId="274"/>
            <ac:picMk id="6" creationId="{9E275AB8-8F69-48D8-B0E0-281F1F2EC9C1}"/>
          </ac:picMkLst>
        </pc:picChg>
      </pc:sldChg>
      <pc:sldChg chg="addSp modSp add">
        <pc:chgData name="Nikhil Komari" userId="ee4f86d3-d7a1-47d5-a712-fe853323f13a" providerId="ADAL" clId="{2EC5476E-500E-4E48-B1C5-CE2CDADB86A5}" dt="2020-07-08T20:26:11.276" v="5445" actId="1035"/>
        <pc:sldMkLst>
          <pc:docMk/>
          <pc:sldMk cId="4011772452" sldId="275"/>
        </pc:sldMkLst>
        <pc:spChg chg="mod">
          <ac:chgData name="Nikhil Komari" userId="ee4f86d3-d7a1-47d5-a712-fe853323f13a" providerId="ADAL" clId="{2EC5476E-500E-4E48-B1C5-CE2CDADB86A5}" dt="2020-06-22T20:53:20.632" v="2380" actId="20577"/>
          <ac:spMkLst>
            <pc:docMk/>
            <pc:sldMk cId="4011772452" sldId="275"/>
            <ac:spMk id="2" creationId="{B49B76AE-F71D-4FA7-8C26-E570162C10D8}"/>
          </ac:spMkLst>
        </pc:spChg>
        <pc:spChg chg="mod">
          <ac:chgData name="Nikhil Komari" userId="ee4f86d3-d7a1-47d5-a712-fe853323f13a" providerId="ADAL" clId="{2EC5476E-500E-4E48-B1C5-CE2CDADB86A5}" dt="2020-06-22T21:26:32.982" v="2846" actId="20577"/>
          <ac:spMkLst>
            <pc:docMk/>
            <pc:sldMk cId="4011772452" sldId="275"/>
            <ac:spMk id="3" creationId="{50E36AC4-D1C9-441F-8D69-01DD47BE4A09}"/>
          </ac:spMkLst>
        </pc:spChg>
        <pc:picChg chg="add mod">
          <ac:chgData name="Nikhil Komari" userId="ee4f86d3-d7a1-47d5-a712-fe853323f13a" providerId="ADAL" clId="{2EC5476E-500E-4E48-B1C5-CE2CDADB86A5}" dt="2020-07-08T20:26:11.276" v="5445" actId="1035"/>
          <ac:picMkLst>
            <pc:docMk/>
            <pc:sldMk cId="4011772452" sldId="275"/>
            <ac:picMk id="4" creationId="{C33930FF-D28D-49F3-A440-93E70846C34A}"/>
          </ac:picMkLst>
        </pc:picChg>
      </pc:sldChg>
      <pc:sldChg chg="modSp add">
        <pc:chgData name="Nikhil Komari" userId="ee4f86d3-d7a1-47d5-a712-fe853323f13a" providerId="ADAL" clId="{2EC5476E-500E-4E48-B1C5-CE2CDADB86A5}" dt="2020-07-08T20:23:43.740" v="5443" actId="1036"/>
        <pc:sldMkLst>
          <pc:docMk/>
          <pc:sldMk cId="2133715348" sldId="276"/>
        </pc:sldMkLst>
        <pc:spChg chg="mod">
          <ac:chgData name="Nikhil Komari" userId="ee4f86d3-d7a1-47d5-a712-fe853323f13a" providerId="ADAL" clId="{2EC5476E-500E-4E48-B1C5-CE2CDADB86A5}" dt="2020-06-22T21:29:11.424" v="2880" actId="20577"/>
          <ac:spMkLst>
            <pc:docMk/>
            <pc:sldMk cId="2133715348" sldId="276"/>
            <ac:spMk id="2" creationId="{CABFB8BD-D49B-4533-B1F5-45854910128B}"/>
          </ac:spMkLst>
        </pc:spChg>
        <pc:spChg chg="mod">
          <ac:chgData name="Nikhil Komari" userId="ee4f86d3-d7a1-47d5-a712-fe853323f13a" providerId="ADAL" clId="{2EC5476E-500E-4E48-B1C5-CE2CDADB86A5}" dt="2020-07-08T20:23:06.842" v="5442" actId="20577"/>
          <ac:spMkLst>
            <pc:docMk/>
            <pc:sldMk cId="2133715348" sldId="276"/>
            <ac:spMk id="3" creationId="{0715DA95-5A85-4365-8A33-A465F814F9FB}"/>
          </ac:spMkLst>
        </pc:spChg>
        <pc:graphicFrameChg chg="mod">
          <ac:chgData name="Nikhil Komari" userId="ee4f86d3-d7a1-47d5-a712-fe853323f13a" providerId="ADAL" clId="{2EC5476E-500E-4E48-B1C5-CE2CDADB86A5}" dt="2020-07-08T20:23:43.740" v="5443" actId="1036"/>
          <ac:graphicFrameMkLst>
            <pc:docMk/>
            <pc:sldMk cId="2133715348" sldId="276"/>
            <ac:graphicFrameMk id="4" creationId="{20BDAD40-411C-4A05-A888-0522FE33158D}"/>
          </ac:graphicFrameMkLst>
        </pc:graphicFrameChg>
      </pc:sldChg>
      <pc:sldChg chg="modSp">
        <pc:chgData name="Nikhil Komari" userId="ee4f86d3-d7a1-47d5-a712-fe853323f13a" providerId="ADAL" clId="{2EC5476E-500E-4E48-B1C5-CE2CDADB86A5}" dt="2020-06-24T02:02:16.171" v="5044" actId="20577"/>
        <pc:sldMkLst>
          <pc:docMk/>
          <pc:sldMk cId="294198597" sldId="277"/>
        </pc:sldMkLst>
        <pc:spChg chg="mod">
          <ac:chgData name="Nikhil Komari" userId="ee4f86d3-d7a1-47d5-a712-fe853323f13a" providerId="ADAL" clId="{2EC5476E-500E-4E48-B1C5-CE2CDADB86A5}" dt="2020-06-24T02:02:16.171" v="5044" actId="20577"/>
          <ac:spMkLst>
            <pc:docMk/>
            <pc:sldMk cId="294198597" sldId="277"/>
            <ac:spMk id="2" creationId="{FDE7CA54-613D-4608-B743-B124F6FBE3EB}"/>
          </ac:spMkLst>
        </pc:spChg>
        <pc:spChg chg="mod">
          <ac:chgData name="Nikhil Komari" userId="ee4f86d3-d7a1-47d5-a712-fe853323f13a" providerId="ADAL" clId="{2EC5476E-500E-4E48-B1C5-CE2CDADB86A5}" dt="2020-06-23T01:51:13.940" v="4415" actId="20577"/>
          <ac:spMkLst>
            <pc:docMk/>
            <pc:sldMk cId="294198597" sldId="277"/>
            <ac:spMk id="3" creationId="{4FC802EE-266C-4C2F-883F-2868274F41D0}"/>
          </ac:spMkLst>
        </pc:spChg>
      </pc:sldChg>
      <pc:sldChg chg="addSp modSp add">
        <pc:chgData name="Nikhil Komari" userId="ee4f86d3-d7a1-47d5-a712-fe853323f13a" providerId="ADAL" clId="{2EC5476E-500E-4E48-B1C5-CE2CDADB86A5}" dt="2020-06-23T01:07:04.990" v="4352" actId="1076"/>
        <pc:sldMkLst>
          <pc:docMk/>
          <pc:sldMk cId="984787425" sldId="278"/>
        </pc:sldMkLst>
        <pc:spChg chg="mod">
          <ac:chgData name="Nikhil Komari" userId="ee4f86d3-d7a1-47d5-a712-fe853323f13a" providerId="ADAL" clId="{2EC5476E-500E-4E48-B1C5-CE2CDADB86A5}" dt="2020-06-23T00:03:37.388" v="3500"/>
          <ac:spMkLst>
            <pc:docMk/>
            <pc:sldMk cId="984787425" sldId="278"/>
            <ac:spMk id="2" creationId="{3A239E7A-EE3E-427D-83BC-3A220267FD26}"/>
          </ac:spMkLst>
        </pc:spChg>
        <pc:spChg chg="mod">
          <ac:chgData name="Nikhil Komari" userId="ee4f86d3-d7a1-47d5-a712-fe853323f13a" providerId="ADAL" clId="{2EC5476E-500E-4E48-B1C5-CE2CDADB86A5}" dt="2020-06-23T01:06:56.544" v="4351" actId="20577"/>
          <ac:spMkLst>
            <pc:docMk/>
            <pc:sldMk cId="984787425" sldId="278"/>
            <ac:spMk id="3" creationId="{6EF6C893-59CF-46C3-B58F-B018A907E32E}"/>
          </ac:spMkLst>
        </pc:spChg>
        <pc:graphicFrameChg chg="add mod modGraphic">
          <ac:chgData name="Nikhil Komari" userId="ee4f86d3-d7a1-47d5-a712-fe853323f13a" providerId="ADAL" clId="{2EC5476E-500E-4E48-B1C5-CE2CDADB86A5}" dt="2020-06-23T01:07:04.990" v="4352" actId="1076"/>
          <ac:graphicFrameMkLst>
            <pc:docMk/>
            <pc:sldMk cId="984787425" sldId="278"/>
            <ac:graphicFrameMk id="4" creationId="{5B1CB426-C2FD-4B1F-BC49-AEF2252306D9}"/>
          </ac:graphicFrameMkLst>
        </pc:graphicFrameChg>
      </pc:sldChg>
      <pc:sldChg chg="addSp modSp add">
        <pc:chgData name="Nikhil Komari" userId="ee4f86d3-d7a1-47d5-a712-fe853323f13a" providerId="ADAL" clId="{2EC5476E-500E-4E48-B1C5-CE2CDADB86A5}" dt="2020-06-24T00:14:34.032" v="4782" actId="14100"/>
        <pc:sldMkLst>
          <pc:docMk/>
          <pc:sldMk cId="379640074" sldId="279"/>
        </pc:sldMkLst>
        <pc:spChg chg="mod">
          <ac:chgData name="Nikhil Komari" userId="ee4f86d3-d7a1-47d5-a712-fe853323f13a" providerId="ADAL" clId="{2EC5476E-500E-4E48-B1C5-CE2CDADB86A5}" dt="2020-06-23T01:16:13.297" v="4393"/>
          <ac:spMkLst>
            <pc:docMk/>
            <pc:sldMk cId="379640074" sldId="279"/>
            <ac:spMk id="2" creationId="{E567D9C8-2BE3-4D74-9908-5BBF9F47387A}"/>
          </ac:spMkLst>
        </pc:spChg>
        <pc:spChg chg="mod">
          <ac:chgData name="Nikhil Komari" userId="ee4f86d3-d7a1-47d5-a712-fe853323f13a" providerId="ADAL" clId="{2EC5476E-500E-4E48-B1C5-CE2CDADB86A5}" dt="2020-06-24T00:14:21.452" v="4780" actId="20577"/>
          <ac:spMkLst>
            <pc:docMk/>
            <pc:sldMk cId="379640074" sldId="279"/>
            <ac:spMk id="3" creationId="{DA8C89B9-96FF-4108-AC46-4C39C8BC6B4D}"/>
          </ac:spMkLst>
        </pc:spChg>
        <pc:graphicFrameChg chg="add mod modGraphic">
          <ac:chgData name="Nikhil Komari" userId="ee4f86d3-d7a1-47d5-a712-fe853323f13a" providerId="ADAL" clId="{2EC5476E-500E-4E48-B1C5-CE2CDADB86A5}" dt="2020-06-24T00:14:34.032" v="4782" actId="14100"/>
          <ac:graphicFrameMkLst>
            <pc:docMk/>
            <pc:sldMk cId="379640074" sldId="279"/>
            <ac:graphicFrameMk id="4" creationId="{1A87325C-9069-4908-85EE-8AC8BED424F1}"/>
          </ac:graphicFrameMkLst>
        </pc:graphicFrameChg>
      </pc:sldChg>
      <pc:sldChg chg="modSp">
        <pc:chgData name="Nikhil Komari" userId="ee4f86d3-d7a1-47d5-a712-fe853323f13a" providerId="ADAL" clId="{2EC5476E-500E-4E48-B1C5-CE2CDADB86A5}" dt="2020-06-24T01:53:19.888" v="4952" actId="20577"/>
        <pc:sldMkLst>
          <pc:docMk/>
          <pc:sldMk cId="2608450327" sldId="280"/>
        </pc:sldMkLst>
        <pc:spChg chg="mod">
          <ac:chgData name="Nikhil Komari" userId="ee4f86d3-d7a1-47d5-a712-fe853323f13a" providerId="ADAL" clId="{2EC5476E-500E-4E48-B1C5-CE2CDADB86A5}" dt="2020-06-24T01:53:19.888" v="4952" actId="20577"/>
          <ac:spMkLst>
            <pc:docMk/>
            <pc:sldMk cId="2608450327" sldId="280"/>
            <ac:spMk id="3" creationId="{8255E6FD-E57B-443E-9941-A262BFE50D59}"/>
          </ac:spMkLst>
        </pc:spChg>
      </pc:sldChg>
      <pc:sldChg chg="modSp">
        <pc:chgData name="Nikhil Komari" userId="ee4f86d3-d7a1-47d5-a712-fe853323f13a" providerId="ADAL" clId="{2EC5476E-500E-4E48-B1C5-CE2CDADB86A5}" dt="2020-06-24T01:49:39.432" v="4933" actId="20577"/>
        <pc:sldMkLst>
          <pc:docMk/>
          <pc:sldMk cId="3825776747" sldId="283"/>
        </pc:sldMkLst>
        <pc:spChg chg="mod">
          <ac:chgData name="Nikhil Komari" userId="ee4f86d3-d7a1-47d5-a712-fe853323f13a" providerId="ADAL" clId="{2EC5476E-500E-4E48-B1C5-CE2CDADB86A5}" dt="2020-06-24T01:49:39.432" v="4933" actId="20577"/>
          <ac:spMkLst>
            <pc:docMk/>
            <pc:sldMk cId="3825776747" sldId="283"/>
            <ac:spMk id="3" creationId="{733D7459-96C2-4A67-AE46-6DD9997D6C2C}"/>
          </ac:spMkLst>
        </pc:spChg>
      </pc:sldChg>
      <pc:sldChg chg="modSp add">
        <pc:chgData name="Nikhil Komari" userId="ee4f86d3-d7a1-47d5-a712-fe853323f13a" providerId="ADAL" clId="{2EC5476E-500E-4E48-B1C5-CE2CDADB86A5}" dt="2020-06-24T00:40:11.522" v="4872" actId="5793"/>
        <pc:sldMkLst>
          <pc:docMk/>
          <pc:sldMk cId="506605765" sldId="284"/>
        </pc:sldMkLst>
        <pc:spChg chg="mod">
          <ac:chgData name="Nikhil Komari" userId="ee4f86d3-d7a1-47d5-a712-fe853323f13a" providerId="ADAL" clId="{2EC5476E-500E-4E48-B1C5-CE2CDADB86A5}" dt="2020-06-24T00:19:06.441" v="4810" actId="20577"/>
          <ac:spMkLst>
            <pc:docMk/>
            <pc:sldMk cId="506605765" sldId="284"/>
            <ac:spMk id="2" creationId="{D0EA8E3F-3089-472F-9C88-A6E15F07BD1F}"/>
          </ac:spMkLst>
        </pc:spChg>
        <pc:spChg chg="mod">
          <ac:chgData name="Nikhil Komari" userId="ee4f86d3-d7a1-47d5-a712-fe853323f13a" providerId="ADAL" clId="{2EC5476E-500E-4E48-B1C5-CE2CDADB86A5}" dt="2020-06-24T00:40:11.522" v="4872" actId="5793"/>
          <ac:spMkLst>
            <pc:docMk/>
            <pc:sldMk cId="506605765" sldId="284"/>
            <ac:spMk id="3" creationId="{1B68D6A9-B27E-4F97-856E-B7AAD70012BB}"/>
          </ac:spMkLst>
        </pc:spChg>
      </pc:sldChg>
      <pc:sldChg chg="addSp delSp modSp add del">
        <pc:chgData name="Nikhil Komari" userId="ee4f86d3-d7a1-47d5-a712-fe853323f13a" providerId="ADAL" clId="{2EC5476E-500E-4E48-B1C5-CE2CDADB86A5}" dt="2020-06-24T00:10:11.618" v="4772" actId="2696"/>
        <pc:sldMkLst>
          <pc:docMk/>
          <pc:sldMk cId="3711379870" sldId="284"/>
        </pc:sldMkLst>
        <pc:spChg chg="del">
          <ac:chgData name="Nikhil Komari" userId="ee4f86d3-d7a1-47d5-a712-fe853323f13a" providerId="ADAL" clId="{2EC5476E-500E-4E48-B1C5-CE2CDADB86A5}" dt="2020-06-23T23:52:33.769" v="4604"/>
          <ac:spMkLst>
            <pc:docMk/>
            <pc:sldMk cId="3711379870" sldId="284"/>
            <ac:spMk id="3" creationId="{62BBC14C-3159-4B43-9728-02612DE77A44}"/>
          </ac:spMkLst>
        </pc:spChg>
        <pc:graphicFrameChg chg="add mod ord modGraphic">
          <ac:chgData name="Nikhil Komari" userId="ee4f86d3-d7a1-47d5-a712-fe853323f13a" providerId="ADAL" clId="{2EC5476E-500E-4E48-B1C5-CE2CDADB86A5}" dt="2020-06-23T23:58:30.080" v="4765" actId="20577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  <pc:sldChg chg="add del">
        <pc:chgData name="Nikhil Komari" userId="ee4f86d3-d7a1-47d5-a712-fe853323f13a" providerId="ADAL" clId="{2EC5476E-500E-4E48-B1C5-CE2CDADB86A5}" dt="2020-06-24T00:08:48.952" v="4771" actId="2696"/>
        <pc:sldMkLst>
          <pc:docMk/>
          <pc:sldMk cId="2421258890" sldId="285"/>
        </pc:sldMkLst>
      </pc:sldChg>
      <pc:sldChg chg="modSp">
        <pc:chgData name="Nikhil Komari" userId="ee4f86d3-d7a1-47d5-a712-fe853323f13a" providerId="ADAL" clId="{2EC5476E-500E-4E48-B1C5-CE2CDADB86A5}" dt="2020-06-24T01:27:04.633" v="4906" actId="20577"/>
        <pc:sldMkLst>
          <pc:docMk/>
          <pc:sldMk cId="4294374799" sldId="285"/>
        </pc:sldMkLst>
        <pc:spChg chg="mod">
          <ac:chgData name="Nikhil Komari" userId="ee4f86d3-d7a1-47d5-a712-fe853323f13a" providerId="ADAL" clId="{2EC5476E-500E-4E48-B1C5-CE2CDADB86A5}" dt="2020-06-24T01:27:04.633" v="4906" actId="20577"/>
          <ac:spMkLst>
            <pc:docMk/>
            <pc:sldMk cId="4294374799" sldId="285"/>
            <ac:spMk id="2" creationId="{3BE57E04-F75A-484E-AA18-B50502D265BE}"/>
          </ac:spMkLst>
        </pc:spChg>
      </pc:sldChg>
      <pc:sldChg chg="modSp">
        <pc:chgData name="Nikhil Komari" userId="ee4f86d3-d7a1-47d5-a712-fe853323f13a" providerId="ADAL" clId="{2EC5476E-500E-4E48-B1C5-CE2CDADB86A5}" dt="2020-06-24T01:27:27.658" v="4911"/>
        <pc:sldMkLst>
          <pc:docMk/>
          <pc:sldMk cId="4237628732" sldId="286"/>
        </pc:sldMkLst>
        <pc:spChg chg="mod">
          <ac:chgData name="Nikhil Komari" userId="ee4f86d3-d7a1-47d5-a712-fe853323f13a" providerId="ADAL" clId="{2EC5476E-500E-4E48-B1C5-CE2CDADB86A5}" dt="2020-06-24T01:27:27.658" v="4911"/>
          <ac:spMkLst>
            <pc:docMk/>
            <pc:sldMk cId="4237628732" sldId="286"/>
            <ac:spMk id="2" creationId="{1A4A538B-C798-4E5E-A3D6-93B7AAFCF226}"/>
          </ac:spMkLst>
        </pc:spChg>
      </pc:sldChg>
      <pc:sldChg chg="modSp">
        <pc:chgData name="Nikhil Komari" userId="ee4f86d3-d7a1-47d5-a712-fe853323f13a" providerId="ADAL" clId="{2EC5476E-500E-4E48-B1C5-CE2CDADB86A5}" dt="2020-06-24T01:27:36.530" v="4913"/>
        <pc:sldMkLst>
          <pc:docMk/>
          <pc:sldMk cId="3764652346" sldId="287"/>
        </pc:sldMkLst>
        <pc:spChg chg="mod">
          <ac:chgData name="Nikhil Komari" userId="ee4f86d3-d7a1-47d5-a712-fe853323f13a" providerId="ADAL" clId="{2EC5476E-500E-4E48-B1C5-CE2CDADB86A5}" dt="2020-06-24T01:27:36.530" v="4913"/>
          <ac:spMkLst>
            <pc:docMk/>
            <pc:sldMk cId="3764652346" sldId="287"/>
            <ac:spMk id="2" creationId="{1A4A538B-C798-4E5E-A3D6-93B7AAFCF226}"/>
          </ac:spMkLst>
        </pc:spChg>
      </pc:sldChg>
      <pc:sldChg chg="modSp">
        <pc:chgData name="Nikhil Komari" userId="ee4f86d3-d7a1-47d5-a712-fe853323f13a" providerId="ADAL" clId="{2EC5476E-500E-4E48-B1C5-CE2CDADB86A5}" dt="2020-06-24T01:47:01.448" v="4928" actId="1076"/>
        <pc:sldMkLst>
          <pc:docMk/>
          <pc:sldMk cId="2292312718" sldId="290"/>
        </pc:sldMkLst>
        <pc:spChg chg="mod">
          <ac:chgData name="Nikhil Komari" userId="ee4f86d3-d7a1-47d5-a712-fe853323f13a" providerId="ADAL" clId="{2EC5476E-500E-4E48-B1C5-CE2CDADB86A5}" dt="2020-06-24T01:47:01.448" v="4928" actId="1076"/>
          <ac:spMkLst>
            <pc:docMk/>
            <pc:sldMk cId="2292312718" sldId="290"/>
            <ac:spMk id="64" creationId="{3E06EB87-E05A-44C8-A212-8E096F1FAA6E}"/>
          </ac:spMkLst>
        </pc:spChg>
      </pc:sldChg>
      <pc:sldChg chg="modSp">
        <pc:chgData name="Nikhil Komari" userId="ee4f86d3-d7a1-47d5-a712-fe853323f13a" providerId="ADAL" clId="{2EC5476E-500E-4E48-B1C5-CE2CDADB86A5}" dt="2020-07-09T15:41:55.809" v="5479" actId="113"/>
        <pc:sldMkLst>
          <pc:docMk/>
          <pc:sldMk cId="678414980" sldId="292"/>
        </pc:sldMkLst>
        <pc:graphicFrameChg chg="mod modGraphic">
          <ac:chgData name="Nikhil Komari" userId="ee4f86d3-d7a1-47d5-a712-fe853323f13a" providerId="ADAL" clId="{2EC5476E-500E-4E48-B1C5-CE2CDADB86A5}" dt="2020-07-09T15:41:55.809" v="5479" actId="113"/>
          <ac:graphicFrameMkLst>
            <pc:docMk/>
            <pc:sldMk cId="678414980" sldId="292"/>
            <ac:graphicFrameMk id="9" creationId="{9FA9316C-FE1E-43D5-8CCA-2A3CD085DB80}"/>
          </ac:graphicFrameMkLst>
        </pc:graphicFrameChg>
      </pc:sldChg>
      <pc:sldChg chg="addSp delSp modSp">
        <pc:chgData name="Nikhil Komari" userId="ee4f86d3-d7a1-47d5-a712-fe853323f13a" providerId="ADAL" clId="{2EC5476E-500E-4E48-B1C5-CE2CDADB86A5}" dt="2020-07-08T20:13:35.003" v="5439" actId="108"/>
        <pc:sldMkLst>
          <pc:docMk/>
          <pc:sldMk cId="1241622220" sldId="293"/>
        </pc:sldMkLst>
        <pc:spChg chg="mod">
          <ac:chgData name="Nikhil Komari" userId="ee4f86d3-d7a1-47d5-a712-fe853323f13a" providerId="ADAL" clId="{2EC5476E-500E-4E48-B1C5-CE2CDADB86A5}" dt="2020-07-08T20:10:41.198" v="5363" actId="12"/>
          <ac:spMkLst>
            <pc:docMk/>
            <pc:sldMk cId="1241622220" sldId="293"/>
            <ac:spMk id="3" creationId="{7276B6DB-CB54-4DAA-B58E-1F01FF55642E}"/>
          </ac:spMkLst>
        </pc:spChg>
        <pc:spChg chg="add del mod">
          <ac:chgData name="Nikhil Komari" userId="ee4f86d3-d7a1-47d5-a712-fe853323f13a" providerId="ADAL" clId="{2EC5476E-500E-4E48-B1C5-CE2CDADB86A5}" dt="2020-07-08T20:10:52.789" v="5368"/>
          <ac:spMkLst>
            <pc:docMk/>
            <pc:sldMk cId="1241622220" sldId="293"/>
            <ac:spMk id="4" creationId="{24AD0E8F-6B62-4D8D-9275-FA09E274865F}"/>
          </ac:spMkLst>
        </pc:spChg>
        <pc:spChg chg="add del mod">
          <ac:chgData name="Nikhil Komari" userId="ee4f86d3-d7a1-47d5-a712-fe853323f13a" providerId="ADAL" clId="{2EC5476E-500E-4E48-B1C5-CE2CDADB86A5}" dt="2020-07-08T20:10:52.794" v="5370"/>
          <ac:spMkLst>
            <pc:docMk/>
            <pc:sldMk cId="1241622220" sldId="293"/>
            <ac:spMk id="11" creationId="{4D7F8962-8172-496A-8C1E-FFC1CC443297}"/>
          </ac:spMkLst>
        </pc:spChg>
        <pc:spChg chg="add del mod">
          <ac:chgData name="Nikhil Komari" userId="ee4f86d3-d7a1-47d5-a712-fe853323f13a" providerId="ADAL" clId="{2EC5476E-500E-4E48-B1C5-CE2CDADB86A5}" dt="2020-07-08T20:10:52.781" v="5366" actId="478"/>
          <ac:spMkLst>
            <pc:docMk/>
            <pc:sldMk cId="1241622220" sldId="293"/>
            <ac:spMk id="12" creationId="{1167C9B3-85AE-4BD0-B176-142CCEA53477}"/>
          </ac:spMkLst>
        </pc:spChg>
        <pc:spChg chg="add mod">
          <ac:chgData name="Nikhil Komari" userId="ee4f86d3-d7a1-47d5-a712-fe853323f13a" providerId="ADAL" clId="{2EC5476E-500E-4E48-B1C5-CE2CDADB86A5}" dt="2020-07-08T20:12:50.469" v="5436" actId="207"/>
          <ac:spMkLst>
            <pc:docMk/>
            <pc:sldMk cId="1241622220" sldId="293"/>
            <ac:spMk id="13" creationId="{6F241C70-30B3-44CD-850A-B4F644B9E9ED}"/>
          </ac:spMkLst>
        </pc:spChg>
        <pc:spChg chg="add mod">
          <ac:chgData name="Nikhil Komari" userId="ee4f86d3-d7a1-47d5-a712-fe853323f13a" providerId="ADAL" clId="{2EC5476E-500E-4E48-B1C5-CE2CDADB86A5}" dt="2020-07-08T20:13:35.003" v="5439" actId="108"/>
          <ac:spMkLst>
            <pc:docMk/>
            <pc:sldMk cId="1241622220" sldId="293"/>
            <ac:spMk id="14" creationId="{A7C6B042-519E-4D54-8F5C-52E15A588434}"/>
          </ac:spMkLst>
        </pc:spChg>
        <pc:picChg chg="mod">
          <ac:chgData name="Nikhil Komari" userId="ee4f86d3-d7a1-47d5-a712-fe853323f13a" providerId="ADAL" clId="{2EC5476E-500E-4E48-B1C5-CE2CDADB86A5}" dt="2020-07-08T20:09:28.154" v="5343" actId="1076"/>
          <ac:picMkLst>
            <pc:docMk/>
            <pc:sldMk cId="1241622220" sldId="293"/>
            <ac:picMk id="7" creationId="{E2F2E6AE-EB4B-4C33-85A0-3E0F22497E6B}"/>
          </ac:picMkLst>
        </pc:picChg>
        <pc:picChg chg="mod">
          <ac:chgData name="Nikhil Komari" userId="ee4f86d3-d7a1-47d5-a712-fe853323f13a" providerId="ADAL" clId="{2EC5476E-500E-4E48-B1C5-CE2CDADB86A5}" dt="2020-07-08T20:09:27.419" v="5342" actId="1076"/>
          <ac:picMkLst>
            <pc:docMk/>
            <pc:sldMk cId="1241622220" sldId="293"/>
            <ac:picMk id="8" creationId="{FE85E744-790E-4AB6-8D22-D759EBBDBF49}"/>
          </ac:picMkLst>
        </pc:picChg>
      </pc:sldChg>
      <pc:sldChg chg="modSp">
        <pc:chgData name="Nikhil Komari" userId="ee4f86d3-d7a1-47d5-a712-fe853323f13a" providerId="ADAL" clId="{2EC5476E-500E-4E48-B1C5-CE2CDADB86A5}" dt="2020-07-09T15:24:52.031" v="5456" actId="20577"/>
        <pc:sldMkLst>
          <pc:docMk/>
          <pc:sldMk cId="1004953915" sldId="307"/>
        </pc:sldMkLst>
        <pc:spChg chg="mod">
          <ac:chgData name="Nikhil Komari" userId="ee4f86d3-d7a1-47d5-a712-fe853323f13a" providerId="ADAL" clId="{2EC5476E-500E-4E48-B1C5-CE2CDADB86A5}" dt="2020-07-09T15:24:52.031" v="5456" actId="20577"/>
          <ac:spMkLst>
            <pc:docMk/>
            <pc:sldMk cId="1004953915" sldId="307"/>
            <ac:spMk id="4" creationId="{FCC18C32-ACAE-4EF9-8E24-B4636AAAD92F}"/>
          </ac:spMkLst>
        </pc:spChg>
      </pc:sldChg>
    </pc:docChg>
  </pc:docChgLst>
  <pc:docChgLst>
    <pc:chgData name="Sumeet Singh" userId="1524180e-ef14-4c82-9948-525c1bd61650" providerId="ADAL" clId="{C809E13E-ACE1-4DD1-9484-D9AAE2282ECD}"/>
    <pc:docChg chg="undo custSel addSld delSld modSld sldOrd">
      <pc:chgData name="Sumeet Singh" userId="1524180e-ef14-4c82-9948-525c1bd61650" providerId="ADAL" clId="{C809E13E-ACE1-4DD1-9484-D9AAE2282ECD}" dt="2020-07-09T16:18:34.257" v="3117" actId="1076"/>
      <pc:docMkLst>
        <pc:docMk/>
      </pc:docMkLst>
      <pc:sldChg chg="modSp mod">
        <pc:chgData name="Sumeet Singh" userId="1524180e-ef14-4c82-9948-525c1bd61650" providerId="ADAL" clId="{C809E13E-ACE1-4DD1-9484-D9AAE2282ECD}" dt="2020-07-09T01:25:14.711" v="2905" actId="313"/>
        <pc:sldMkLst>
          <pc:docMk/>
          <pc:sldMk cId="1851129347" sldId="257"/>
        </pc:sldMkLst>
        <pc:spChg chg="mod">
          <ac:chgData name="Sumeet Singh" userId="1524180e-ef14-4c82-9948-525c1bd61650" providerId="ADAL" clId="{C809E13E-ACE1-4DD1-9484-D9AAE2282ECD}" dt="2020-07-09T01:25:14.711" v="2905" actId="313"/>
          <ac:spMkLst>
            <pc:docMk/>
            <pc:sldMk cId="1851129347" sldId="257"/>
            <ac:spMk id="3" creationId="{00000000-0000-0000-0000-000000000000}"/>
          </ac:spMkLst>
        </pc:spChg>
      </pc:sldChg>
      <pc:sldChg chg="modSp mod">
        <pc:chgData name="Sumeet Singh" userId="1524180e-ef14-4c82-9948-525c1bd61650" providerId="ADAL" clId="{C809E13E-ACE1-4DD1-9484-D9AAE2282ECD}" dt="2020-07-09T15:12:48.072" v="3058" actId="20577"/>
        <pc:sldMkLst>
          <pc:docMk/>
          <pc:sldMk cId="2403310048" sldId="259"/>
        </pc:sldMkLst>
        <pc:spChg chg="mod">
          <ac:chgData name="Sumeet Singh" userId="1524180e-ef14-4c82-9948-525c1bd61650" providerId="ADAL" clId="{C809E13E-ACE1-4DD1-9484-D9AAE2282ECD}" dt="2020-07-09T15:12:48.072" v="3058" actId="20577"/>
          <ac:spMkLst>
            <pc:docMk/>
            <pc:sldMk cId="2403310048" sldId="259"/>
            <ac:spMk id="3" creationId="{76D6D117-BFFD-48A7-9157-25DB297AD089}"/>
          </ac:spMkLst>
        </pc:spChg>
      </pc:sldChg>
      <pc:sldChg chg="addSp modSp mod">
        <pc:chgData name="Sumeet Singh" userId="1524180e-ef14-4c82-9948-525c1bd61650" providerId="ADAL" clId="{C809E13E-ACE1-4DD1-9484-D9AAE2282ECD}" dt="2020-07-08T21:50:37.846" v="739" actId="20577"/>
        <pc:sldMkLst>
          <pc:docMk/>
          <pc:sldMk cId="2037429384" sldId="262"/>
        </pc:sldMkLst>
        <pc:spChg chg="add mod">
          <ac:chgData name="Sumeet Singh" userId="1524180e-ef14-4c82-9948-525c1bd61650" providerId="ADAL" clId="{C809E13E-ACE1-4DD1-9484-D9AAE2282ECD}" dt="2020-07-08T21:38:46.608" v="259" actId="20577"/>
          <ac:spMkLst>
            <pc:docMk/>
            <pc:sldMk cId="2037429384" sldId="262"/>
            <ac:spMk id="8" creationId="{A2553642-4F4E-4DF6-B413-B7261CDD58FC}"/>
          </ac:spMkLst>
        </pc:spChg>
        <pc:spChg chg="mod">
          <ac:chgData name="Sumeet Singh" userId="1524180e-ef14-4c82-9948-525c1bd61650" providerId="ADAL" clId="{C809E13E-ACE1-4DD1-9484-D9AAE2282ECD}" dt="2020-07-08T21:50:37.846" v="739" actId="20577"/>
          <ac:spMkLst>
            <pc:docMk/>
            <pc:sldMk cId="2037429384" sldId="262"/>
            <ac:spMk id="9" creationId="{520EDB2B-6E5D-452B-8CF2-0EC2596FB7E6}"/>
          </ac:spMkLst>
        </pc:spChg>
        <pc:spChg chg="add mod">
          <ac:chgData name="Sumeet Singh" userId="1524180e-ef14-4c82-9948-525c1bd61650" providerId="ADAL" clId="{C809E13E-ACE1-4DD1-9484-D9AAE2282ECD}" dt="2020-07-08T21:39:01.723" v="292" actId="20577"/>
          <ac:spMkLst>
            <pc:docMk/>
            <pc:sldMk cId="2037429384" sldId="262"/>
            <ac:spMk id="10" creationId="{813998EC-935A-4260-A7CB-3E247FCB2307}"/>
          </ac:spMkLst>
        </pc:spChg>
        <pc:spChg chg="add mod">
          <ac:chgData name="Sumeet Singh" userId="1524180e-ef14-4c82-9948-525c1bd61650" providerId="ADAL" clId="{C809E13E-ACE1-4DD1-9484-D9AAE2282ECD}" dt="2020-07-08T21:38:52.644" v="271" actId="20577"/>
          <ac:spMkLst>
            <pc:docMk/>
            <pc:sldMk cId="2037429384" sldId="262"/>
            <ac:spMk id="13" creationId="{FC5A5E00-7C45-4003-A972-13363B04C859}"/>
          </ac:spMkLst>
        </pc:spChg>
      </pc:sldChg>
      <pc:sldChg chg="addSp modSp mod">
        <pc:chgData name="Sumeet Singh" userId="1524180e-ef14-4c82-9948-525c1bd61650" providerId="ADAL" clId="{C809E13E-ACE1-4DD1-9484-D9AAE2282ECD}" dt="2020-07-08T21:39:14.553" v="293" actId="20577"/>
        <pc:sldMkLst>
          <pc:docMk/>
          <pc:sldMk cId="1994295543" sldId="263"/>
        </pc:sldMkLst>
        <pc:spChg chg="add mod">
          <ac:chgData name="Sumeet Singh" userId="1524180e-ef14-4c82-9948-525c1bd61650" providerId="ADAL" clId="{C809E13E-ACE1-4DD1-9484-D9AAE2282ECD}" dt="2020-07-08T21:37:51.392" v="199" actId="255"/>
          <ac:spMkLst>
            <pc:docMk/>
            <pc:sldMk cId="1994295543" sldId="263"/>
            <ac:spMk id="4" creationId="{6BB118B1-50D1-4757-B0BA-9586AB6C2994}"/>
          </ac:spMkLst>
        </pc:spChg>
        <pc:spChg chg="add mod">
          <ac:chgData name="Sumeet Singh" userId="1524180e-ef14-4c82-9948-525c1bd61650" providerId="ADAL" clId="{C809E13E-ACE1-4DD1-9484-D9AAE2282ECD}" dt="2020-07-08T21:39:14.553" v="293" actId="20577"/>
          <ac:spMkLst>
            <pc:docMk/>
            <pc:sldMk cId="1994295543" sldId="263"/>
            <ac:spMk id="8" creationId="{C0D324EB-11E1-4508-9AD6-3D8652F1952D}"/>
          </ac:spMkLst>
        </pc:spChg>
        <pc:spChg chg="add mod">
          <ac:chgData name="Sumeet Singh" userId="1524180e-ef14-4c82-9948-525c1bd61650" providerId="ADAL" clId="{C809E13E-ACE1-4DD1-9484-D9AAE2282ECD}" dt="2020-07-08T21:38:15.270" v="227" actId="20577"/>
          <ac:spMkLst>
            <pc:docMk/>
            <pc:sldMk cId="1994295543" sldId="263"/>
            <ac:spMk id="10" creationId="{A364DB32-6C21-41AB-8A2A-FCA6F185E1B0}"/>
          </ac:spMkLst>
        </pc:spChg>
      </pc:sldChg>
      <pc:sldChg chg="modSp mod">
        <pc:chgData name="Sumeet Singh" userId="1524180e-ef14-4c82-9948-525c1bd61650" providerId="ADAL" clId="{C809E13E-ACE1-4DD1-9484-D9AAE2282ECD}" dt="2020-07-09T15:25:10.336" v="3079" actId="20577"/>
        <pc:sldMkLst>
          <pc:docMk/>
          <pc:sldMk cId="4057970227" sldId="264"/>
        </pc:sldMkLst>
        <pc:spChg chg="mod">
          <ac:chgData name="Sumeet Singh" userId="1524180e-ef14-4c82-9948-525c1bd61650" providerId="ADAL" clId="{C809E13E-ACE1-4DD1-9484-D9AAE2282ECD}" dt="2020-07-09T15:25:10.336" v="3079" actId="20577"/>
          <ac:spMkLst>
            <pc:docMk/>
            <pc:sldMk cId="4057970227" sldId="264"/>
            <ac:spMk id="3" creationId="{7276B6DB-CB54-4DAA-B58E-1F01FF55642E}"/>
          </ac:spMkLst>
        </pc:spChg>
      </pc:sldChg>
      <pc:sldChg chg="modSp mod">
        <pc:chgData name="Sumeet Singh" userId="1524180e-ef14-4c82-9948-525c1bd61650" providerId="ADAL" clId="{C809E13E-ACE1-4DD1-9484-D9AAE2282ECD}" dt="2020-07-08T22:12:03.884" v="1666" actId="20577"/>
        <pc:sldMkLst>
          <pc:docMk/>
          <pc:sldMk cId="3164796420" sldId="265"/>
        </pc:sldMkLst>
        <pc:spChg chg="mod">
          <ac:chgData name="Sumeet Singh" userId="1524180e-ef14-4c82-9948-525c1bd61650" providerId="ADAL" clId="{C809E13E-ACE1-4DD1-9484-D9AAE2282ECD}" dt="2020-07-08T22:12:03.884" v="1666" actId="20577"/>
          <ac:spMkLst>
            <pc:docMk/>
            <pc:sldMk cId="3164796420" sldId="265"/>
            <ac:spMk id="3" creationId="{F82801A8-3CB8-474E-A020-C091ED3B1E50}"/>
          </ac:spMkLst>
        </pc:spChg>
      </pc:sldChg>
      <pc:sldChg chg="addSp delSp modSp mod">
        <pc:chgData name="Sumeet Singh" userId="1524180e-ef14-4c82-9948-525c1bd61650" providerId="ADAL" clId="{C809E13E-ACE1-4DD1-9484-D9AAE2282ECD}" dt="2020-07-08T22:40:04.710" v="1910" actId="313"/>
        <pc:sldMkLst>
          <pc:docMk/>
          <pc:sldMk cId="2057286073" sldId="266"/>
        </pc:sldMkLst>
        <pc:spChg chg="mod">
          <ac:chgData name="Sumeet Singh" userId="1524180e-ef14-4c82-9948-525c1bd61650" providerId="ADAL" clId="{C809E13E-ACE1-4DD1-9484-D9AAE2282ECD}" dt="2020-07-08T22:40:04.710" v="1910" actId="313"/>
          <ac:spMkLst>
            <pc:docMk/>
            <pc:sldMk cId="2057286073" sldId="266"/>
            <ac:spMk id="2" creationId="{3F4FB419-906B-4BFA-841B-614BA8C343DE}"/>
          </ac:spMkLst>
        </pc:spChg>
        <pc:spChg chg="add mod">
          <ac:chgData name="Sumeet Singh" userId="1524180e-ef14-4c82-9948-525c1bd61650" providerId="ADAL" clId="{C809E13E-ACE1-4DD1-9484-D9AAE2282ECD}" dt="2020-07-08T22:39:33.250" v="1909" actId="1035"/>
          <ac:spMkLst>
            <pc:docMk/>
            <pc:sldMk cId="2057286073" sldId="266"/>
            <ac:spMk id="3" creationId="{B4436F9F-8249-4FFC-8D35-63AE78F629E4}"/>
          </ac:spMkLst>
        </pc:spChg>
        <pc:spChg chg="add mod">
          <ac:chgData name="Sumeet Singh" userId="1524180e-ef14-4c82-9948-525c1bd61650" providerId="ADAL" clId="{C809E13E-ACE1-4DD1-9484-D9AAE2282ECD}" dt="2020-07-08T22:38:58.075" v="1853" actId="1035"/>
          <ac:spMkLst>
            <pc:docMk/>
            <pc:sldMk cId="2057286073" sldId="266"/>
            <ac:spMk id="4" creationId="{F7006662-CC83-4C24-A1FB-1A68A5E4C584}"/>
          </ac:spMkLst>
        </pc:spChg>
        <pc:spChg chg="add mod">
          <ac:chgData name="Sumeet Singh" userId="1524180e-ef14-4c82-9948-525c1bd61650" providerId="ADAL" clId="{C809E13E-ACE1-4DD1-9484-D9AAE2282ECD}" dt="2020-07-08T22:39:07.215" v="1874" actId="1035"/>
          <ac:spMkLst>
            <pc:docMk/>
            <pc:sldMk cId="2057286073" sldId="266"/>
            <ac:spMk id="7" creationId="{416D88C0-5D28-4627-A043-A8FE1B201D60}"/>
          </ac:spMkLst>
        </pc:spChg>
        <pc:spChg chg="mod">
          <ac:chgData name="Sumeet Singh" userId="1524180e-ef14-4c82-9948-525c1bd61650" providerId="ADAL" clId="{C809E13E-ACE1-4DD1-9484-D9AAE2282ECD}" dt="2020-07-08T22:39:26.289" v="1896" actId="14100"/>
          <ac:spMkLst>
            <pc:docMk/>
            <pc:sldMk cId="2057286073" sldId="266"/>
            <ac:spMk id="9" creationId="{FF60CC82-70B4-4407-801E-7776F3779834}"/>
          </ac:spMkLst>
        </pc:spChg>
        <pc:picChg chg="mod">
          <ac:chgData name="Sumeet Singh" userId="1524180e-ef14-4c82-9948-525c1bd61650" providerId="ADAL" clId="{C809E13E-ACE1-4DD1-9484-D9AAE2282ECD}" dt="2020-07-08T22:38:34.692" v="1831" actId="1076"/>
          <ac:picMkLst>
            <pc:docMk/>
            <pc:sldMk cId="2057286073" sldId="266"/>
            <ac:picMk id="10" creationId="{0423D54A-CD6B-4B91-A771-C6BF0BB77395}"/>
          </ac:picMkLst>
        </pc:picChg>
        <pc:cxnChg chg="add del mod">
          <ac:chgData name="Sumeet Singh" userId="1524180e-ef14-4c82-9948-525c1bd61650" providerId="ADAL" clId="{C809E13E-ACE1-4DD1-9484-D9AAE2282ECD}" dt="2020-07-08T22:35:00.063" v="1766" actId="478"/>
          <ac:cxnSpMkLst>
            <pc:docMk/>
            <pc:sldMk cId="2057286073" sldId="266"/>
            <ac:cxnSpMk id="6" creationId="{D5E683D0-88EC-4540-B931-A4163BA14C42}"/>
          </ac:cxnSpMkLst>
        </pc:cxnChg>
      </pc:sldChg>
      <pc:sldChg chg="modSp mod">
        <pc:chgData name="Sumeet Singh" userId="1524180e-ef14-4c82-9948-525c1bd61650" providerId="ADAL" clId="{C809E13E-ACE1-4DD1-9484-D9AAE2282ECD}" dt="2020-07-08T22:13:54.062" v="1712" actId="20577"/>
        <pc:sldMkLst>
          <pc:docMk/>
          <pc:sldMk cId="294198597" sldId="277"/>
        </pc:sldMkLst>
        <pc:spChg chg="mod">
          <ac:chgData name="Sumeet Singh" userId="1524180e-ef14-4c82-9948-525c1bd61650" providerId="ADAL" clId="{C809E13E-ACE1-4DD1-9484-D9AAE2282ECD}" dt="2020-07-08T22:13:54.062" v="1712" actId="20577"/>
          <ac:spMkLst>
            <pc:docMk/>
            <pc:sldMk cId="294198597" sldId="277"/>
            <ac:spMk id="3" creationId="{4FC802EE-266C-4C2F-883F-2868274F41D0}"/>
          </ac:spMkLst>
        </pc:spChg>
      </pc:sldChg>
      <pc:sldChg chg="ord">
        <pc:chgData name="Sumeet Singh" userId="1524180e-ef14-4c82-9948-525c1bd61650" providerId="ADAL" clId="{C809E13E-ACE1-4DD1-9484-D9AAE2282ECD}" dt="2020-07-09T01:13:26.725" v="2904"/>
        <pc:sldMkLst>
          <pc:docMk/>
          <pc:sldMk cId="379640074" sldId="279"/>
        </pc:sldMkLst>
      </pc:sldChg>
      <pc:sldChg chg="modSp mod">
        <pc:chgData name="Sumeet Singh" userId="1524180e-ef14-4c82-9948-525c1bd61650" providerId="ADAL" clId="{C809E13E-ACE1-4DD1-9484-D9AAE2282ECD}" dt="2020-07-08T21:16:17.870" v="74" actId="33524"/>
        <pc:sldMkLst>
          <pc:docMk/>
          <pc:sldMk cId="2608450327" sldId="280"/>
        </pc:sldMkLst>
        <pc:spChg chg="mod">
          <ac:chgData name="Sumeet Singh" userId="1524180e-ef14-4c82-9948-525c1bd61650" providerId="ADAL" clId="{C809E13E-ACE1-4DD1-9484-D9AAE2282ECD}" dt="2020-07-08T21:16:17.870" v="74" actId="33524"/>
          <ac:spMkLst>
            <pc:docMk/>
            <pc:sldMk cId="2608450327" sldId="280"/>
            <ac:spMk id="3" creationId="{8255E6FD-E57B-443E-9941-A262BFE50D59}"/>
          </ac:spMkLst>
        </pc:spChg>
      </pc:sldChg>
      <pc:sldChg chg="addSp delSp modSp mod ord">
        <pc:chgData name="Sumeet Singh" userId="1524180e-ef14-4c82-9948-525c1bd61650" providerId="ADAL" clId="{C809E13E-ACE1-4DD1-9484-D9AAE2282ECD}" dt="2020-07-09T01:13:23.150" v="2902"/>
        <pc:sldMkLst>
          <pc:docMk/>
          <pc:sldMk cId="183333943" sldId="282"/>
        </pc:sldMkLst>
        <pc:spChg chg="mod">
          <ac:chgData name="Sumeet Singh" userId="1524180e-ef14-4c82-9948-525c1bd61650" providerId="ADAL" clId="{C809E13E-ACE1-4DD1-9484-D9AAE2282ECD}" dt="2020-07-08T22:24:20.703" v="1744" actId="1076"/>
          <ac:spMkLst>
            <pc:docMk/>
            <pc:sldMk cId="183333943" sldId="282"/>
            <ac:spMk id="8" creationId="{A67FC24A-1DAD-46AD-B1BF-58402A5BA874}"/>
          </ac:spMkLst>
        </pc:spChg>
        <pc:spChg chg="mod">
          <ac:chgData name="Sumeet Singh" userId="1524180e-ef14-4c82-9948-525c1bd61650" providerId="ADAL" clId="{C809E13E-ACE1-4DD1-9484-D9AAE2282ECD}" dt="2020-07-08T22:24:34.681" v="1747" actId="1076"/>
          <ac:spMkLst>
            <pc:docMk/>
            <pc:sldMk cId="183333943" sldId="282"/>
            <ac:spMk id="9" creationId="{B297B237-4671-4E60-84EB-09F471DBD3AE}"/>
          </ac:spMkLst>
        </pc:spChg>
        <pc:spChg chg="mod">
          <ac:chgData name="Sumeet Singh" userId="1524180e-ef14-4c82-9948-525c1bd61650" providerId="ADAL" clId="{C809E13E-ACE1-4DD1-9484-D9AAE2282ECD}" dt="2020-07-08T22:24:38.796" v="1748" actId="1076"/>
          <ac:spMkLst>
            <pc:docMk/>
            <pc:sldMk cId="183333943" sldId="282"/>
            <ac:spMk id="10" creationId="{2637657A-493C-4B71-A1B2-D21A7CB70F7F}"/>
          </ac:spMkLst>
        </pc:spChg>
        <pc:spChg chg="mod">
          <ac:chgData name="Sumeet Singh" userId="1524180e-ef14-4c82-9948-525c1bd61650" providerId="ADAL" clId="{C809E13E-ACE1-4DD1-9484-D9AAE2282ECD}" dt="2020-07-08T22:24:46.385" v="1750" actId="1076"/>
          <ac:spMkLst>
            <pc:docMk/>
            <pc:sldMk cId="183333943" sldId="282"/>
            <ac:spMk id="11" creationId="{5FFB646B-8131-431C-9BA3-D713936D1021}"/>
          </ac:spMkLst>
        </pc:spChg>
        <pc:picChg chg="add mod">
          <ac:chgData name="Sumeet Singh" userId="1524180e-ef14-4c82-9948-525c1bd61650" providerId="ADAL" clId="{C809E13E-ACE1-4DD1-9484-D9AAE2282ECD}" dt="2020-07-08T22:24:24.779" v="1745" actId="1076"/>
          <ac:picMkLst>
            <pc:docMk/>
            <pc:sldMk cId="183333943" sldId="282"/>
            <ac:picMk id="5" creationId="{4C4DF83A-8892-4A1D-B940-4319665B3FA0}"/>
          </ac:picMkLst>
        </pc:picChg>
        <pc:picChg chg="del">
          <ac:chgData name="Sumeet Singh" userId="1524180e-ef14-4c82-9948-525c1bd61650" providerId="ADAL" clId="{C809E13E-ACE1-4DD1-9484-D9AAE2282ECD}" dt="2020-07-08T22:16:18.005" v="1714" actId="478"/>
          <ac:picMkLst>
            <pc:docMk/>
            <pc:sldMk cId="183333943" sldId="282"/>
            <ac:picMk id="7" creationId="{9DE3200D-DFF4-44C3-B20E-3E5906A5323D}"/>
          </ac:picMkLst>
        </pc:picChg>
        <pc:picChg chg="add mod">
          <ac:chgData name="Sumeet Singh" userId="1524180e-ef14-4c82-9948-525c1bd61650" providerId="ADAL" clId="{C809E13E-ACE1-4DD1-9484-D9AAE2282ECD}" dt="2020-07-08T22:24:27.981" v="1746" actId="1076"/>
          <ac:picMkLst>
            <pc:docMk/>
            <pc:sldMk cId="183333943" sldId="282"/>
            <ac:picMk id="12" creationId="{848C9BF2-7D10-4080-B928-37BA64369E3C}"/>
          </ac:picMkLst>
        </pc:picChg>
        <pc:picChg chg="del">
          <ac:chgData name="Sumeet Singh" userId="1524180e-ef14-4c82-9948-525c1bd61650" providerId="ADAL" clId="{C809E13E-ACE1-4DD1-9484-D9AAE2282ECD}" dt="2020-07-08T22:17:08.049" v="1718" actId="478"/>
          <ac:picMkLst>
            <pc:docMk/>
            <pc:sldMk cId="183333943" sldId="282"/>
            <ac:picMk id="13" creationId="{DFA98855-5DC1-436D-83EF-1E62A8C7E017}"/>
          </ac:picMkLst>
        </pc:picChg>
        <pc:picChg chg="del">
          <ac:chgData name="Sumeet Singh" userId="1524180e-ef14-4c82-9948-525c1bd61650" providerId="ADAL" clId="{C809E13E-ACE1-4DD1-9484-D9AAE2282ECD}" dt="2020-07-08T22:17:48.053" v="1728" actId="478"/>
          <ac:picMkLst>
            <pc:docMk/>
            <pc:sldMk cId="183333943" sldId="282"/>
            <ac:picMk id="14" creationId="{E5460AF5-DB8D-44D0-9E30-D00C63DE1F5F}"/>
          </ac:picMkLst>
        </pc:picChg>
        <pc:picChg chg="del">
          <ac:chgData name="Sumeet Singh" userId="1524180e-ef14-4c82-9948-525c1bd61650" providerId="ADAL" clId="{C809E13E-ACE1-4DD1-9484-D9AAE2282ECD}" dt="2020-07-08T22:18:35.655" v="1738" actId="478"/>
          <ac:picMkLst>
            <pc:docMk/>
            <pc:sldMk cId="183333943" sldId="282"/>
            <ac:picMk id="15" creationId="{B6714CF0-1686-453D-8BF4-944AEA39F0C4}"/>
          </ac:picMkLst>
        </pc:picChg>
        <pc:picChg chg="add mod">
          <ac:chgData name="Sumeet Singh" userId="1524180e-ef14-4c82-9948-525c1bd61650" providerId="ADAL" clId="{C809E13E-ACE1-4DD1-9484-D9AAE2282ECD}" dt="2020-07-08T22:24:41.994" v="1749" actId="1076"/>
          <ac:picMkLst>
            <pc:docMk/>
            <pc:sldMk cId="183333943" sldId="282"/>
            <ac:picMk id="17" creationId="{82DD2F98-E592-4799-83D2-3BE768BA35C8}"/>
          </ac:picMkLst>
        </pc:picChg>
        <pc:picChg chg="add mod">
          <ac:chgData name="Sumeet Singh" userId="1524180e-ef14-4c82-9948-525c1bd61650" providerId="ADAL" clId="{C809E13E-ACE1-4DD1-9484-D9AAE2282ECD}" dt="2020-07-08T22:24:49.288" v="1751" actId="1076"/>
          <ac:picMkLst>
            <pc:docMk/>
            <pc:sldMk cId="183333943" sldId="282"/>
            <ac:picMk id="19" creationId="{C4A868CC-442E-4923-B0ED-5A1FC93404C9}"/>
          </ac:picMkLst>
        </pc:picChg>
      </pc:sldChg>
      <pc:sldChg chg="modSp mod">
        <pc:chgData name="Sumeet Singh" userId="1524180e-ef14-4c82-9948-525c1bd61650" providerId="ADAL" clId="{C809E13E-ACE1-4DD1-9484-D9AAE2282ECD}" dt="2020-07-09T00:33:54.382" v="1912" actId="313"/>
        <pc:sldMkLst>
          <pc:docMk/>
          <pc:sldMk cId="3825776747" sldId="283"/>
        </pc:sldMkLst>
        <pc:spChg chg="mod">
          <ac:chgData name="Sumeet Singh" userId="1524180e-ef14-4c82-9948-525c1bd61650" providerId="ADAL" clId="{C809E13E-ACE1-4DD1-9484-D9AAE2282ECD}" dt="2020-07-09T00:33:54.382" v="1912" actId="313"/>
          <ac:spMkLst>
            <pc:docMk/>
            <pc:sldMk cId="3825776747" sldId="283"/>
            <ac:spMk id="3" creationId="{733D7459-96C2-4A67-AE46-6DD9997D6C2C}"/>
          </ac:spMkLst>
        </pc:spChg>
      </pc:sldChg>
      <pc:sldChg chg="modSp del mod">
        <pc:chgData name="Sumeet Singh" userId="1524180e-ef14-4c82-9948-525c1bd61650" providerId="ADAL" clId="{C809E13E-ACE1-4DD1-9484-D9AAE2282ECD}" dt="2020-07-08T22:25:50.966" v="1754" actId="47"/>
        <pc:sldMkLst>
          <pc:docMk/>
          <pc:sldMk cId="506605765" sldId="284"/>
        </pc:sldMkLst>
        <pc:spChg chg="mod">
          <ac:chgData name="Sumeet Singh" userId="1524180e-ef14-4c82-9948-525c1bd61650" providerId="ADAL" clId="{C809E13E-ACE1-4DD1-9484-D9AAE2282ECD}" dt="2020-07-08T22:25:47.573" v="1753" actId="6549"/>
          <ac:spMkLst>
            <pc:docMk/>
            <pc:sldMk cId="506605765" sldId="284"/>
            <ac:spMk id="3" creationId="{1B68D6A9-B27E-4F97-856E-B7AAD70012BB}"/>
          </ac:spMkLst>
        </pc:spChg>
      </pc:sldChg>
      <pc:sldChg chg="addSp modSp mod">
        <pc:chgData name="Sumeet Singh" userId="1524180e-ef14-4c82-9948-525c1bd61650" providerId="ADAL" clId="{C809E13E-ACE1-4DD1-9484-D9AAE2282ECD}" dt="2020-07-08T22:13:08.963" v="1706" actId="1076"/>
        <pc:sldMkLst>
          <pc:docMk/>
          <pc:sldMk cId="74548939" sldId="291"/>
        </pc:sldMkLst>
        <pc:spChg chg="mod">
          <ac:chgData name="Sumeet Singh" userId="1524180e-ef14-4c82-9948-525c1bd61650" providerId="ADAL" clId="{C809E13E-ACE1-4DD1-9484-D9AAE2282ECD}" dt="2020-07-08T22:08:55.497" v="1628" actId="20577"/>
          <ac:spMkLst>
            <pc:docMk/>
            <pc:sldMk cId="74548939" sldId="291"/>
            <ac:spMk id="2" creationId="{029DB86D-6E5A-40C6-A736-253EEBB68A5A}"/>
          </ac:spMkLst>
        </pc:spChg>
        <pc:spChg chg="mod">
          <ac:chgData name="Sumeet Singh" userId="1524180e-ef14-4c82-9948-525c1bd61650" providerId="ADAL" clId="{C809E13E-ACE1-4DD1-9484-D9AAE2282ECD}" dt="2020-07-08T22:12:46.764" v="1699" actId="20577"/>
          <ac:spMkLst>
            <pc:docMk/>
            <pc:sldMk cId="74548939" sldId="291"/>
            <ac:spMk id="3" creationId="{DDED17C8-C584-467C-9B6C-9678997D7406}"/>
          </ac:spMkLst>
        </pc:spChg>
        <pc:spChg chg="add mod">
          <ac:chgData name="Sumeet Singh" userId="1524180e-ef14-4c82-9948-525c1bd61650" providerId="ADAL" clId="{C809E13E-ACE1-4DD1-9484-D9AAE2282ECD}" dt="2020-07-08T22:13:08.963" v="1706" actId="1076"/>
          <ac:spMkLst>
            <pc:docMk/>
            <pc:sldMk cId="74548939" sldId="291"/>
            <ac:spMk id="4" creationId="{57495D02-6283-4668-905B-408C6296D350}"/>
          </ac:spMkLst>
        </pc:spChg>
        <pc:picChg chg="mod">
          <ac:chgData name="Sumeet Singh" userId="1524180e-ef14-4c82-9948-525c1bd61650" providerId="ADAL" clId="{C809E13E-ACE1-4DD1-9484-D9AAE2282ECD}" dt="2020-07-08T22:12:51.685" v="1700" actId="1076"/>
          <ac:picMkLst>
            <pc:docMk/>
            <pc:sldMk cId="74548939" sldId="291"/>
            <ac:picMk id="5" creationId="{88A4A2DA-FBAA-4D97-A598-362CA2844DA4}"/>
          </ac:picMkLst>
        </pc:picChg>
        <pc:picChg chg="mod">
          <ac:chgData name="Sumeet Singh" userId="1524180e-ef14-4c82-9948-525c1bd61650" providerId="ADAL" clId="{C809E13E-ACE1-4DD1-9484-D9AAE2282ECD}" dt="2020-07-08T22:12:53.838" v="1701" actId="1076"/>
          <ac:picMkLst>
            <pc:docMk/>
            <pc:sldMk cId="74548939" sldId="291"/>
            <ac:picMk id="7" creationId="{ED938AD2-15FC-4F15-A07D-843CFB1E085F}"/>
          </ac:picMkLst>
        </pc:picChg>
        <pc:picChg chg="mod">
          <ac:chgData name="Sumeet Singh" userId="1524180e-ef14-4c82-9948-525c1bd61650" providerId="ADAL" clId="{C809E13E-ACE1-4DD1-9484-D9AAE2282ECD}" dt="2020-07-08T22:12:56.336" v="1703" actId="14100"/>
          <ac:picMkLst>
            <pc:docMk/>
            <pc:sldMk cId="74548939" sldId="291"/>
            <ac:picMk id="9" creationId="{42861F7B-3353-4029-8D4E-A58385AF6179}"/>
          </ac:picMkLst>
        </pc:picChg>
      </pc:sldChg>
      <pc:sldChg chg="modSp mod">
        <pc:chgData name="Sumeet Singh" userId="1524180e-ef14-4c82-9948-525c1bd61650" providerId="ADAL" clId="{C809E13E-ACE1-4DD1-9484-D9AAE2282ECD}" dt="2020-07-09T05:36:29.298" v="2916" actId="20577"/>
        <pc:sldMkLst>
          <pc:docMk/>
          <pc:sldMk cId="678414980" sldId="292"/>
        </pc:sldMkLst>
        <pc:graphicFrameChg chg="modGraphic">
          <ac:chgData name="Sumeet Singh" userId="1524180e-ef14-4c82-9948-525c1bd61650" providerId="ADAL" clId="{C809E13E-ACE1-4DD1-9484-D9AAE2282ECD}" dt="2020-07-09T05:36:29.298" v="2916" actId="20577"/>
          <ac:graphicFrameMkLst>
            <pc:docMk/>
            <pc:sldMk cId="678414980" sldId="292"/>
            <ac:graphicFrameMk id="9" creationId="{9FA9316C-FE1E-43D5-8CCA-2A3CD085DB80}"/>
          </ac:graphicFrameMkLst>
        </pc:graphicFrameChg>
      </pc:sldChg>
      <pc:sldChg chg="modSp mod">
        <pc:chgData name="Sumeet Singh" userId="1524180e-ef14-4c82-9948-525c1bd61650" providerId="ADAL" clId="{C809E13E-ACE1-4DD1-9484-D9AAE2282ECD}" dt="2020-07-09T01:09:13.716" v="2900" actId="20577"/>
        <pc:sldMkLst>
          <pc:docMk/>
          <pc:sldMk cId="1241622220" sldId="293"/>
        </pc:sldMkLst>
        <pc:spChg chg="mod">
          <ac:chgData name="Sumeet Singh" userId="1524180e-ef14-4c82-9948-525c1bd61650" providerId="ADAL" clId="{C809E13E-ACE1-4DD1-9484-D9AAE2282ECD}" dt="2020-07-09T01:09:13.716" v="2900" actId="20577"/>
          <ac:spMkLst>
            <pc:docMk/>
            <pc:sldMk cId="1241622220" sldId="293"/>
            <ac:spMk id="3" creationId="{7276B6DB-CB54-4DAA-B58E-1F01FF55642E}"/>
          </ac:spMkLst>
        </pc:spChg>
        <pc:spChg chg="mod">
          <ac:chgData name="Sumeet Singh" userId="1524180e-ef14-4c82-9948-525c1bd61650" providerId="ADAL" clId="{C809E13E-ACE1-4DD1-9484-D9AAE2282ECD}" dt="2020-07-08T21:47:14.200" v="472" actId="14100"/>
          <ac:spMkLst>
            <pc:docMk/>
            <pc:sldMk cId="1241622220" sldId="293"/>
            <ac:spMk id="13" creationId="{6F241C70-30B3-44CD-850A-B4F644B9E9ED}"/>
          </ac:spMkLst>
        </pc:spChg>
        <pc:spChg chg="mod">
          <ac:chgData name="Sumeet Singh" userId="1524180e-ef14-4c82-9948-525c1bd61650" providerId="ADAL" clId="{C809E13E-ACE1-4DD1-9484-D9AAE2282ECD}" dt="2020-07-08T21:46:47.547" v="465" actId="1076"/>
          <ac:spMkLst>
            <pc:docMk/>
            <pc:sldMk cId="1241622220" sldId="293"/>
            <ac:spMk id="14" creationId="{A7C6B042-519E-4D54-8F5C-52E15A588434}"/>
          </ac:spMkLst>
        </pc:spChg>
        <pc:picChg chg="mod">
          <ac:chgData name="Sumeet Singh" userId="1524180e-ef14-4c82-9948-525c1bd61650" providerId="ADAL" clId="{C809E13E-ACE1-4DD1-9484-D9AAE2282ECD}" dt="2020-07-08T21:47:58.231" v="738" actId="1076"/>
          <ac:picMkLst>
            <pc:docMk/>
            <pc:sldMk cId="1241622220" sldId="293"/>
            <ac:picMk id="7" creationId="{E2F2E6AE-EB4B-4C33-85A0-3E0F22497E6B}"/>
          </ac:picMkLst>
        </pc:picChg>
        <pc:picChg chg="mod">
          <ac:chgData name="Sumeet Singh" userId="1524180e-ef14-4c82-9948-525c1bd61650" providerId="ADAL" clId="{C809E13E-ACE1-4DD1-9484-D9AAE2282ECD}" dt="2020-07-08T21:46:52.091" v="466" actId="1076"/>
          <ac:picMkLst>
            <pc:docMk/>
            <pc:sldMk cId="1241622220" sldId="293"/>
            <ac:picMk id="8" creationId="{FE85E744-790E-4AB6-8D22-D759EBBDBF49}"/>
          </ac:picMkLst>
        </pc:picChg>
      </pc:sldChg>
      <pc:sldChg chg="addSp modSp mod">
        <pc:chgData name="Sumeet Singh" userId="1524180e-ef14-4c82-9948-525c1bd61650" providerId="ADAL" clId="{C809E13E-ACE1-4DD1-9484-D9AAE2282ECD}" dt="2020-07-08T21:44:59.263" v="451" actId="20577"/>
        <pc:sldMkLst>
          <pc:docMk/>
          <pc:sldMk cId="1464100113" sldId="294"/>
        </pc:sldMkLst>
        <pc:spChg chg="mod">
          <ac:chgData name="Sumeet Singh" userId="1524180e-ef14-4c82-9948-525c1bd61650" providerId="ADAL" clId="{C809E13E-ACE1-4DD1-9484-D9AAE2282ECD}" dt="2020-07-08T21:44:59.263" v="451" actId="20577"/>
          <ac:spMkLst>
            <pc:docMk/>
            <pc:sldMk cId="1464100113" sldId="294"/>
            <ac:spMk id="3" creationId="{7276B6DB-CB54-4DAA-B58E-1F01FF55642E}"/>
          </ac:spMkLst>
        </pc:spChg>
        <pc:spChg chg="add mod">
          <ac:chgData name="Sumeet Singh" userId="1524180e-ef14-4c82-9948-525c1bd61650" providerId="ADAL" clId="{C809E13E-ACE1-4DD1-9484-D9AAE2282ECD}" dt="2020-07-08T21:37:08.911" v="181" actId="1076"/>
          <ac:spMkLst>
            <pc:docMk/>
            <pc:sldMk cId="1464100113" sldId="294"/>
            <ac:spMk id="4" creationId="{0F13572C-EE5C-4AF2-A50B-7A1C201F9E76}"/>
          </ac:spMkLst>
        </pc:spChg>
        <pc:picChg chg="mod">
          <ac:chgData name="Sumeet Singh" userId="1524180e-ef14-4c82-9948-525c1bd61650" providerId="ADAL" clId="{C809E13E-ACE1-4DD1-9484-D9AAE2282ECD}" dt="2020-07-08T21:36:20.029" v="138" actId="1076"/>
          <ac:picMkLst>
            <pc:docMk/>
            <pc:sldMk cId="1464100113" sldId="294"/>
            <ac:picMk id="6" creationId="{5A980507-3D27-4A28-89E8-2087173F2205}"/>
          </ac:picMkLst>
        </pc:picChg>
        <pc:picChg chg="mod">
          <ac:chgData name="Sumeet Singh" userId="1524180e-ef14-4c82-9948-525c1bd61650" providerId="ADAL" clId="{C809E13E-ACE1-4DD1-9484-D9AAE2282ECD}" dt="2020-07-08T21:36:21.576" v="139" actId="1076"/>
          <ac:picMkLst>
            <pc:docMk/>
            <pc:sldMk cId="1464100113" sldId="294"/>
            <ac:picMk id="9" creationId="{3E6AC9C6-1195-43B9-89B2-6F8BEE096018}"/>
          </ac:picMkLst>
        </pc:picChg>
        <pc:picChg chg="mod">
          <ac:chgData name="Sumeet Singh" userId="1524180e-ef14-4c82-9948-525c1bd61650" providerId="ADAL" clId="{C809E13E-ACE1-4DD1-9484-D9AAE2282ECD}" dt="2020-07-08T21:36:23.863" v="140" actId="1076"/>
          <ac:picMkLst>
            <pc:docMk/>
            <pc:sldMk cId="1464100113" sldId="294"/>
            <ac:picMk id="10" creationId="{796980A3-661A-4779-98A3-D566B82A962E}"/>
          </ac:picMkLst>
        </pc:picChg>
      </pc:sldChg>
      <pc:sldChg chg="modSp new mod">
        <pc:chgData name="Sumeet Singh" userId="1524180e-ef14-4c82-9948-525c1bd61650" providerId="ADAL" clId="{C809E13E-ACE1-4DD1-9484-D9AAE2282ECD}" dt="2020-07-09T15:28:12.261" v="3106" actId="20577"/>
        <pc:sldMkLst>
          <pc:docMk/>
          <pc:sldMk cId="1163693288" sldId="296"/>
        </pc:sldMkLst>
        <pc:spChg chg="mod">
          <ac:chgData name="Sumeet Singh" userId="1524180e-ef14-4c82-9948-525c1bd61650" providerId="ADAL" clId="{C809E13E-ACE1-4DD1-9484-D9AAE2282ECD}" dt="2020-07-08T21:39:36.884" v="294"/>
          <ac:spMkLst>
            <pc:docMk/>
            <pc:sldMk cId="1163693288" sldId="296"/>
            <ac:spMk id="2" creationId="{2BF415B4-624B-4029-A35F-F6BCAC200C95}"/>
          </ac:spMkLst>
        </pc:spChg>
        <pc:spChg chg="mod">
          <ac:chgData name="Sumeet Singh" userId="1524180e-ef14-4c82-9948-525c1bd61650" providerId="ADAL" clId="{C809E13E-ACE1-4DD1-9484-D9AAE2282ECD}" dt="2020-07-09T15:28:12.261" v="3106" actId="20577"/>
          <ac:spMkLst>
            <pc:docMk/>
            <pc:sldMk cId="1163693288" sldId="296"/>
            <ac:spMk id="3" creationId="{E3BA92D6-889C-41AB-9266-6D84B154EE6A}"/>
          </ac:spMkLst>
        </pc:spChg>
      </pc:sldChg>
      <pc:sldChg chg="addSp delSp modSp new mod ord">
        <pc:chgData name="Sumeet Singh" userId="1524180e-ef14-4c82-9948-525c1bd61650" providerId="ADAL" clId="{C809E13E-ACE1-4DD1-9484-D9AAE2282ECD}" dt="2020-07-09T16:18:34.257" v="3117" actId="1076"/>
        <pc:sldMkLst>
          <pc:docMk/>
          <pc:sldMk cId="1541650605" sldId="297"/>
        </pc:sldMkLst>
        <pc:spChg chg="mod">
          <ac:chgData name="Sumeet Singh" userId="1524180e-ef14-4c82-9948-525c1bd61650" providerId="ADAL" clId="{C809E13E-ACE1-4DD1-9484-D9AAE2282ECD}" dt="2020-07-08T22:09:24.897" v="1641" actId="20577"/>
          <ac:spMkLst>
            <pc:docMk/>
            <pc:sldMk cId="1541650605" sldId="297"/>
            <ac:spMk id="2" creationId="{C52998B4-B91C-4D51-BEBD-EFD77F54794E}"/>
          </ac:spMkLst>
        </pc:spChg>
        <pc:spChg chg="mod">
          <ac:chgData name="Sumeet Singh" userId="1524180e-ef14-4c82-9948-525c1bd61650" providerId="ADAL" clId="{C809E13E-ACE1-4DD1-9484-D9AAE2282ECD}" dt="2020-07-08T22:02:47.118" v="1280" actId="20577"/>
          <ac:spMkLst>
            <pc:docMk/>
            <pc:sldMk cId="1541650605" sldId="297"/>
            <ac:spMk id="3" creationId="{A6018A01-F0A9-4F97-AB98-166E6DEBF239}"/>
          </ac:spMkLst>
        </pc:spChg>
        <pc:spChg chg="add mod">
          <ac:chgData name="Sumeet Singh" userId="1524180e-ef14-4c82-9948-525c1bd61650" providerId="ADAL" clId="{C809E13E-ACE1-4DD1-9484-D9AAE2282ECD}" dt="2020-07-08T22:05:05.615" v="1302" actId="1076"/>
          <ac:spMkLst>
            <pc:docMk/>
            <pc:sldMk cId="1541650605" sldId="297"/>
            <ac:spMk id="8" creationId="{A70D8C5A-2DF5-4FBC-803A-0EE7EA7052A2}"/>
          </ac:spMkLst>
        </pc:spChg>
        <pc:spChg chg="add mod">
          <ac:chgData name="Sumeet Singh" userId="1524180e-ef14-4c82-9948-525c1bd61650" providerId="ADAL" clId="{C809E13E-ACE1-4DD1-9484-D9AAE2282ECD}" dt="2020-07-08T22:05:22.796" v="1305" actId="1076"/>
          <ac:spMkLst>
            <pc:docMk/>
            <pc:sldMk cId="1541650605" sldId="297"/>
            <ac:spMk id="9" creationId="{7F2C53ED-5A34-41A3-96BF-60AA6A83FB70}"/>
          </ac:spMkLst>
        </pc:spChg>
        <pc:picChg chg="add del mod">
          <ac:chgData name="Sumeet Singh" userId="1524180e-ef14-4c82-9948-525c1bd61650" providerId="ADAL" clId="{C809E13E-ACE1-4DD1-9484-D9AAE2282ECD}" dt="2020-07-08T22:04:14.059" v="1288" actId="478"/>
          <ac:picMkLst>
            <pc:docMk/>
            <pc:sldMk cId="1541650605" sldId="297"/>
            <ac:picMk id="5" creationId="{54AA96B0-9028-42FA-930B-97A2EF3BF301}"/>
          </ac:picMkLst>
        </pc:picChg>
        <pc:picChg chg="add del mod">
          <ac:chgData name="Sumeet Singh" userId="1524180e-ef14-4c82-9948-525c1bd61650" providerId="ADAL" clId="{C809E13E-ACE1-4DD1-9484-D9AAE2282ECD}" dt="2020-07-09T16:18:03.187" v="3107" actId="478"/>
          <ac:picMkLst>
            <pc:docMk/>
            <pc:sldMk cId="1541650605" sldId="297"/>
            <ac:picMk id="6" creationId="{01FBEADD-F547-4BFD-8D99-0A441ED41006}"/>
          </ac:picMkLst>
        </pc:picChg>
        <pc:picChg chg="add del mod">
          <ac:chgData name="Sumeet Singh" userId="1524180e-ef14-4c82-9948-525c1bd61650" providerId="ADAL" clId="{C809E13E-ACE1-4DD1-9484-D9AAE2282ECD}" dt="2020-07-09T16:18:24.407" v="3112" actId="478"/>
          <ac:picMkLst>
            <pc:docMk/>
            <pc:sldMk cId="1541650605" sldId="297"/>
            <ac:picMk id="7" creationId="{48401E7B-744D-48B4-84A7-5D7C1771BAB1}"/>
          </ac:picMkLst>
        </pc:picChg>
        <pc:picChg chg="add mod">
          <ac:chgData name="Sumeet Singh" userId="1524180e-ef14-4c82-9948-525c1bd61650" providerId="ADAL" clId="{C809E13E-ACE1-4DD1-9484-D9AAE2282ECD}" dt="2020-07-09T16:18:12.775" v="3111" actId="1076"/>
          <ac:picMkLst>
            <pc:docMk/>
            <pc:sldMk cId="1541650605" sldId="297"/>
            <ac:picMk id="10" creationId="{C70FEA5D-F914-4F93-A57B-095E61F53B42}"/>
          </ac:picMkLst>
        </pc:picChg>
        <pc:picChg chg="add mod">
          <ac:chgData name="Sumeet Singh" userId="1524180e-ef14-4c82-9948-525c1bd61650" providerId="ADAL" clId="{C809E13E-ACE1-4DD1-9484-D9AAE2282ECD}" dt="2020-07-09T16:18:34.257" v="3117" actId="1076"/>
          <ac:picMkLst>
            <pc:docMk/>
            <pc:sldMk cId="1541650605" sldId="297"/>
            <ac:picMk id="11" creationId="{CD1D09C4-A59C-4DEA-9E98-141C45F2F662}"/>
          </ac:picMkLst>
        </pc:picChg>
        <pc:picChg chg="add del mod">
          <ac:chgData name="Sumeet Singh" userId="1524180e-ef14-4c82-9948-525c1bd61650" providerId="ADAL" clId="{C809E13E-ACE1-4DD1-9484-D9AAE2282ECD}" dt="2020-07-08T22:03:33.528" v="1282" actId="478"/>
          <ac:picMkLst>
            <pc:docMk/>
            <pc:sldMk cId="1541650605" sldId="297"/>
            <ac:picMk id="1026" creationId="{B8B0F18A-EECB-45AB-95A7-57B9ECA06369}"/>
          </ac:picMkLst>
        </pc:picChg>
      </pc:sldChg>
      <pc:sldChg chg="modSp new del mod">
        <pc:chgData name="Sumeet Singh" userId="1524180e-ef14-4c82-9948-525c1bd61650" providerId="ADAL" clId="{C809E13E-ACE1-4DD1-9484-D9AAE2282ECD}" dt="2020-07-09T00:47:16.940" v="2548" actId="47"/>
        <pc:sldMkLst>
          <pc:docMk/>
          <pc:sldMk cId="431834715" sldId="298"/>
        </pc:sldMkLst>
        <pc:spChg chg="mod">
          <ac:chgData name="Sumeet Singh" userId="1524180e-ef14-4c82-9948-525c1bd61650" providerId="ADAL" clId="{C809E13E-ACE1-4DD1-9484-D9AAE2282ECD}" dt="2020-07-09T00:41:13.056" v="2102" actId="20577"/>
          <ac:spMkLst>
            <pc:docMk/>
            <pc:sldMk cId="431834715" sldId="298"/>
            <ac:spMk id="2" creationId="{13BC4085-694B-4FFE-94CC-354992B404F2}"/>
          </ac:spMkLst>
        </pc:spChg>
        <pc:spChg chg="mod">
          <ac:chgData name="Sumeet Singh" userId="1524180e-ef14-4c82-9948-525c1bd61650" providerId="ADAL" clId="{C809E13E-ACE1-4DD1-9484-D9AAE2282ECD}" dt="2020-07-09T00:45:01.206" v="2459" actId="20577"/>
          <ac:spMkLst>
            <pc:docMk/>
            <pc:sldMk cId="431834715" sldId="298"/>
            <ac:spMk id="3" creationId="{15BE2A3D-82F4-44E0-A9BD-289ED685A873}"/>
          </ac:spMkLst>
        </pc:spChg>
      </pc:sldChg>
      <pc:sldChg chg="addSp delSp modSp new del mod">
        <pc:chgData name="Sumeet Singh" userId="1524180e-ef14-4c82-9948-525c1bd61650" providerId="ADAL" clId="{C809E13E-ACE1-4DD1-9484-D9AAE2282ECD}" dt="2020-07-09T00:40:49.071" v="2078" actId="47"/>
        <pc:sldMkLst>
          <pc:docMk/>
          <pc:sldMk cId="2289830469" sldId="298"/>
        </pc:sldMkLst>
        <pc:spChg chg="mod">
          <ac:chgData name="Sumeet Singh" userId="1524180e-ef14-4c82-9948-525c1bd61650" providerId="ADAL" clId="{C809E13E-ACE1-4DD1-9484-D9AAE2282ECD}" dt="2020-07-09T00:34:19.076" v="1927" actId="20577"/>
          <ac:spMkLst>
            <pc:docMk/>
            <pc:sldMk cId="2289830469" sldId="298"/>
            <ac:spMk id="2" creationId="{A317F87D-9AB8-4C44-9D88-C954BBEF18ED}"/>
          </ac:spMkLst>
        </pc:spChg>
        <pc:spChg chg="del mod">
          <ac:chgData name="Sumeet Singh" userId="1524180e-ef14-4c82-9948-525c1bd61650" providerId="ADAL" clId="{C809E13E-ACE1-4DD1-9484-D9AAE2282ECD}" dt="2020-07-09T00:38:12.752" v="2045" actId="478"/>
          <ac:spMkLst>
            <pc:docMk/>
            <pc:sldMk cId="2289830469" sldId="298"/>
            <ac:spMk id="3" creationId="{AF923F75-4375-419A-995E-BBC765754A7F}"/>
          </ac:spMkLst>
        </pc:spChg>
        <pc:spChg chg="add del mod">
          <ac:chgData name="Sumeet Singh" userId="1524180e-ef14-4c82-9948-525c1bd61650" providerId="ADAL" clId="{C809E13E-ACE1-4DD1-9484-D9AAE2282ECD}" dt="2020-07-09T00:40:48.480" v="2077"/>
          <ac:spMkLst>
            <pc:docMk/>
            <pc:sldMk cId="2289830469" sldId="298"/>
            <ac:spMk id="5" creationId="{D419E525-65D7-4F4B-9FB8-786F4084F3F9}"/>
          </ac:spMkLst>
        </pc:spChg>
        <pc:graphicFrameChg chg="add del mod modGraphic">
          <ac:chgData name="Sumeet Singh" userId="1524180e-ef14-4c82-9948-525c1bd61650" providerId="ADAL" clId="{C809E13E-ACE1-4DD1-9484-D9AAE2282ECD}" dt="2020-07-09T00:40:15.952" v="2073" actId="478"/>
          <ac:graphicFrameMkLst>
            <pc:docMk/>
            <pc:sldMk cId="2289830469" sldId="298"/>
            <ac:graphicFrameMk id="4" creationId="{A25045C2-34A7-47E8-8B40-C105D0795DF3}"/>
          </ac:graphicFrameMkLst>
        </pc:graphicFrameChg>
      </pc:sldChg>
      <pc:sldChg chg="new del">
        <pc:chgData name="Sumeet Singh" userId="1524180e-ef14-4c82-9948-525c1bd61650" providerId="ADAL" clId="{C809E13E-ACE1-4DD1-9484-D9AAE2282ECD}" dt="2020-07-09T00:40:56.956" v="2080" actId="47"/>
        <pc:sldMkLst>
          <pc:docMk/>
          <pc:sldMk cId="2571860373" sldId="298"/>
        </pc:sldMkLst>
      </pc:sldChg>
      <pc:sldChg chg="modSp add del">
        <pc:chgData name="Sumeet Singh" userId="1524180e-ef14-4c82-9948-525c1bd61650" providerId="ADAL" clId="{C809E13E-ACE1-4DD1-9484-D9AAE2282ECD}" dt="2020-07-09T00:49:14.366" v="2594" actId="47"/>
        <pc:sldMkLst>
          <pc:docMk/>
          <pc:sldMk cId="1927903332" sldId="299"/>
        </pc:sldMkLst>
        <pc:spChg chg="mod">
          <ac:chgData name="Sumeet Singh" userId="1524180e-ef14-4c82-9948-525c1bd61650" providerId="ADAL" clId="{C809E13E-ACE1-4DD1-9484-D9AAE2282ECD}" dt="2020-07-09T00:45:25.468" v="2461" actId="207"/>
          <ac:spMkLst>
            <pc:docMk/>
            <pc:sldMk cId="1927903332" sldId="299"/>
            <ac:spMk id="3" creationId="{15BE2A3D-82F4-44E0-A9BD-289ED685A873}"/>
          </ac:spMkLst>
        </pc:spChg>
      </pc:sldChg>
      <pc:sldChg chg="modSp add del">
        <pc:chgData name="Sumeet Singh" userId="1524180e-ef14-4c82-9948-525c1bd61650" providerId="ADAL" clId="{C809E13E-ACE1-4DD1-9484-D9AAE2282ECD}" dt="2020-07-09T00:51:06.325" v="2629" actId="47"/>
        <pc:sldMkLst>
          <pc:docMk/>
          <pc:sldMk cId="3148805327" sldId="300"/>
        </pc:sldMkLst>
        <pc:spChg chg="mod">
          <ac:chgData name="Sumeet Singh" userId="1524180e-ef14-4c82-9948-525c1bd61650" providerId="ADAL" clId="{C809E13E-ACE1-4DD1-9484-D9AAE2282ECD}" dt="2020-07-09T00:45:45.191" v="2463" actId="207"/>
          <ac:spMkLst>
            <pc:docMk/>
            <pc:sldMk cId="3148805327" sldId="300"/>
            <ac:spMk id="3" creationId="{15BE2A3D-82F4-44E0-A9BD-289ED685A873}"/>
          </ac:spMkLst>
        </pc:spChg>
      </pc:sldChg>
      <pc:sldChg chg="modSp add del mod">
        <pc:chgData name="Sumeet Singh" userId="1524180e-ef14-4c82-9948-525c1bd61650" providerId="ADAL" clId="{C809E13E-ACE1-4DD1-9484-D9AAE2282ECD}" dt="2020-07-09T00:52:28.709" v="2679" actId="47"/>
        <pc:sldMkLst>
          <pc:docMk/>
          <pc:sldMk cId="1369794097" sldId="301"/>
        </pc:sldMkLst>
        <pc:spChg chg="mod">
          <ac:chgData name="Sumeet Singh" userId="1524180e-ef14-4c82-9948-525c1bd61650" providerId="ADAL" clId="{C809E13E-ACE1-4DD1-9484-D9AAE2282ECD}" dt="2020-07-09T00:46:52.148" v="2546" actId="27636"/>
          <ac:spMkLst>
            <pc:docMk/>
            <pc:sldMk cId="1369794097" sldId="301"/>
            <ac:spMk id="3" creationId="{15BE2A3D-82F4-44E0-A9BD-289ED685A873}"/>
          </ac:spMkLst>
        </pc:spChg>
      </pc:sldChg>
      <pc:sldChg chg="modSp add mod">
        <pc:chgData name="Sumeet Singh" userId="1524180e-ef14-4c82-9948-525c1bd61650" providerId="ADAL" clId="{C809E13E-ACE1-4DD1-9484-D9AAE2282ECD}" dt="2020-07-09T00:54:47.411" v="2780" actId="20577"/>
        <pc:sldMkLst>
          <pc:docMk/>
          <pc:sldMk cId="2883923256" sldId="302"/>
        </pc:sldMkLst>
        <pc:spChg chg="mod">
          <ac:chgData name="Sumeet Singh" userId="1524180e-ef14-4c82-9948-525c1bd61650" providerId="ADAL" clId="{C809E13E-ACE1-4DD1-9484-D9AAE2282ECD}" dt="2020-07-09T00:54:47.411" v="2780" actId="20577"/>
          <ac:spMkLst>
            <pc:docMk/>
            <pc:sldMk cId="2883923256" sldId="302"/>
            <ac:spMk id="3" creationId="{15BE2A3D-82F4-44E0-A9BD-289ED685A873}"/>
          </ac:spMkLst>
        </pc:spChg>
      </pc:sldChg>
      <pc:sldChg chg="modSp add mod">
        <pc:chgData name="Sumeet Singh" userId="1524180e-ef14-4c82-9948-525c1bd61650" providerId="ADAL" clId="{C809E13E-ACE1-4DD1-9484-D9AAE2282ECD}" dt="2020-07-09T00:52:02.474" v="2670" actId="27636"/>
        <pc:sldMkLst>
          <pc:docMk/>
          <pc:sldMk cId="3802359290" sldId="303"/>
        </pc:sldMkLst>
        <pc:spChg chg="mod">
          <ac:chgData name="Sumeet Singh" userId="1524180e-ef14-4c82-9948-525c1bd61650" providerId="ADAL" clId="{C809E13E-ACE1-4DD1-9484-D9AAE2282ECD}" dt="2020-07-09T00:52:02.474" v="2670" actId="27636"/>
          <ac:spMkLst>
            <pc:docMk/>
            <pc:sldMk cId="3802359290" sldId="303"/>
            <ac:spMk id="3" creationId="{15BE2A3D-82F4-44E0-A9BD-289ED685A873}"/>
          </ac:spMkLst>
        </pc:spChg>
      </pc:sldChg>
      <pc:sldChg chg="modSp add mod">
        <pc:chgData name="Sumeet Singh" userId="1524180e-ef14-4c82-9948-525c1bd61650" providerId="ADAL" clId="{C809E13E-ACE1-4DD1-9484-D9AAE2282ECD}" dt="2020-07-09T00:53:13.282" v="2693" actId="20577"/>
        <pc:sldMkLst>
          <pc:docMk/>
          <pc:sldMk cId="741316515" sldId="304"/>
        </pc:sldMkLst>
        <pc:spChg chg="mod">
          <ac:chgData name="Sumeet Singh" userId="1524180e-ef14-4c82-9948-525c1bd61650" providerId="ADAL" clId="{C809E13E-ACE1-4DD1-9484-D9AAE2282ECD}" dt="2020-07-09T00:53:13.282" v="2693" actId="20577"/>
          <ac:spMkLst>
            <pc:docMk/>
            <pc:sldMk cId="741316515" sldId="304"/>
            <ac:spMk id="3" creationId="{15BE2A3D-82F4-44E0-A9BD-289ED685A873}"/>
          </ac:spMkLst>
        </pc:spChg>
      </pc:sldChg>
      <pc:sldChg chg="modSp add mod">
        <pc:chgData name="Sumeet Singh" userId="1524180e-ef14-4c82-9948-525c1bd61650" providerId="ADAL" clId="{C809E13E-ACE1-4DD1-9484-D9AAE2282ECD}" dt="2020-07-09T00:53:50.892" v="2769" actId="20577"/>
        <pc:sldMkLst>
          <pc:docMk/>
          <pc:sldMk cId="261370331" sldId="305"/>
        </pc:sldMkLst>
        <pc:spChg chg="mod">
          <ac:chgData name="Sumeet Singh" userId="1524180e-ef14-4c82-9948-525c1bd61650" providerId="ADAL" clId="{C809E13E-ACE1-4DD1-9484-D9AAE2282ECD}" dt="2020-07-09T00:53:50.892" v="2769" actId="20577"/>
          <ac:spMkLst>
            <pc:docMk/>
            <pc:sldMk cId="261370331" sldId="305"/>
            <ac:spMk id="3" creationId="{15BE2A3D-82F4-44E0-A9BD-289ED685A873}"/>
          </ac:spMkLst>
        </pc:spChg>
      </pc:sldChg>
      <pc:sldChg chg="modSp add mod">
        <pc:chgData name="Sumeet Singh" userId="1524180e-ef14-4c82-9948-525c1bd61650" providerId="ADAL" clId="{C809E13E-ACE1-4DD1-9484-D9AAE2282ECD}" dt="2020-07-09T00:55:14.225" v="2787" actId="20577"/>
        <pc:sldMkLst>
          <pc:docMk/>
          <pc:sldMk cId="1345280353" sldId="306"/>
        </pc:sldMkLst>
        <pc:spChg chg="mod">
          <ac:chgData name="Sumeet Singh" userId="1524180e-ef14-4c82-9948-525c1bd61650" providerId="ADAL" clId="{C809E13E-ACE1-4DD1-9484-D9AAE2282ECD}" dt="2020-07-09T00:55:14.225" v="2787" actId="20577"/>
          <ac:spMkLst>
            <pc:docMk/>
            <pc:sldMk cId="1345280353" sldId="306"/>
            <ac:spMk id="3" creationId="{15BE2A3D-82F4-44E0-A9BD-289ED685A873}"/>
          </ac:spMkLst>
        </pc:spChg>
      </pc:sldChg>
      <pc:sldChg chg="addSp delSp modSp new mod">
        <pc:chgData name="Sumeet Singh" userId="1524180e-ef14-4c82-9948-525c1bd61650" providerId="ADAL" clId="{C809E13E-ACE1-4DD1-9484-D9AAE2282ECD}" dt="2020-07-09T01:07:01.504" v="2899" actId="1076"/>
        <pc:sldMkLst>
          <pc:docMk/>
          <pc:sldMk cId="1004953915" sldId="307"/>
        </pc:sldMkLst>
        <pc:spChg chg="del">
          <ac:chgData name="Sumeet Singh" userId="1524180e-ef14-4c82-9948-525c1bd61650" providerId="ADAL" clId="{C809E13E-ACE1-4DD1-9484-D9AAE2282ECD}" dt="2020-07-09T01:05:35.331" v="2789" actId="478"/>
          <ac:spMkLst>
            <pc:docMk/>
            <pc:sldMk cId="1004953915" sldId="307"/>
            <ac:spMk id="2" creationId="{8AC84A2E-B9BD-4301-B407-56C9ABECFFF2}"/>
          </ac:spMkLst>
        </pc:spChg>
        <pc:spChg chg="del">
          <ac:chgData name="Sumeet Singh" userId="1524180e-ef14-4c82-9948-525c1bd61650" providerId="ADAL" clId="{C809E13E-ACE1-4DD1-9484-D9AAE2282ECD}" dt="2020-07-09T01:05:43.012" v="2790" actId="478"/>
          <ac:spMkLst>
            <pc:docMk/>
            <pc:sldMk cId="1004953915" sldId="307"/>
            <ac:spMk id="3" creationId="{9668E31D-923B-4B19-9F39-E5707314E85D}"/>
          </ac:spMkLst>
        </pc:spChg>
        <pc:spChg chg="add mod">
          <ac:chgData name="Sumeet Singh" userId="1524180e-ef14-4c82-9948-525c1bd61650" providerId="ADAL" clId="{C809E13E-ACE1-4DD1-9484-D9AAE2282ECD}" dt="2020-07-09T01:07:01.504" v="2899" actId="1076"/>
          <ac:spMkLst>
            <pc:docMk/>
            <pc:sldMk cId="1004953915" sldId="307"/>
            <ac:spMk id="4" creationId="{FCC18C32-ACAE-4EF9-8E24-B4636AAAD92F}"/>
          </ac:spMkLst>
        </pc:spChg>
      </pc:sldChg>
    </pc:docChg>
  </pc:docChgLst>
  <pc:docChgLst>
    <pc:chgData name="Sumeet Singh" userId="1524180e-ef14-4c82-9948-525c1bd61650" providerId="ADAL" clId="{B1D2689B-26BE-4104-8CBF-E3468D78C8FA}"/>
    <pc:docChg chg="undo redo custSel mod addSld delSld modSld sldOrd">
      <pc:chgData name="Sumeet Singh" userId="1524180e-ef14-4c82-9948-525c1bd61650" providerId="ADAL" clId="{B1D2689B-26BE-4104-8CBF-E3468D78C8FA}" dt="2020-07-06T05:08:15.673" v="6872" actId="207"/>
      <pc:docMkLst>
        <pc:docMk/>
      </pc:docMkLst>
      <pc:sldChg chg="modSp mod">
        <pc:chgData name="Sumeet Singh" userId="1524180e-ef14-4c82-9948-525c1bd61650" providerId="ADAL" clId="{B1D2689B-26BE-4104-8CBF-E3468D78C8FA}" dt="2020-07-04T20:15:59.802" v="5321" actId="20577"/>
        <pc:sldMkLst>
          <pc:docMk/>
          <pc:sldMk cId="1851129347" sldId="257"/>
        </pc:sldMkLst>
        <pc:spChg chg="mod">
          <ac:chgData name="Sumeet Singh" userId="1524180e-ef14-4c82-9948-525c1bd61650" providerId="ADAL" clId="{B1D2689B-26BE-4104-8CBF-E3468D78C8FA}" dt="2020-06-24T01:47:29.032" v="4619" actId="5793"/>
          <ac:spMkLst>
            <pc:docMk/>
            <pc:sldMk cId="1851129347" sldId="257"/>
            <ac:spMk id="2" creationId="{00000000-0000-0000-0000-000000000000}"/>
          </ac:spMkLst>
        </pc:spChg>
        <pc:spChg chg="mod">
          <ac:chgData name="Sumeet Singh" userId="1524180e-ef14-4c82-9948-525c1bd61650" providerId="ADAL" clId="{B1D2689B-26BE-4104-8CBF-E3468D78C8FA}" dt="2020-07-04T20:15:59.802" v="5321" actId="20577"/>
          <ac:spMkLst>
            <pc:docMk/>
            <pc:sldMk cId="1851129347" sldId="257"/>
            <ac:spMk id="3" creationId="{00000000-0000-0000-0000-000000000000}"/>
          </ac:spMkLst>
        </pc:spChg>
      </pc:sldChg>
      <pc:sldChg chg="del">
        <pc:chgData name="Sumeet Singh" userId="1524180e-ef14-4c82-9948-525c1bd61650" providerId="ADAL" clId="{B1D2689B-26BE-4104-8CBF-E3468D78C8FA}" dt="2020-06-24T01:39:15.737" v="4069" actId="47"/>
        <pc:sldMkLst>
          <pc:docMk/>
          <pc:sldMk cId="318175100" sldId="258"/>
        </pc:sldMkLst>
      </pc:sldChg>
      <pc:sldChg chg="modSp mod">
        <pc:chgData name="Sumeet Singh" userId="1524180e-ef14-4c82-9948-525c1bd61650" providerId="ADAL" clId="{B1D2689B-26BE-4104-8CBF-E3468D78C8FA}" dt="2020-06-24T01:49:58.306" v="4646" actId="20577"/>
        <pc:sldMkLst>
          <pc:docMk/>
          <pc:sldMk cId="2403310048" sldId="259"/>
        </pc:sldMkLst>
        <pc:spChg chg="mod">
          <ac:chgData name="Sumeet Singh" userId="1524180e-ef14-4c82-9948-525c1bd61650" providerId="ADAL" clId="{B1D2689B-26BE-4104-8CBF-E3468D78C8FA}" dt="2020-06-24T01:49:58.306" v="4646" actId="20577"/>
          <ac:spMkLst>
            <pc:docMk/>
            <pc:sldMk cId="2403310048" sldId="259"/>
            <ac:spMk id="3" creationId="{76D6D117-BFFD-48A7-9157-25DB297AD089}"/>
          </ac:spMkLst>
        </pc:spChg>
      </pc:sldChg>
      <pc:sldChg chg="modSp mod">
        <pc:chgData name="Sumeet Singh" userId="1524180e-ef14-4c82-9948-525c1bd61650" providerId="ADAL" clId="{B1D2689B-26BE-4104-8CBF-E3468D78C8FA}" dt="2020-06-24T01:58:21.337" v="4835" actId="313"/>
        <pc:sldMkLst>
          <pc:docMk/>
          <pc:sldMk cId="1370454082" sldId="260"/>
        </pc:sldMkLst>
        <pc:graphicFrameChg chg="modGraphic">
          <ac:chgData name="Sumeet Singh" userId="1524180e-ef14-4c82-9948-525c1bd61650" providerId="ADAL" clId="{B1D2689B-26BE-4104-8CBF-E3468D78C8FA}" dt="2020-06-24T01:58:21.337" v="4835" actId="313"/>
          <ac:graphicFrameMkLst>
            <pc:docMk/>
            <pc:sldMk cId="1370454082" sldId="260"/>
            <ac:graphicFrameMk id="4" creationId="{25521D50-F8FD-493F-9094-638700B71582}"/>
          </ac:graphicFrameMkLst>
        </pc:graphicFrameChg>
      </pc:sldChg>
      <pc:sldChg chg="modSp mod">
        <pc:chgData name="Sumeet Singh" userId="1524180e-ef14-4c82-9948-525c1bd61650" providerId="ADAL" clId="{B1D2689B-26BE-4104-8CBF-E3468D78C8FA}" dt="2020-06-24T01:59:12.479" v="4840" actId="5793"/>
        <pc:sldMkLst>
          <pc:docMk/>
          <pc:sldMk cId="1379811931" sldId="261"/>
        </pc:sldMkLst>
        <pc:spChg chg="mod">
          <ac:chgData name="Sumeet Singh" userId="1524180e-ef14-4c82-9948-525c1bd61650" providerId="ADAL" clId="{B1D2689B-26BE-4104-8CBF-E3468D78C8FA}" dt="2020-06-24T01:59:12.479" v="4840" actId="5793"/>
          <ac:spMkLst>
            <pc:docMk/>
            <pc:sldMk cId="1379811931" sldId="261"/>
            <ac:spMk id="3" creationId="{FB626F0B-650E-4F32-863E-1B75C547147D}"/>
          </ac:spMkLst>
        </pc:spChg>
      </pc:sldChg>
      <pc:sldChg chg="addSp delSp modSp mod">
        <pc:chgData name="Sumeet Singh" userId="1524180e-ef14-4c82-9948-525c1bd61650" providerId="ADAL" clId="{B1D2689B-26BE-4104-8CBF-E3468D78C8FA}" dt="2020-06-24T01:51:23.450" v="4653" actId="1076"/>
        <pc:sldMkLst>
          <pc:docMk/>
          <pc:sldMk cId="1994295543" sldId="263"/>
        </pc:sldMkLst>
        <pc:picChg chg="add mod">
          <ac:chgData name="Sumeet Singh" userId="1524180e-ef14-4c82-9948-525c1bd61650" providerId="ADAL" clId="{B1D2689B-26BE-4104-8CBF-E3468D78C8FA}" dt="2020-06-24T01:51:23.450" v="4653" actId="1076"/>
          <ac:picMkLst>
            <pc:docMk/>
            <pc:sldMk cId="1994295543" sldId="263"/>
            <ac:picMk id="6" creationId="{728A7872-601B-4E6D-82D4-365AF065B63F}"/>
          </ac:picMkLst>
        </pc:picChg>
        <pc:picChg chg="del">
          <ac:chgData name="Sumeet Singh" userId="1524180e-ef14-4c82-9948-525c1bd61650" providerId="ADAL" clId="{B1D2689B-26BE-4104-8CBF-E3468D78C8FA}" dt="2020-06-24T01:51:08.695" v="4647" actId="478"/>
          <ac:picMkLst>
            <pc:docMk/>
            <pc:sldMk cId="1994295543" sldId="263"/>
            <ac:picMk id="11" creationId="{46B91C27-48A0-4B8B-89ED-D72CBB2D2BD0}"/>
          </ac:picMkLst>
        </pc:picChg>
      </pc:sldChg>
      <pc:sldChg chg="modSp mod">
        <pc:chgData name="Sumeet Singh" userId="1524180e-ef14-4c82-9948-525c1bd61650" providerId="ADAL" clId="{B1D2689B-26BE-4104-8CBF-E3468D78C8FA}" dt="2020-06-24T01:48:46.005" v="4635" actId="20577"/>
        <pc:sldMkLst>
          <pc:docMk/>
          <pc:sldMk cId="2057286073" sldId="266"/>
        </pc:sldMkLst>
        <pc:spChg chg="mod">
          <ac:chgData name="Sumeet Singh" userId="1524180e-ef14-4c82-9948-525c1bd61650" providerId="ADAL" clId="{B1D2689B-26BE-4104-8CBF-E3468D78C8FA}" dt="2020-06-24T01:48:46.005" v="4635" actId="20577"/>
          <ac:spMkLst>
            <pc:docMk/>
            <pc:sldMk cId="2057286073" sldId="266"/>
            <ac:spMk id="9" creationId="{FF60CC82-70B4-4407-801E-7776F3779834}"/>
          </ac:spMkLst>
        </pc:spChg>
        <pc:picChg chg="mod">
          <ac:chgData name="Sumeet Singh" userId="1524180e-ef14-4c82-9948-525c1bd61650" providerId="ADAL" clId="{B1D2689B-26BE-4104-8CBF-E3468D78C8FA}" dt="2020-06-23T03:43:28.162" v="1717" actId="1076"/>
          <ac:picMkLst>
            <pc:docMk/>
            <pc:sldMk cId="2057286073" sldId="266"/>
            <ac:picMk id="10" creationId="{0423D54A-CD6B-4B91-A771-C6BF0BB77395}"/>
          </ac:picMkLst>
        </pc:picChg>
      </pc:sldChg>
      <pc:sldChg chg="modSp mod">
        <pc:chgData name="Sumeet Singh" userId="1524180e-ef14-4c82-9948-525c1bd61650" providerId="ADAL" clId="{B1D2689B-26BE-4104-8CBF-E3468D78C8FA}" dt="2020-06-23T01:53:26.757" v="107"/>
        <pc:sldMkLst>
          <pc:docMk/>
          <pc:sldMk cId="3055789249" sldId="267"/>
        </pc:sldMkLst>
        <pc:spChg chg="mod">
          <ac:chgData name="Sumeet Singh" userId="1524180e-ef14-4c82-9948-525c1bd61650" providerId="ADAL" clId="{B1D2689B-26BE-4104-8CBF-E3468D78C8FA}" dt="2020-06-23T01:52:11.804" v="84" actId="20577"/>
          <ac:spMkLst>
            <pc:docMk/>
            <pc:sldMk cId="3055789249" sldId="267"/>
            <ac:spMk id="3" creationId="{F33F396C-08BC-4846-B38B-E861601DAE82}"/>
          </ac:spMkLst>
        </pc:spChg>
        <pc:graphicFrameChg chg="mod modGraphic">
          <ac:chgData name="Sumeet Singh" userId="1524180e-ef14-4c82-9948-525c1bd61650" providerId="ADAL" clId="{B1D2689B-26BE-4104-8CBF-E3468D78C8FA}" dt="2020-06-23T01:53:26.757" v="107"/>
          <ac:graphicFrameMkLst>
            <pc:docMk/>
            <pc:sldMk cId="3055789249" sldId="267"/>
            <ac:graphicFrameMk id="10" creationId="{22AAC5B0-BEAF-4960-B0CE-D28B5713BCDF}"/>
          </ac:graphicFrameMkLst>
        </pc:graphicFrameChg>
      </pc:sldChg>
      <pc:sldChg chg="modSp mod ord">
        <pc:chgData name="Sumeet Singh" userId="1524180e-ef14-4c82-9948-525c1bd61650" providerId="ADAL" clId="{B1D2689B-26BE-4104-8CBF-E3468D78C8FA}" dt="2020-07-04T21:19:50.953" v="5929" actId="14100"/>
        <pc:sldMkLst>
          <pc:docMk/>
          <pc:sldMk cId="1678610811" sldId="268"/>
        </pc:sldMkLst>
        <pc:spChg chg="mod">
          <ac:chgData name="Sumeet Singh" userId="1524180e-ef14-4c82-9948-525c1bd61650" providerId="ADAL" clId="{B1D2689B-26BE-4104-8CBF-E3468D78C8FA}" dt="2020-06-23T19:12:46.358" v="2869" actId="20577"/>
          <ac:spMkLst>
            <pc:docMk/>
            <pc:sldMk cId="1678610811" sldId="268"/>
            <ac:spMk id="3" creationId="{7D582FA9-7005-4107-A11F-439DD8B2D390}"/>
          </ac:spMkLst>
        </pc:spChg>
        <pc:graphicFrameChg chg="mod modGraphic">
          <ac:chgData name="Sumeet Singh" userId="1524180e-ef14-4c82-9948-525c1bd61650" providerId="ADAL" clId="{B1D2689B-26BE-4104-8CBF-E3468D78C8FA}" dt="2020-07-04T21:19:50.953" v="5929" actId="14100"/>
          <ac:graphicFrameMkLst>
            <pc:docMk/>
            <pc:sldMk cId="1678610811" sldId="268"/>
            <ac:graphicFrameMk id="4" creationId="{FFA5137D-915D-4AEE-9433-BAF7CE8B309A}"/>
          </ac:graphicFrameMkLst>
        </pc:graphicFrameChg>
      </pc:sldChg>
      <pc:sldChg chg="modSp mod">
        <pc:chgData name="Sumeet Singh" userId="1524180e-ef14-4c82-9948-525c1bd61650" providerId="ADAL" clId="{B1D2689B-26BE-4104-8CBF-E3468D78C8FA}" dt="2020-06-23T03:53:06.499" v="2092" actId="20577"/>
        <pc:sldMkLst>
          <pc:docMk/>
          <pc:sldMk cId="3178001947" sldId="270"/>
        </pc:sldMkLst>
        <pc:spChg chg="mod">
          <ac:chgData name="Sumeet Singh" userId="1524180e-ef14-4c82-9948-525c1bd61650" providerId="ADAL" clId="{B1D2689B-26BE-4104-8CBF-E3468D78C8FA}" dt="2020-06-23T03:53:06.499" v="2092" actId="20577"/>
          <ac:spMkLst>
            <pc:docMk/>
            <pc:sldMk cId="3178001947" sldId="270"/>
            <ac:spMk id="2" creationId="{0F626A45-6F0F-47D4-9BBC-43216FFE6E59}"/>
          </ac:spMkLst>
        </pc:spChg>
      </pc:sldChg>
      <pc:sldChg chg="modSp del mod ord">
        <pc:chgData name="Sumeet Singh" userId="1524180e-ef14-4c82-9948-525c1bd61650" providerId="ADAL" clId="{B1D2689B-26BE-4104-8CBF-E3468D78C8FA}" dt="2020-07-04T21:18:13.145" v="5921" actId="47"/>
        <pc:sldMkLst>
          <pc:docMk/>
          <pc:sldMk cId="3962419122" sldId="271"/>
        </pc:sldMkLst>
        <pc:spChg chg="mod">
          <ac:chgData name="Sumeet Singh" userId="1524180e-ef14-4c82-9948-525c1bd61650" providerId="ADAL" clId="{B1D2689B-26BE-4104-8CBF-E3468D78C8FA}" dt="2020-07-04T21:15:40.651" v="5667" actId="1076"/>
          <ac:spMkLst>
            <pc:docMk/>
            <pc:sldMk cId="3962419122" sldId="271"/>
            <ac:spMk id="2" creationId="{9C37F746-8C7A-4E7E-8237-7CDABDD286A1}"/>
          </ac:spMkLst>
        </pc:spChg>
        <pc:picChg chg="mod">
          <ac:chgData name="Sumeet Singh" userId="1524180e-ef14-4c82-9948-525c1bd61650" providerId="ADAL" clId="{B1D2689B-26BE-4104-8CBF-E3468D78C8FA}" dt="2020-07-04T21:15:21.052" v="5663" actId="1076"/>
          <ac:picMkLst>
            <pc:docMk/>
            <pc:sldMk cId="3962419122" sldId="271"/>
            <ac:picMk id="9" creationId="{84DEC651-667D-401E-8AA5-4170AA514674}"/>
          </ac:picMkLst>
        </pc:picChg>
        <pc:picChg chg="mod">
          <ac:chgData name="Sumeet Singh" userId="1524180e-ef14-4c82-9948-525c1bd61650" providerId="ADAL" clId="{B1D2689B-26BE-4104-8CBF-E3468D78C8FA}" dt="2020-07-04T21:15:23.105" v="5664" actId="1076"/>
          <ac:picMkLst>
            <pc:docMk/>
            <pc:sldMk cId="3962419122" sldId="271"/>
            <ac:picMk id="11" creationId="{62FE3EE2-CDB4-4591-9612-DABFFFD27ACC}"/>
          </ac:picMkLst>
        </pc:picChg>
        <pc:picChg chg="mod">
          <ac:chgData name="Sumeet Singh" userId="1524180e-ef14-4c82-9948-525c1bd61650" providerId="ADAL" clId="{B1D2689B-26BE-4104-8CBF-E3468D78C8FA}" dt="2020-07-04T21:15:25.602" v="5665" actId="1076"/>
          <ac:picMkLst>
            <pc:docMk/>
            <pc:sldMk cId="3962419122" sldId="271"/>
            <ac:picMk id="13" creationId="{FCA93A5B-CCE8-45B8-BA48-BB403614053D}"/>
          </ac:picMkLst>
        </pc:picChg>
      </pc:sldChg>
      <pc:sldChg chg="modSp del mod">
        <pc:chgData name="Sumeet Singh" userId="1524180e-ef14-4c82-9948-525c1bd61650" providerId="ADAL" clId="{B1D2689B-26BE-4104-8CBF-E3468D78C8FA}" dt="2020-07-04T21:26:21.373" v="5963" actId="47"/>
        <pc:sldMkLst>
          <pc:docMk/>
          <pc:sldMk cId="1491708734" sldId="272"/>
        </pc:sldMkLst>
        <pc:spChg chg="mod">
          <ac:chgData name="Sumeet Singh" userId="1524180e-ef14-4c82-9948-525c1bd61650" providerId="ADAL" clId="{B1D2689B-26BE-4104-8CBF-E3468D78C8FA}" dt="2020-06-23T03:53:18.007" v="2096" actId="20577"/>
          <ac:spMkLst>
            <pc:docMk/>
            <pc:sldMk cId="1491708734" sldId="272"/>
            <ac:spMk id="2" creationId="{6092B6B2-476B-4D74-871E-6146D707BFF1}"/>
          </ac:spMkLst>
        </pc:spChg>
      </pc:sldChg>
      <pc:sldChg chg="modSp mod">
        <pc:chgData name="Sumeet Singh" userId="1524180e-ef14-4c82-9948-525c1bd61650" providerId="ADAL" clId="{B1D2689B-26BE-4104-8CBF-E3468D78C8FA}" dt="2020-06-23T03:53:23.698" v="2098" actId="20577"/>
        <pc:sldMkLst>
          <pc:docMk/>
          <pc:sldMk cId="373809391" sldId="274"/>
        </pc:sldMkLst>
        <pc:spChg chg="mod">
          <ac:chgData name="Sumeet Singh" userId="1524180e-ef14-4c82-9948-525c1bd61650" providerId="ADAL" clId="{B1D2689B-26BE-4104-8CBF-E3468D78C8FA}" dt="2020-06-23T03:53:23.698" v="2098" actId="20577"/>
          <ac:spMkLst>
            <pc:docMk/>
            <pc:sldMk cId="373809391" sldId="274"/>
            <ac:spMk id="2" creationId="{F6683D9A-6754-4407-B53B-55DDA3BCAF8D}"/>
          </ac:spMkLst>
        </pc:spChg>
      </pc:sldChg>
      <pc:sldChg chg="modSp mod">
        <pc:chgData name="Sumeet Singh" userId="1524180e-ef14-4c82-9948-525c1bd61650" providerId="ADAL" clId="{B1D2689B-26BE-4104-8CBF-E3468D78C8FA}" dt="2020-06-24T01:52:47.187" v="4669" actId="20577"/>
        <pc:sldMkLst>
          <pc:docMk/>
          <pc:sldMk cId="4011772452" sldId="275"/>
        </pc:sldMkLst>
        <pc:spChg chg="mod">
          <ac:chgData name="Sumeet Singh" userId="1524180e-ef14-4c82-9948-525c1bd61650" providerId="ADAL" clId="{B1D2689B-26BE-4104-8CBF-E3468D78C8FA}" dt="2020-06-24T01:52:47.187" v="4669" actId="20577"/>
          <ac:spMkLst>
            <pc:docMk/>
            <pc:sldMk cId="4011772452" sldId="275"/>
            <ac:spMk id="2" creationId="{B49B76AE-F71D-4FA7-8C26-E570162C10D8}"/>
          </ac:spMkLst>
        </pc:spChg>
      </pc:sldChg>
      <pc:sldChg chg="addSp modSp mod">
        <pc:chgData name="Sumeet Singh" userId="1524180e-ef14-4c82-9948-525c1bd61650" providerId="ADAL" clId="{B1D2689B-26BE-4104-8CBF-E3468D78C8FA}" dt="2020-06-24T01:51:59.607" v="4656" actId="1035"/>
        <pc:sldMkLst>
          <pc:docMk/>
          <pc:sldMk cId="2133715348" sldId="276"/>
        </pc:sldMkLst>
        <pc:spChg chg="mod">
          <ac:chgData name="Sumeet Singh" userId="1524180e-ef14-4c82-9948-525c1bd61650" providerId="ADAL" clId="{B1D2689B-26BE-4104-8CBF-E3468D78C8FA}" dt="2020-06-23T02:45:54.413" v="951" actId="21"/>
          <ac:spMkLst>
            <pc:docMk/>
            <pc:sldMk cId="2133715348" sldId="276"/>
            <ac:spMk id="2" creationId="{CABFB8BD-D49B-4533-B1F5-45854910128B}"/>
          </ac:spMkLst>
        </pc:spChg>
        <pc:spChg chg="mod">
          <ac:chgData name="Sumeet Singh" userId="1524180e-ef14-4c82-9948-525c1bd61650" providerId="ADAL" clId="{B1D2689B-26BE-4104-8CBF-E3468D78C8FA}" dt="2020-06-23T03:57:58.222" v="2301" actId="20577"/>
          <ac:spMkLst>
            <pc:docMk/>
            <pc:sldMk cId="2133715348" sldId="276"/>
            <ac:spMk id="3" creationId="{0715DA95-5A85-4365-8A33-A465F814F9FB}"/>
          </ac:spMkLst>
        </pc:spChg>
        <pc:graphicFrameChg chg="add mod modGraphic">
          <ac:chgData name="Sumeet Singh" userId="1524180e-ef14-4c82-9948-525c1bd61650" providerId="ADAL" clId="{B1D2689B-26BE-4104-8CBF-E3468D78C8FA}" dt="2020-06-24T01:51:59.607" v="4656" actId="1035"/>
          <ac:graphicFrameMkLst>
            <pc:docMk/>
            <pc:sldMk cId="2133715348" sldId="276"/>
            <ac:graphicFrameMk id="4" creationId="{20BDAD40-411C-4A05-A888-0522FE33158D}"/>
          </ac:graphicFrameMkLst>
        </pc:graphicFrameChg>
      </pc:sldChg>
      <pc:sldChg chg="modSp mod">
        <pc:chgData name="Sumeet Singh" userId="1524180e-ef14-4c82-9948-525c1bd61650" providerId="ADAL" clId="{B1D2689B-26BE-4104-8CBF-E3468D78C8FA}" dt="2020-06-24T02:02:57.810" v="4841" actId="20577"/>
        <pc:sldMkLst>
          <pc:docMk/>
          <pc:sldMk cId="294198597" sldId="277"/>
        </pc:sldMkLst>
        <pc:spChg chg="mod">
          <ac:chgData name="Sumeet Singh" userId="1524180e-ef14-4c82-9948-525c1bd61650" providerId="ADAL" clId="{B1D2689B-26BE-4104-8CBF-E3468D78C8FA}" dt="2020-06-24T02:02:57.810" v="4841" actId="20577"/>
          <ac:spMkLst>
            <pc:docMk/>
            <pc:sldMk cId="294198597" sldId="277"/>
            <ac:spMk id="3" creationId="{4FC802EE-266C-4C2F-883F-2868274F41D0}"/>
          </ac:spMkLst>
        </pc:spChg>
      </pc:sldChg>
      <pc:sldChg chg="delSp modSp del mod">
        <pc:chgData name="Sumeet Singh" userId="1524180e-ef14-4c82-9948-525c1bd61650" providerId="ADAL" clId="{B1D2689B-26BE-4104-8CBF-E3468D78C8FA}" dt="2020-06-23T02:45:37.818" v="950" actId="47"/>
        <pc:sldMkLst>
          <pc:docMk/>
          <pc:sldMk cId="984787425" sldId="278"/>
        </pc:sldMkLst>
        <pc:spChg chg="mod">
          <ac:chgData name="Sumeet Singh" userId="1524180e-ef14-4c82-9948-525c1bd61650" providerId="ADAL" clId="{B1D2689B-26BE-4104-8CBF-E3468D78C8FA}" dt="2020-06-23T02:39:37.620" v="794" actId="21"/>
          <ac:spMkLst>
            <pc:docMk/>
            <pc:sldMk cId="984787425" sldId="278"/>
            <ac:spMk id="3" creationId="{6EF6C893-59CF-46C3-B58F-B018A907E32E}"/>
          </ac:spMkLst>
        </pc:spChg>
        <pc:graphicFrameChg chg="del">
          <ac:chgData name="Sumeet Singh" userId="1524180e-ef14-4c82-9948-525c1bd61650" providerId="ADAL" clId="{B1D2689B-26BE-4104-8CBF-E3468D78C8FA}" dt="2020-06-23T02:39:50.861" v="797" actId="21"/>
          <ac:graphicFrameMkLst>
            <pc:docMk/>
            <pc:sldMk cId="984787425" sldId="278"/>
            <ac:graphicFrameMk id="4" creationId="{5B1CB426-C2FD-4B1F-BC49-AEF2252306D9}"/>
          </ac:graphicFrameMkLst>
        </pc:graphicFrameChg>
      </pc:sldChg>
      <pc:sldChg chg="modSp mod ord">
        <pc:chgData name="Sumeet Singh" userId="1524180e-ef14-4c82-9948-525c1bd61650" providerId="ADAL" clId="{B1D2689B-26BE-4104-8CBF-E3468D78C8FA}" dt="2020-07-04T21:23:52.854" v="5935"/>
        <pc:sldMkLst>
          <pc:docMk/>
          <pc:sldMk cId="379640074" sldId="279"/>
        </pc:sldMkLst>
        <pc:spChg chg="mod">
          <ac:chgData name="Sumeet Singh" userId="1524180e-ef14-4c82-9948-525c1bd61650" providerId="ADAL" clId="{B1D2689B-26BE-4104-8CBF-E3468D78C8FA}" dt="2020-06-23T02:46:01.090" v="952" actId="20577"/>
          <ac:spMkLst>
            <pc:docMk/>
            <pc:sldMk cId="379640074" sldId="279"/>
            <ac:spMk id="2" creationId="{E567D9C8-2BE3-4D74-9908-5BBF9F47387A}"/>
          </ac:spMkLst>
        </pc:spChg>
        <pc:spChg chg="mod">
          <ac:chgData name="Sumeet Singh" userId="1524180e-ef14-4c82-9948-525c1bd61650" providerId="ADAL" clId="{B1D2689B-26BE-4104-8CBF-E3468D78C8FA}" dt="2020-06-23T02:47:10.674" v="958" actId="5793"/>
          <ac:spMkLst>
            <pc:docMk/>
            <pc:sldMk cId="379640074" sldId="279"/>
            <ac:spMk id="3" creationId="{DA8C89B9-96FF-4108-AC46-4C39C8BC6B4D}"/>
          </ac:spMkLst>
        </pc:spChg>
        <pc:graphicFrameChg chg="modGraphic">
          <ac:chgData name="Sumeet Singh" userId="1524180e-ef14-4c82-9948-525c1bd61650" providerId="ADAL" clId="{B1D2689B-26BE-4104-8CBF-E3468D78C8FA}" dt="2020-06-24T01:52:05.444" v="4657" actId="122"/>
          <ac:graphicFrameMkLst>
            <pc:docMk/>
            <pc:sldMk cId="379640074" sldId="279"/>
            <ac:graphicFrameMk id="4" creationId="{1A87325C-9069-4908-85EE-8AC8BED424F1}"/>
          </ac:graphicFrameMkLst>
        </pc:graphicFrameChg>
      </pc:sldChg>
      <pc:sldChg chg="addSp modSp new mod">
        <pc:chgData name="Sumeet Singh" userId="1524180e-ef14-4c82-9948-525c1bd61650" providerId="ADAL" clId="{B1D2689B-26BE-4104-8CBF-E3468D78C8FA}" dt="2020-06-23T03:56:06.268" v="2293" actId="1076"/>
        <pc:sldMkLst>
          <pc:docMk/>
          <pc:sldMk cId="2608450327" sldId="280"/>
        </pc:sldMkLst>
        <pc:spChg chg="mod">
          <ac:chgData name="Sumeet Singh" userId="1524180e-ef14-4c82-9948-525c1bd61650" providerId="ADAL" clId="{B1D2689B-26BE-4104-8CBF-E3468D78C8FA}" dt="2020-06-23T03:43:45.566" v="1732" actId="20577"/>
          <ac:spMkLst>
            <pc:docMk/>
            <pc:sldMk cId="2608450327" sldId="280"/>
            <ac:spMk id="2" creationId="{E518B2E4-852F-4C75-88BD-6E4E84E946C8}"/>
          </ac:spMkLst>
        </pc:spChg>
        <pc:spChg chg="mod">
          <ac:chgData name="Sumeet Singh" userId="1524180e-ef14-4c82-9948-525c1bd61650" providerId="ADAL" clId="{B1D2689B-26BE-4104-8CBF-E3468D78C8FA}" dt="2020-06-23T03:55:15.875" v="2290" actId="20577"/>
          <ac:spMkLst>
            <pc:docMk/>
            <pc:sldMk cId="2608450327" sldId="280"/>
            <ac:spMk id="3" creationId="{8255E6FD-E57B-443E-9941-A262BFE50D59}"/>
          </ac:spMkLst>
        </pc:spChg>
        <pc:graphicFrameChg chg="add mod modGraphic">
          <ac:chgData name="Sumeet Singh" userId="1524180e-ef14-4c82-9948-525c1bd61650" providerId="ADAL" clId="{B1D2689B-26BE-4104-8CBF-E3468D78C8FA}" dt="2020-06-23T03:55:29.622" v="2291" actId="1076"/>
          <ac:graphicFrameMkLst>
            <pc:docMk/>
            <pc:sldMk cId="2608450327" sldId="280"/>
            <ac:graphicFrameMk id="4" creationId="{E6462776-97E0-4540-92C6-921E1AB4BE99}"/>
          </ac:graphicFrameMkLst>
        </pc:graphicFrameChg>
        <pc:picChg chg="add mod">
          <ac:chgData name="Sumeet Singh" userId="1524180e-ef14-4c82-9948-525c1bd61650" providerId="ADAL" clId="{B1D2689B-26BE-4104-8CBF-E3468D78C8FA}" dt="2020-06-23T03:56:01.987" v="2292" actId="1076"/>
          <ac:picMkLst>
            <pc:docMk/>
            <pc:sldMk cId="2608450327" sldId="280"/>
            <ac:picMk id="5" creationId="{910C2FE5-1749-448E-83E1-0F43E0E73B55}"/>
          </ac:picMkLst>
        </pc:picChg>
        <pc:picChg chg="add mod">
          <ac:chgData name="Sumeet Singh" userId="1524180e-ef14-4c82-9948-525c1bd61650" providerId="ADAL" clId="{B1D2689B-26BE-4104-8CBF-E3468D78C8FA}" dt="2020-06-23T03:56:06.268" v="2293" actId="1076"/>
          <ac:picMkLst>
            <pc:docMk/>
            <pc:sldMk cId="2608450327" sldId="280"/>
            <ac:picMk id="6" creationId="{E2FF0440-5AFE-47D5-B7EB-BAAB6DDC13F0}"/>
          </ac:picMkLst>
        </pc:picChg>
      </pc:sldChg>
      <pc:sldChg chg="addSp delSp modSp new mod ord">
        <pc:chgData name="Sumeet Singh" userId="1524180e-ef14-4c82-9948-525c1bd61650" providerId="ADAL" clId="{B1D2689B-26BE-4104-8CBF-E3468D78C8FA}" dt="2020-07-04T20:42:19.803" v="5616" actId="20577"/>
        <pc:sldMkLst>
          <pc:docMk/>
          <pc:sldMk cId="3256581833" sldId="281"/>
        </pc:sldMkLst>
        <pc:spChg chg="mod">
          <ac:chgData name="Sumeet Singh" userId="1524180e-ef14-4c82-9948-525c1bd61650" providerId="ADAL" clId="{B1D2689B-26BE-4104-8CBF-E3468D78C8FA}" dt="2020-06-23T02:33:52.455" v="581" actId="20577"/>
          <ac:spMkLst>
            <pc:docMk/>
            <pc:sldMk cId="3256581833" sldId="281"/>
            <ac:spMk id="2" creationId="{17FA125F-0BD6-4E98-B0FD-3CF0E2C8C665}"/>
          </ac:spMkLst>
        </pc:spChg>
        <pc:spChg chg="del mod">
          <ac:chgData name="Sumeet Singh" userId="1524180e-ef14-4c82-9948-525c1bd61650" providerId="ADAL" clId="{B1D2689B-26BE-4104-8CBF-E3468D78C8FA}" dt="2020-06-23T04:04:59.865" v="2316"/>
          <ac:spMkLst>
            <pc:docMk/>
            <pc:sldMk cId="3256581833" sldId="281"/>
            <ac:spMk id="3" creationId="{C14D3AFC-1918-4F17-BE1F-9E455F8578BC}"/>
          </ac:spMkLst>
        </pc:spChg>
        <pc:spChg chg="add mod">
          <ac:chgData name="Sumeet Singh" userId="1524180e-ef14-4c82-9948-525c1bd61650" providerId="ADAL" clId="{B1D2689B-26BE-4104-8CBF-E3468D78C8FA}" dt="2020-07-04T20:42:19.803" v="5616" actId="20577"/>
          <ac:spMkLst>
            <pc:docMk/>
            <pc:sldMk cId="3256581833" sldId="281"/>
            <ac:spMk id="7" creationId="{8B2F521E-BB08-494D-A3E1-82572532E3AB}"/>
          </ac:spMkLst>
        </pc:spChg>
        <pc:spChg chg="add mod">
          <ac:chgData name="Sumeet Singh" userId="1524180e-ef14-4c82-9948-525c1bd61650" providerId="ADAL" clId="{B1D2689B-26BE-4104-8CBF-E3468D78C8FA}" dt="2020-06-23T04:09:41.190" v="2435" actId="1076"/>
          <ac:spMkLst>
            <pc:docMk/>
            <pc:sldMk cId="3256581833" sldId="281"/>
            <ac:spMk id="11" creationId="{7A29227A-9270-429F-B6CB-E725ABE3F976}"/>
          </ac:spMkLst>
        </pc:spChg>
        <pc:spChg chg="add mod">
          <ac:chgData name="Sumeet Singh" userId="1524180e-ef14-4c82-9948-525c1bd61650" providerId="ADAL" clId="{B1D2689B-26BE-4104-8CBF-E3468D78C8FA}" dt="2020-06-23T04:10:05.583" v="2477" actId="20577"/>
          <ac:spMkLst>
            <pc:docMk/>
            <pc:sldMk cId="3256581833" sldId="281"/>
            <ac:spMk id="12" creationId="{C019BD0D-0A8C-428C-9ABF-C1A37D69B00B}"/>
          </ac:spMkLst>
        </pc:spChg>
        <pc:spChg chg="add mod">
          <ac:chgData name="Sumeet Singh" userId="1524180e-ef14-4c82-9948-525c1bd61650" providerId="ADAL" clId="{B1D2689B-26BE-4104-8CBF-E3468D78C8FA}" dt="2020-06-23T04:10:25.187" v="2508" actId="20577"/>
          <ac:spMkLst>
            <pc:docMk/>
            <pc:sldMk cId="3256581833" sldId="281"/>
            <ac:spMk id="13" creationId="{B072DCF2-4A88-46CC-9433-57FB68F0C60F}"/>
          </ac:spMkLst>
        </pc:spChg>
        <pc:picChg chg="add mod">
          <ac:chgData name="Sumeet Singh" userId="1524180e-ef14-4c82-9948-525c1bd61650" providerId="ADAL" clId="{B1D2689B-26BE-4104-8CBF-E3468D78C8FA}" dt="2020-07-04T19:38:19.323" v="5047" actId="1076"/>
          <ac:picMkLst>
            <pc:docMk/>
            <pc:sldMk cId="3256581833" sldId="281"/>
            <ac:picMk id="3" creationId="{FB70D558-A954-4063-9E88-5658AC45195F}"/>
          </ac:picMkLst>
        </pc:picChg>
        <pc:picChg chg="add del mod">
          <ac:chgData name="Sumeet Singh" userId="1524180e-ef14-4c82-9948-525c1bd61650" providerId="ADAL" clId="{B1D2689B-26BE-4104-8CBF-E3468D78C8FA}" dt="2020-06-23T04:06:16.250" v="2331" actId="21"/>
          <ac:picMkLst>
            <pc:docMk/>
            <pc:sldMk cId="3256581833" sldId="281"/>
            <ac:picMk id="4" creationId="{02A09CA3-D44C-4810-AF43-3ECB09DB7F18}"/>
          </ac:picMkLst>
        </pc:picChg>
        <pc:picChg chg="add mod">
          <ac:chgData name="Sumeet Singh" userId="1524180e-ef14-4c82-9948-525c1bd61650" providerId="ADAL" clId="{B1D2689B-26BE-4104-8CBF-E3468D78C8FA}" dt="2020-07-04T19:41:39.116" v="5055" actId="1076"/>
          <ac:picMkLst>
            <pc:docMk/>
            <pc:sldMk cId="3256581833" sldId="281"/>
            <ac:picMk id="4" creationId="{8551EBDD-C817-4623-9B2F-2EA11630F631}"/>
          </ac:picMkLst>
        </pc:picChg>
        <pc:picChg chg="add mod">
          <ac:chgData name="Sumeet Singh" userId="1524180e-ef14-4c82-9948-525c1bd61650" providerId="ADAL" clId="{B1D2689B-26BE-4104-8CBF-E3468D78C8FA}" dt="2020-07-04T19:42:39.605" v="5063" actId="1076"/>
          <ac:picMkLst>
            <pc:docMk/>
            <pc:sldMk cId="3256581833" sldId="281"/>
            <ac:picMk id="5" creationId="{9E1C950E-FB74-40DD-AACC-2D12C2ACBD2A}"/>
          </ac:picMkLst>
        </pc:picChg>
        <pc:picChg chg="add del mod">
          <ac:chgData name="Sumeet Singh" userId="1524180e-ef14-4c82-9948-525c1bd61650" providerId="ADAL" clId="{B1D2689B-26BE-4104-8CBF-E3468D78C8FA}" dt="2020-06-23T04:06:16.250" v="2331" actId="21"/>
          <ac:picMkLst>
            <pc:docMk/>
            <pc:sldMk cId="3256581833" sldId="281"/>
            <ac:picMk id="5" creationId="{CEC76AB2-9756-4A3D-B2CE-61DD84AA3762}"/>
          </ac:picMkLst>
        </pc:picChg>
        <pc:picChg chg="add del mod">
          <ac:chgData name="Sumeet Singh" userId="1524180e-ef14-4c82-9948-525c1bd61650" providerId="ADAL" clId="{B1D2689B-26BE-4104-8CBF-E3468D78C8FA}" dt="2020-07-04T19:38:00.602" v="5042" actId="478"/>
          <ac:picMkLst>
            <pc:docMk/>
            <pc:sldMk cId="3256581833" sldId="281"/>
            <ac:picMk id="8" creationId="{CBD7D969-EE6C-4B4E-9353-22E165C77871}"/>
          </ac:picMkLst>
        </pc:picChg>
        <pc:picChg chg="add del mod">
          <ac:chgData name="Sumeet Singh" userId="1524180e-ef14-4c82-9948-525c1bd61650" providerId="ADAL" clId="{B1D2689B-26BE-4104-8CBF-E3468D78C8FA}" dt="2020-07-04T19:41:20.489" v="5048" actId="478"/>
          <ac:picMkLst>
            <pc:docMk/>
            <pc:sldMk cId="3256581833" sldId="281"/>
            <ac:picMk id="9" creationId="{0FEDA380-6A04-464A-BB81-9888F979307E}"/>
          </ac:picMkLst>
        </pc:picChg>
        <pc:picChg chg="add del mod">
          <ac:chgData name="Sumeet Singh" userId="1524180e-ef14-4c82-9948-525c1bd61650" providerId="ADAL" clId="{B1D2689B-26BE-4104-8CBF-E3468D78C8FA}" dt="2020-07-04T19:42:22.181" v="5058" actId="478"/>
          <ac:picMkLst>
            <pc:docMk/>
            <pc:sldMk cId="3256581833" sldId="281"/>
            <ac:picMk id="10" creationId="{93446B47-456B-4BAC-A795-EA38EBDC88C2}"/>
          </ac:picMkLst>
        </pc:picChg>
      </pc:sldChg>
      <pc:sldChg chg="addSp delSp modSp new mod">
        <pc:chgData name="Sumeet Singh" userId="1524180e-ef14-4c82-9948-525c1bd61650" providerId="ADAL" clId="{B1D2689B-26BE-4104-8CBF-E3468D78C8FA}" dt="2020-07-04T19:47:37.008" v="5091" actId="14100"/>
        <pc:sldMkLst>
          <pc:docMk/>
          <pc:sldMk cId="183333943" sldId="282"/>
        </pc:sldMkLst>
        <pc:spChg chg="mod">
          <ac:chgData name="Sumeet Singh" userId="1524180e-ef14-4c82-9948-525c1bd61650" providerId="ADAL" clId="{B1D2689B-26BE-4104-8CBF-E3468D78C8FA}" dt="2020-06-23T02:33:28.285" v="575" actId="20577"/>
          <ac:spMkLst>
            <pc:docMk/>
            <pc:sldMk cId="183333943" sldId="282"/>
            <ac:spMk id="2" creationId="{32D4D83F-23AB-455A-B13A-F15C4730D767}"/>
          </ac:spMkLst>
        </pc:spChg>
        <pc:spChg chg="mod">
          <ac:chgData name="Sumeet Singh" userId="1524180e-ef14-4c82-9948-525c1bd61650" providerId="ADAL" clId="{B1D2689B-26BE-4104-8CBF-E3468D78C8FA}" dt="2020-06-23T04:17:22.721" v="2681" actId="20577"/>
          <ac:spMkLst>
            <pc:docMk/>
            <pc:sldMk cId="183333943" sldId="282"/>
            <ac:spMk id="3" creationId="{1920229C-4E2B-4FF2-9BB2-FDC9464D9444}"/>
          </ac:spMkLst>
        </pc:spChg>
        <pc:spChg chg="add mod">
          <ac:chgData name="Sumeet Singh" userId="1524180e-ef14-4c82-9948-525c1bd61650" providerId="ADAL" clId="{B1D2689B-26BE-4104-8CBF-E3468D78C8FA}" dt="2020-06-23T04:22:19.705" v="2755" actId="20577"/>
          <ac:spMkLst>
            <pc:docMk/>
            <pc:sldMk cId="183333943" sldId="282"/>
            <ac:spMk id="8" creationId="{A67FC24A-1DAD-46AD-B1BF-58402A5BA874}"/>
          </ac:spMkLst>
        </pc:spChg>
        <pc:spChg chg="add mod">
          <ac:chgData name="Sumeet Singh" userId="1524180e-ef14-4c82-9948-525c1bd61650" providerId="ADAL" clId="{B1D2689B-26BE-4104-8CBF-E3468D78C8FA}" dt="2020-06-23T04:23:51.813" v="2809" actId="1076"/>
          <ac:spMkLst>
            <pc:docMk/>
            <pc:sldMk cId="183333943" sldId="282"/>
            <ac:spMk id="9" creationId="{B297B237-4671-4E60-84EB-09F471DBD3AE}"/>
          </ac:spMkLst>
        </pc:spChg>
        <pc:spChg chg="add mod">
          <ac:chgData name="Sumeet Singh" userId="1524180e-ef14-4c82-9948-525c1bd61650" providerId="ADAL" clId="{B1D2689B-26BE-4104-8CBF-E3468D78C8FA}" dt="2020-06-23T04:23:05.683" v="2784" actId="20577"/>
          <ac:spMkLst>
            <pc:docMk/>
            <pc:sldMk cId="183333943" sldId="282"/>
            <ac:spMk id="10" creationId="{2637657A-493C-4B71-A1B2-D21A7CB70F7F}"/>
          </ac:spMkLst>
        </pc:spChg>
        <pc:spChg chg="add mod">
          <ac:chgData name="Sumeet Singh" userId="1524180e-ef14-4c82-9948-525c1bd61650" providerId="ADAL" clId="{B1D2689B-26BE-4104-8CBF-E3468D78C8FA}" dt="2020-06-23T04:24:35.596" v="2816" actId="1076"/>
          <ac:spMkLst>
            <pc:docMk/>
            <pc:sldMk cId="183333943" sldId="282"/>
            <ac:spMk id="11" creationId="{5FFB646B-8131-431C-9BA3-D713936D1021}"/>
          </ac:spMkLst>
        </pc:spChg>
        <pc:picChg chg="add del mod">
          <ac:chgData name="Sumeet Singh" userId="1524180e-ef14-4c82-9948-525c1bd61650" providerId="ADAL" clId="{B1D2689B-26BE-4104-8CBF-E3468D78C8FA}" dt="2020-07-04T19:43:51.137" v="5064" actId="478"/>
          <ac:picMkLst>
            <pc:docMk/>
            <pc:sldMk cId="183333943" sldId="282"/>
            <ac:picMk id="4" creationId="{A22CA410-9D5A-4604-8EF6-6DA4C26CB037}"/>
          </ac:picMkLst>
        </pc:picChg>
        <pc:picChg chg="add del mod">
          <ac:chgData name="Sumeet Singh" userId="1524180e-ef14-4c82-9948-525c1bd61650" providerId="ADAL" clId="{B1D2689B-26BE-4104-8CBF-E3468D78C8FA}" dt="2020-07-04T19:45:18.346" v="5072" actId="478"/>
          <ac:picMkLst>
            <pc:docMk/>
            <pc:sldMk cId="183333943" sldId="282"/>
            <ac:picMk id="5" creationId="{BE454221-4676-49B5-8C09-82987CA5AA5C}"/>
          </ac:picMkLst>
        </pc:picChg>
        <pc:picChg chg="add del mod">
          <ac:chgData name="Sumeet Singh" userId="1524180e-ef14-4c82-9948-525c1bd61650" providerId="ADAL" clId="{B1D2689B-26BE-4104-8CBF-E3468D78C8FA}" dt="2020-07-04T19:46:14.669" v="5077" actId="478"/>
          <ac:picMkLst>
            <pc:docMk/>
            <pc:sldMk cId="183333943" sldId="282"/>
            <ac:picMk id="6" creationId="{B96FE408-887C-4F17-9CAB-AFC072F06688}"/>
          </ac:picMkLst>
        </pc:picChg>
        <pc:picChg chg="add del mod modCrop">
          <ac:chgData name="Sumeet Singh" userId="1524180e-ef14-4c82-9948-525c1bd61650" providerId="ADAL" clId="{B1D2689B-26BE-4104-8CBF-E3468D78C8FA}" dt="2020-06-23T04:25:45.204" v="2821" actId="478"/>
          <ac:picMkLst>
            <pc:docMk/>
            <pc:sldMk cId="183333943" sldId="282"/>
            <ac:picMk id="7" creationId="{8E1EF458-0562-42E1-A73E-E0578670C46E}"/>
          </ac:picMkLst>
        </pc:picChg>
        <pc:picChg chg="add mod">
          <ac:chgData name="Sumeet Singh" userId="1524180e-ef14-4c82-9948-525c1bd61650" providerId="ADAL" clId="{B1D2689B-26BE-4104-8CBF-E3468D78C8FA}" dt="2020-07-04T19:44:19.875" v="5071" actId="14100"/>
          <ac:picMkLst>
            <pc:docMk/>
            <pc:sldMk cId="183333943" sldId="282"/>
            <ac:picMk id="7" creationId="{9DE3200D-DFF4-44C3-B20E-3E5906A5323D}"/>
          </ac:picMkLst>
        </pc:picChg>
        <pc:picChg chg="add del mod">
          <ac:chgData name="Sumeet Singh" userId="1524180e-ef14-4c82-9948-525c1bd61650" providerId="ADAL" clId="{B1D2689B-26BE-4104-8CBF-E3468D78C8FA}" dt="2020-07-04T19:47:15.275" v="5084" actId="478"/>
          <ac:picMkLst>
            <pc:docMk/>
            <pc:sldMk cId="183333943" sldId="282"/>
            <ac:picMk id="12" creationId="{AF06613B-8523-4982-86FA-0248F3ECC328}"/>
          </ac:picMkLst>
        </pc:picChg>
        <pc:picChg chg="add mod">
          <ac:chgData name="Sumeet Singh" userId="1524180e-ef14-4c82-9948-525c1bd61650" providerId="ADAL" clId="{B1D2689B-26BE-4104-8CBF-E3468D78C8FA}" dt="2020-07-04T19:45:32.998" v="5076" actId="14100"/>
          <ac:picMkLst>
            <pc:docMk/>
            <pc:sldMk cId="183333943" sldId="282"/>
            <ac:picMk id="13" creationId="{DFA98855-5DC1-436D-83EF-1E62A8C7E017}"/>
          </ac:picMkLst>
        </pc:picChg>
        <pc:picChg chg="add mod">
          <ac:chgData name="Sumeet Singh" userId="1524180e-ef14-4c82-9948-525c1bd61650" providerId="ADAL" clId="{B1D2689B-26BE-4104-8CBF-E3468D78C8FA}" dt="2020-07-04T19:46:32.670" v="5083" actId="1076"/>
          <ac:picMkLst>
            <pc:docMk/>
            <pc:sldMk cId="183333943" sldId="282"/>
            <ac:picMk id="14" creationId="{E5460AF5-DB8D-44D0-9E30-D00C63DE1F5F}"/>
          </ac:picMkLst>
        </pc:picChg>
        <pc:picChg chg="add mod">
          <ac:chgData name="Sumeet Singh" userId="1524180e-ef14-4c82-9948-525c1bd61650" providerId="ADAL" clId="{B1D2689B-26BE-4104-8CBF-E3468D78C8FA}" dt="2020-07-04T19:47:37.008" v="5091" actId="14100"/>
          <ac:picMkLst>
            <pc:docMk/>
            <pc:sldMk cId="183333943" sldId="282"/>
            <ac:picMk id="15" creationId="{B6714CF0-1686-453D-8BF4-944AEA39F0C4}"/>
          </ac:picMkLst>
        </pc:picChg>
      </pc:sldChg>
      <pc:sldChg chg="modSp new mod ord">
        <pc:chgData name="Sumeet Singh" userId="1524180e-ef14-4c82-9948-525c1bd61650" providerId="ADAL" clId="{B1D2689B-26BE-4104-8CBF-E3468D78C8FA}" dt="2020-06-24T01:47:56.668" v="4629" actId="5793"/>
        <pc:sldMkLst>
          <pc:docMk/>
          <pc:sldMk cId="3825776747" sldId="283"/>
        </pc:sldMkLst>
        <pc:spChg chg="mod">
          <ac:chgData name="Sumeet Singh" userId="1524180e-ef14-4c82-9948-525c1bd61650" providerId="ADAL" clId="{B1D2689B-26BE-4104-8CBF-E3468D78C8FA}" dt="2020-06-24T01:40:16.573" v="4085" actId="20577"/>
          <ac:spMkLst>
            <pc:docMk/>
            <pc:sldMk cId="3825776747" sldId="283"/>
            <ac:spMk id="2" creationId="{1B7F3D53-B880-4325-8569-BACE1A884454}"/>
          </ac:spMkLst>
        </pc:spChg>
        <pc:spChg chg="mod">
          <ac:chgData name="Sumeet Singh" userId="1524180e-ef14-4c82-9948-525c1bd61650" providerId="ADAL" clId="{B1D2689B-26BE-4104-8CBF-E3468D78C8FA}" dt="2020-06-24T01:47:56.668" v="4629" actId="5793"/>
          <ac:spMkLst>
            <pc:docMk/>
            <pc:sldMk cId="3825776747" sldId="283"/>
            <ac:spMk id="3" creationId="{733D7459-96C2-4A67-AE46-6DD9997D6C2C}"/>
          </ac:spMkLst>
        </pc:spChg>
      </pc:sldChg>
      <pc:sldChg chg="modSp mod ord">
        <pc:chgData name="Sumeet Singh" userId="1524180e-ef14-4c82-9948-525c1bd61650" providerId="ADAL" clId="{B1D2689B-26BE-4104-8CBF-E3468D78C8FA}" dt="2020-06-24T01:29:56.047" v="3977"/>
        <pc:sldMkLst>
          <pc:docMk/>
          <pc:sldMk cId="506605765" sldId="284"/>
        </pc:sldMkLst>
        <pc:spChg chg="mod">
          <ac:chgData name="Sumeet Singh" userId="1524180e-ef14-4c82-9948-525c1bd61650" providerId="ADAL" clId="{B1D2689B-26BE-4104-8CBF-E3468D78C8FA}" dt="2020-06-24T00:40:26.206" v="3737" actId="20577"/>
          <ac:spMkLst>
            <pc:docMk/>
            <pc:sldMk cId="506605765" sldId="284"/>
            <ac:spMk id="2" creationId="{D0EA8E3F-3089-472F-9C88-A6E15F07BD1F}"/>
          </ac:spMkLst>
        </pc:spChg>
        <pc:spChg chg="mod">
          <ac:chgData name="Sumeet Singh" userId="1524180e-ef14-4c82-9948-525c1bd61650" providerId="ADAL" clId="{B1D2689B-26BE-4104-8CBF-E3468D78C8FA}" dt="2020-06-24T00:39:24.007" v="3719" actId="20577"/>
          <ac:spMkLst>
            <pc:docMk/>
            <pc:sldMk cId="506605765" sldId="284"/>
            <ac:spMk id="3" creationId="{1B68D6A9-B27E-4F97-856E-B7AAD70012BB}"/>
          </ac:spMkLst>
        </pc:spChg>
      </pc:sldChg>
      <pc:sldChg chg="modSp new mod">
        <pc:chgData name="Sumeet Singh" userId="1524180e-ef14-4c82-9948-525c1bd61650" providerId="ADAL" clId="{B1D2689B-26BE-4104-8CBF-E3468D78C8FA}" dt="2020-06-23T02:33:12.927" v="552" actId="20577"/>
        <pc:sldMkLst>
          <pc:docMk/>
          <pc:sldMk cId="3711379870" sldId="284"/>
        </pc:sldMkLst>
        <pc:spChg chg="mod">
          <ac:chgData name="Sumeet Singh" userId="1524180e-ef14-4c82-9948-525c1bd61650" providerId="ADAL" clId="{B1D2689B-26BE-4104-8CBF-E3468D78C8FA}" dt="2020-06-23T02:33:12.927" v="552" actId="20577"/>
          <ac:spMkLst>
            <pc:docMk/>
            <pc:sldMk cId="3711379870" sldId="284"/>
            <ac:spMk id="2" creationId="{22F260F9-F6B8-40B7-9F18-CC2F1B81CFAA}"/>
          </ac:spMkLst>
        </pc:spChg>
      </pc:sldChg>
      <pc:sldChg chg="addSp delSp modSp new mod ord delAnim modAnim">
        <pc:chgData name="Sumeet Singh" userId="1524180e-ef14-4c82-9948-525c1bd61650" providerId="ADAL" clId="{B1D2689B-26BE-4104-8CBF-E3468D78C8FA}" dt="2020-07-04T21:23:05.643" v="5933" actId="1076"/>
        <pc:sldMkLst>
          <pc:docMk/>
          <pc:sldMk cId="4294374799" sldId="285"/>
        </pc:sldMkLst>
        <pc:spChg chg="mod">
          <ac:chgData name="Sumeet Singh" userId="1524180e-ef14-4c82-9948-525c1bd61650" providerId="ADAL" clId="{B1D2689B-26BE-4104-8CBF-E3468D78C8FA}" dt="2020-07-04T20:14:04.038" v="5300" actId="20577"/>
          <ac:spMkLst>
            <pc:docMk/>
            <pc:sldMk cId="4294374799" sldId="285"/>
            <ac:spMk id="2" creationId="{3BE57E04-F75A-484E-AA18-B50502D265BE}"/>
          </ac:spMkLst>
        </pc:spChg>
        <pc:spChg chg="del">
          <ac:chgData name="Sumeet Singh" userId="1524180e-ef14-4c82-9948-525c1bd61650" providerId="ADAL" clId="{B1D2689B-26BE-4104-8CBF-E3468D78C8FA}" dt="2020-06-24T00:42:10.153" v="3739"/>
          <ac:spMkLst>
            <pc:docMk/>
            <pc:sldMk cId="4294374799" sldId="285"/>
            <ac:spMk id="3" creationId="{FF3ED8C3-C135-4063-8349-FABB5E874F05}"/>
          </ac:spMkLst>
        </pc:spChg>
        <pc:spChg chg="add del mod">
          <ac:chgData name="Sumeet Singh" userId="1524180e-ef14-4c82-9948-525c1bd61650" providerId="ADAL" clId="{B1D2689B-26BE-4104-8CBF-E3468D78C8FA}" dt="2020-06-24T01:23:14.005" v="3854"/>
          <ac:spMkLst>
            <pc:docMk/>
            <pc:sldMk cId="4294374799" sldId="285"/>
            <ac:spMk id="6" creationId="{B2A075BC-92DB-46D6-A431-7B0387B217FB}"/>
          </ac:spMkLst>
        </pc:spChg>
        <pc:spChg chg="add mod">
          <ac:chgData name="Sumeet Singh" userId="1524180e-ef14-4c82-9948-525c1bd61650" providerId="ADAL" clId="{B1D2689B-26BE-4104-8CBF-E3468D78C8FA}" dt="2020-06-24T01:25:02.939" v="3900" actId="20577"/>
          <ac:spMkLst>
            <pc:docMk/>
            <pc:sldMk cId="4294374799" sldId="285"/>
            <ac:spMk id="11" creationId="{653C1E3D-A3D0-4E64-8081-A3F7F1D868D6}"/>
          </ac:spMkLst>
        </pc:spChg>
        <pc:spChg chg="add mod">
          <ac:chgData name="Sumeet Singh" userId="1524180e-ef14-4c82-9948-525c1bd61650" providerId="ADAL" clId="{B1D2689B-26BE-4104-8CBF-E3468D78C8FA}" dt="2020-06-24T01:26:11.964" v="3932" actId="20577"/>
          <ac:spMkLst>
            <pc:docMk/>
            <pc:sldMk cId="4294374799" sldId="285"/>
            <ac:spMk id="12" creationId="{D7B7CE30-EF89-42FF-A2B3-3053461FBA9D}"/>
          </ac:spMkLst>
        </pc:spChg>
        <pc:picChg chg="add del mod">
          <ac:chgData name="Sumeet Singh" userId="1524180e-ef14-4c82-9948-525c1bd61650" providerId="ADAL" clId="{B1D2689B-26BE-4104-8CBF-E3468D78C8FA}" dt="2020-06-24T01:22:15.817" v="3794" actId="478"/>
          <ac:picMkLst>
            <pc:docMk/>
            <pc:sldMk cId="4294374799" sldId="285"/>
            <ac:picMk id="4" creationId="{633E529F-61CC-480C-93F3-6872B8E3748D}"/>
          </ac:picMkLst>
        </pc:picChg>
        <pc:picChg chg="add mod">
          <ac:chgData name="Sumeet Singh" userId="1524180e-ef14-4c82-9948-525c1bd61650" providerId="ADAL" clId="{B1D2689B-26BE-4104-8CBF-E3468D78C8FA}" dt="2020-07-04T21:23:05.643" v="5933" actId="1076"/>
          <ac:picMkLst>
            <pc:docMk/>
            <pc:sldMk cId="4294374799" sldId="285"/>
            <ac:picMk id="8" creationId="{02480B13-9842-42CF-9E3F-87A5909FE37A}"/>
          </ac:picMkLst>
        </pc:picChg>
        <pc:picChg chg="add mod">
          <ac:chgData name="Sumeet Singh" userId="1524180e-ef14-4c82-9948-525c1bd61650" providerId="ADAL" clId="{B1D2689B-26BE-4104-8CBF-E3468D78C8FA}" dt="2020-06-24T01:24:25.804" v="3871" actId="14100"/>
          <ac:picMkLst>
            <pc:docMk/>
            <pc:sldMk cId="4294374799" sldId="285"/>
            <ac:picMk id="10" creationId="{2AA0FDE8-ADF6-460F-9D42-C0E16C8E7E67}"/>
          </ac:picMkLst>
        </pc:picChg>
      </pc:sldChg>
      <pc:sldChg chg="addSp delSp modSp new mod delAnim modAnim">
        <pc:chgData name="Sumeet Singh" userId="1524180e-ef14-4c82-9948-525c1bd61650" providerId="ADAL" clId="{B1D2689B-26BE-4104-8CBF-E3468D78C8FA}" dt="2020-07-04T20:14:16.103" v="5301"/>
        <pc:sldMkLst>
          <pc:docMk/>
          <pc:sldMk cId="4237628732" sldId="286"/>
        </pc:sldMkLst>
        <pc:spChg chg="mod">
          <ac:chgData name="Sumeet Singh" userId="1524180e-ef14-4c82-9948-525c1bd61650" providerId="ADAL" clId="{B1D2689B-26BE-4104-8CBF-E3468D78C8FA}" dt="2020-07-04T20:14:16.103" v="5301"/>
          <ac:spMkLst>
            <pc:docMk/>
            <pc:sldMk cId="4237628732" sldId="286"/>
            <ac:spMk id="2" creationId="{1A4A538B-C798-4E5E-A3D6-93B7AAFCF226}"/>
          </ac:spMkLst>
        </pc:spChg>
        <pc:spChg chg="del">
          <ac:chgData name="Sumeet Singh" userId="1524180e-ef14-4c82-9948-525c1bd61650" providerId="ADAL" clId="{B1D2689B-26BE-4104-8CBF-E3468D78C8FA}" dt="2020-06-24T00:42:37.590" v="3751"/>
          <ac:spMkLst>
            <pc:docMk/>
            <pc:sldMk cId="4237628732" sldId="286"/>
            <ac:spMk id="3" creationId="{87FFFEB6-8363-4A0A-98BC-CF0C34219B96}"/>
          </ac:spMkLst>
        </pc:spChg>
        <pc:spChg chg="add del mod">
          <ac:chgData name="Sumeet Singh" userId="1524180e-ef14-4c82-9948-525c1bd61650" providerId="ADAL" clId="{B1D2689B-26BE-4104-8CBF-E3468D78C8FA}" dt="2020-06-24T00:42:55.187" v="3753"/>
          <ac:spMkLst>
            <pc:docMk/>
            <pc:sldMk cId="4237628732" sldId="286"/>
            <ac:spMk id="6" creationId="{1FD46ED1-234D-40D7-897E-688CE5E317F6}"/>
          </ac:spMkLst>
        </pc:spChg>
        <pc:spChg chg="add del mod">
          <ac:chgData name="Sumeet Singh" userId="1524180e-ef14-4c82-9948-525c1bd61650" providerId="ADAL" clId="{B1D2689B-26BE-4104-8CBF-E3468D78C8FA}" dt="2020-06-24T01:25:29.649" v="3918"/>
          <ac:spMkLst>
            <pc:docMk/>
            <pc:sldMk cId="4237628732" sldId="286"/>
            <ac:spMk id="9" creationId="{A7E8DD57-9E99-484A-A74C-80F07348E4EC}"/>
          </ac:spMkLst>
        </pc:spChg>
        <pc:spChg chg="add mod">
          <ac:chgData name="Sumeet Singh" userId="1524180e-ef14-4c82-9948-525c1bd61650" providerId="ADAL" clId="{B1D2689B-26BE-4104-8CBF-E3468D78C8FA}" dt="2020-06-24T01:26:04.005" v="3930"/>
          <ac:spMkLst>
            <pc:docMk/>
            <pc:sldMk cId="4237628732" sldId="286"/>
            <ac:spMk id="14" creationId="{B1CCE616-8550-4ECC-965A-1878530F5B2F}"/>
          </ac:spMkLst>
        </pc:spChg>
        <pc:spChg chg="add mod">
          <ac:chgData name="Sumeet Singh" userId="1524180e-ef14-4c82-9948-525c1bd61650" providerId="ADAL" clId="{B1D2689B-26BE-4104-8CBF-E3468D78C8FA}" dt="2020-06-24T01:26:16.681" v="3933"/>
          <ac:spMkLst>
            <pc:docMk/>
            <pc:sldMk cId="4237628732" sldId="286"/>
            <ac:spMk id="15" creationId="{11D5441B-0F4C-44D2-AEAB-0F225F1AE7CA}"/>
          </ac:spMkLst>
        </pc:spChg>
        <pc:picChg chg="add del mod">
          <ac:chgData name="Sumeet Singh" userId="1524180e-ef14-4c82-9948-525c1bd61650" providerId="ADAL" clId="{B1D2689B-26BE-4104-8CBF-E3468D78C8FA}" dt="2020-06-24T00:42:41.823" v="3752" actId="478"/>
          <ac:picMkLst>
            <pc:docMk/>
            <pc:sldMk cId="4237628732" sldId="286"/>
            <ac:picMk id="4" creationId="{1331B0BA-14FE-40EE-AA33-14BC192B91C3}"/>
          </ac:picMkLst>
        </pc:picChg>
        <pc:picChg chg="add del mod">
          <ac:chgData name="Sumeet Singh" userId="1524180e-ef14-4c82-9948-525c1bd61650" providerId="ADAL" clId="{B1D2689B-26BE-4104-8CBF-E3468D78C8FA}" dt="2020-06-24T01:22:18.549" v="3795" actId="478"/>
          <ac:picMkLst>
            <pc:docMk/>
            <pc:sldMk cId="4237628732" sldId="286"/>
            <ac:picMk id="7" creationId="{EAB0757E-7821-415F-AE05-6602A5E35358}"/>
          </ac:picMkLst>
        </pc:picChg>
        <pc:picChg chg="add mod">
          <ac:chgData name="Sumeet Singh" userId="1524180e-ef14-4c82-9948-525c1bd61650" providerId="ADAL" clId="{B1D2689B-26BE-4104-8CBF-E3468D78C8FA}" dt="2020-06-24T01:25:37.588" v="3923" actId="14100"/>
          <ac:picMkLst>
            <pc:docMk/>
            <pc:sldMk cId="4237628732" sldId="286"/>
            <ac:picMk id="11" creationId="{D8438C62-1110-4CC7-8CD1-74858173795C}"/>
          </ac:picMkLst>
        </pc:picChg>
        <pc:picChg chg="add mod">
          <ac:chgData name="Sumeet Singh" userId="1524180e-ef14-4c82-9948-525c1bd61650" providerId="ADAL" clId="{B1D2689B-26BE-4104-8CBF-E3468D78C8FA}" dt="2020-06-24T01:25:56.170" v="3929" actId="14100"/>
          <ac:picMkLst>
            <pc:docMk/>
            <pc:sldMk cId="4237628732" sldId="286"/>
            <ac:picMk id="13" creationId="{8836FCC1-177A-4C0E-BB4C-75A051FA5B64}"/>
          </ac:picMkLst>
        </pc:picChg>
      </pc:sldChg>
      <pc:sldChg chg="addSp delSp modSp add mod">
        <pc:chgData name="Sumeet Singh" userId="1524180e-ef14-4c82-9948-525c1bd61650" providerId="ADAL" clId="{B1D2689B-26BE-4104-8CBF-E3468D78C8FA}" dt="2020-07-04T20:14:23.766" v="5302"/>
        <pc:sldMkLst>
          <pc:docMk/>
          <pc:sldMk cId="3764652346" sldId="287"/>
        </pc:sldMkLst>
        <pc:spChg chg="mod">
          <ac:chgData name="Sumeet Singh" userId="1524180e-ef14-4c82-9948-525c1bd61650" providerId="ADAL" clId="{B1D2689B-26BE-4104-8CBF-E3468D78C8FA}" dt="2020-07-04T20:14:23.766" v="5302"/>
          <ac:spMkLst>
            <pc:docMk/>
            <pc:sldMk cId="3764652346" sldId="287"/>
            <ac:spMk id="2" creationId="{1A4A538B-C798-4E5E-A3D6-93B7AAFCF226}"/>
          </ac:spMkLst>
        </pc:spChg>
        <pc:spChg chg="add del mod">
          <ac:chgData name="Sumeet Singh" userId="1524180e-ef14-4c82-9948-525c1bd61650" providerId="ADAL" clId="{B1D2689B-26BE-4104-8CBF-E3468D78C8FA}" dt="2020-06-24T01:26:55.219" v="3936"/>
          <ac:spMkLst>
            <pc:docMk/>
            <pc:sldMk cId="3764652346" sldId="287"/>
            <ac:spMk id="4" creationId="{D07ABBA9-7B99-42FD-921B-F76395D434F7}"/>
          </ac:spMkLst>
        </pc:spChg>
        <pc:spChg chg="mod">
          <ac:chgData name="Sumeet Singh" userId="1524180e-ef14-4c82-9948-525c1bd61650" providerId="ADAL" clId="{B1D2689B-26BE-4104-8CBF-E3468D78C8FA}" dt="2020-06-24T01:27:57.633" v="3952" actId="1076"/>
          <ac:spMkLst>
            <pc:docMk/>
            <pc:sldMk cId="3764652346" sldId="287"/>
            <ac:spMk id="14" creationId="{B1CCE616-8550-4ECC-965A-1878530F5B2F}"/>
          </ac:spMkLst>
        </pc:spChg>
        <pc:picChg chg="add mod">
          <ac:chgData name="Sumeet Singh" userId="1524180e-ef14-4c82-9948-525c1bd61650" providerId="ADAL" clId="{B1D2689B-26BE-4104-8CBF-E3468D78C8FA}" dt="2020-06-24T01:27:54.400" v="3951" actId="1076"/>
          <ac:picMkLst>
            <pc:docMk/>
            <pc:sldMk cId="3764652346" sldId="287"/>
            <ac:picMk id="6" creationId="{36ED59F9-321F-4BC1-8522-58DAF3EA1DFF}"/>
          </ac:picMkLst>
        </pc:picChg>
        <pc:picChg chg="add mod">
          <ac:chgData name="Sumeet Singh" userId="1524180e-ef14-4c82-9948-525c1bd61650" providerId="ADAL" clId="{B1D2689B-26BE-4104-8CBF-E3468D78C8FA}" dt="2020-06-24T01:27:49.969" v="3950" actId="14100"/>
          <ac:picMkLst>
            <pc:docMk/>
            <pc:sldMk cId="3764652346" sldId="287"/>
            <ac:picMk id="8" creationId="{B11D4642-A9D9-4A14-BE4C-E8FC9834B663}"/>
          </ac:picMkLst>
        </pc:picChg>
        <pc:picChg chg="del">
          <ac:chgData name="Sumeet Singh" userId="1524180e-ef14-4c82-9948-525c1bd61650" providerId="ADAL" clId="{B1D2689B-26BE-4104-8CBF-E3468D78C8FA}" dt="2020-06-24T01:26:54.578" v="3935" actId="478"/>
          <ac:picMkLst>
            <pc:docMk/>
            <pc:sldMk cId="3764652346" sldId="287"/>
            <ac:picMk id="11" creationId="{D8438C62-1110-4CC7-8CD1-74858173795C}"/>
          </ac:picMkLst>
        </pc:picChg>
        <pc:picChg chg="del">
          <ac:chgData name="Sumeet Singh" userId="1524180e-ef14-4c82-9948-525c1bd61650" providerId="ADAL" clId="{B1D2689B-26BE-4104-8CBF-E3468D78C8FA}" dt="2020-06-24T01:27:40.819" v="3944" actId="478"/>
          <ac:picMkLst>
            <pc:docMk/>
            <pc:sldMk cId="3764652346" sldId="287"/>
            <ac:picMk id="13" creationId="{8836FCC1-177A-4C0E-BB4C-75A051FA5B64}"/>
          </ac:picMkLst>
        </pc:picChg>
      </pc:sldChg>
      <pc:sldChg chg="addSp delSp modSp add mod setBg">
        <pc:chgData name="Sumeet Singh" userId="1524180e-ef14-4c82-9948-525c1bd61650" providerId="ADAL" clId="{B1D2689B-26BE-4104-8CBF-E3468D78C8FA}" dt="2020-07-04T20:14:28.179" v="5303"/>
        <pc:sldMkLst>
          <pc:docMk/>
          <pc:sldMk cId="749287565" sldId="288"/>
        </pc:sldMkLst>
        <pc:spChg chg="mod">
          <ac:chgData name="Sumeet Singh" userId="1524180e-ef14-4c82-9948-525c1bd61650" providerId="ADAL" clId="{B1D2689B-26BE-4104-8CBF-E3468D78C8FA}" dt="2020-07-04T20:14:28.179" v="5303"/>
          <ac:spMkLst>
            <pc:docMk/>
            <pc:sldMk cId="749287565" sldId="288"/>
            <ac:spMk id="2" creationId="{1A4A538B-C798-4E5E-A3D6-93B7AAFCF226}"/>
          </ac:spMkLst>
        </pc:spChg>
        <pc:spChg chg="add del mod">
          <ac:chgData name="Sumeet Singh" userId="1524180e-ef14-4c82-9948-525c1bd61650" providerId="ADAL" clId="{B1D2689B-26BE-4104-8CBF-E3468D78C8FA}" dt="2020-06-24T01:28:41.352" v="3955"/>
          <ac:spMkLst>
            <pc:docMk/>
            <pc:sldMk cId="749287565" sldId="288"/>
            <ac:spMk id="4" creationId="{92DA3EFE-622E-4075-B4CA-547697351A23}"/>
          </ac:spMkLst>
        </pc:spChg>
        <pc:spChg chg="mod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14" creationId="{B1CCE616-8550-4ECC-965A-1878530F5B2F}"/>
          </ac:spMkLst>
        </pc:spChg>
        <pc:spChg chg="mod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15" creationId="{11D5441B-0F4C-44D2-AEAB-0F225F1AE7CA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19" creationId="{C2C9597D-4078-4C73-BD54-3BF7D7E1C663}"/>
          </ac:spMkLst>
        </pc:spChg>
        <pc:spChg chg="add del">
          <ac:chgData name="Sumeet Singh" userId="1524180e-ef14-4c82-9948-525c1bd61650" providerId="ADAL" clId="{B1D2689B-26BE-4104-8CBF-E3468D78C8FA}" dt="2020-06-24T01:29:45.407" v="3973" actId="26606"/>
          <ac:spMkLst>
            <pc:docMk/>
            <pc:sldMk cId="749287565" sldId="288"/>
            <ac:spMk id="20" creationId="{27BDFED6-6E33-4606-AFE2-886ADB1C018E}"/>
          </ac:spMkLst>
        </pc:spChg>
        <pc:spChg chg="add del">
          <ac:chgData name="Sumeet Singh" userId="1524180e-ef14-4c82-9948-525c1bd61650" providerId="ADAL" clId="{B1D2689B-26BE-4104-8CBF-E3468D78C8FA}" dt="2020-06-24T01:29:45.407" v="3973" actId="26606"/>
          <ac:spMkLst>
            <pc:docMk/>
            <pc:sldMk cId="749287565" sldId="288"/>
            <ac:spMk id="22" creationId="{890DEF05-784E-4B61-89E4-04C4ECF4E5A0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26" creationId="{F6CA58B3-AFCC-4A40-9882-50D5080879B0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27" creationId="{231BF440-39FA-4087-84CC-2EEC0BBDAF29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28" creationId="{75C56826-D4E5-42ED-8529-079651CB3005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29" creationId="{F04E4CBA-303B-48BD-8451-C2701CB0EEBF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30" creationId="{82095FCE-EF05-4443-B97A-85DEE3A5CA17}"/>
          </ac:spMkLst>
        </pc:spChg>
        <pc:spChg chg="add del">
          <ac:chgData name="Sumeet Singh" userId="1524180e-ef14-4c82-9948-525c1bd61650" providerId="ADAL" clId="{B1D2689B-26BE-4104-8CBF-E3468D78C8FA}" dt="2020-06-24T01:29:51.913" v="3975" actId="26606"/>
          <ac:spMkLst>
            <pc:docMk/>
            <pc:sldMk cId="749287565" sldId="288"/>
            <ac:spMk id="32" creationId="{CA00AE6B-AA30-4CF8-BA6F-339B780AD76C}"/>
          </ac:spMkLst>
        </pc:spChg>
        <pc:picChg chg="del">
          <ac:chgData name="Sumeet Singh" userId="1524180e-ef14-4c82-9948-525c1bd61650" providerId="ADAL" clId="{B1D2689B-26BE-4104-8CBF-E3468D78C8FA}" dt="2020-06-24T01:28:40.735" v="3954" actId="478"/>
          <ac:picMkLst>
            <pc:docMk/>
            <pc:sldMk cId="749287565" sldId="288"/>
            <ac:picMk id="6" creationId="{36ED59F9-321F-4BC1-8522-58DAF3EA1DFF}"/>
          </ac:picMkLst>
        </pc:picChg>
        <pc:picChg chg="add mod ord">
          <ac:chgData name="Sumeet Singh" userId="1524180e-ef14-4c82-9948-525c1bd61650" providerId="ADAL" clId="{B1D2689B-26BE-4104-8CBF-E3468D78C8FA}" dt="2020-06-24T01:29:51.913" v="3975" actId="26606"/>
          <ac:picMkLst>
            <pc:docMk/>
            <pc:sldMk cId="749287565" sldId="288"/>
            <ac:picMk id="7" creationId="{04B00BFA-7476-4E64-BDBA-C812EEB21B3A}"/>
          </ac:picMkLst>
        </pc:picChg>
        <pc:picChg chg="del">
          <ac:chgData name="Sumeet Singh" userId="1524180e-ef14-4c82-9948-525c1bd61650" providerId="ADAL" clId="{B1D2689B-26BE-4104-8CBF-E3468D78C8FA}" dt="2020-06-24T01:28:52.885" v="3961" actId="478"/>
          <ac:picMkLst>
            <pc:docMk/>
            <pc:sldMk cId="749287565" sldId="288"/>
            <ac:picMk id="8" creationId="{B11D4642-A9D9-4A14-BE4C-E8FC9834B663}"/>
          </ac:picMkLst>
        </pc:picChg>
        <pc:picChg chg="add mod ord">
          <ac:chgData name="Sumeet Singh" userId="1524180e-ef14-4c82-9948-525c1bd61650" providerId="ADAL" clId="{B1D2689B-26BE-4104-8CBF-E3468D78C8FA}" dt="2020-06-24T01:29:51.913" v="3975" actId="26606"/>
          <ac:picMkLst>
            <pc:docMk/>
            <pc:sldMk cId="749287565" sldId="288"/>
            <ac:picMk id="10" creationId="{972D121F-20CA-4DB1-ABED-D0FD78018DF6}"/>
          </ac:picMkLst>
        </pc:picChg>
        <pc:cxnChg chg="add del">
          <ac:chgData name="Sumeet Singh" userId="1524180e-ef14-4c82-9948-525c1bd61650" providerId="ADAL" clId="{B1D2689B-26BE-4104-8CBF-E3468D78C8FA}" dt="2020-06-24T01:29:45.407" v="3973" actId="26606"/>
          <ac:cxnSpMkLst>
            <pc:docMk/>
            <pc:sldMk cId="749287565" sldId="288"/>
            <ac:cxnSpMk id="24" creationId="{C41BAEC7-F7B0-4224-8B18-8F74B7D87F0B}"/>
          </ac:cxnSpMkLst>
        </pc:cxnChg>
      </pc:sldChg>
      <pc:sldChg chg="addSp modSp new mod">
        <pc:chgData name="Sumeet Singh" userId="1524180e-ef14-4c82-9948-525c1bd61650" providerId="ADAL" clId="{B1D2689B-26BE-4104-8CBF-E3468D78C8FA}" dt="2020-06-24T01:36:18.442" v="4016" actId="1076"/>
        <pc:sldMkLst>
          <pc:docMk/>
          <pc:sldMk cId="2401653768" sldId="289"/>
        </pc:sldMkLst>
        <pc:spChg chg="add mod">
          <ac:chgData name="Sumeet Singh" userId="1524180e-ef14-4c82-9948-525c1bd61650" providerId="ADAL" clId="{B1D2689B-26BE-4104-8CBF-E3468D78C8FA}" dt="2020-06-24T01:36:18.442" v="4016" actId="1076"/>
          <ac:spMkLst>
            <pc:docMk/>
            <pc:sldMk cId="2401653768" sldId="289"/>
            <ac:spMk id="2" creationId="{EB6B02A3-C250-4E76-9778-DC2806C288E0}"/>
          </ac:spMkLst>
        </pc:spChg>
      </pc:sldChg>
      <pc:sldChg chg="addSp delSp modSp add mod">
        <pc:chgData name="Sumeet Singh" userId="1524180e-ef14-4c82-9948-525c1bd61650" providerId="ADAL" clId="{B1D2689B-26BE-4104-8CBF-E3468D78C8FA}" dt="2020-06-24T01:47:04.006" v="4613" actId="255"/>
        <pc:sldMkLst>
          <pc:docMk/>
          <pc:sldMk cId="2292312718" sldId="290"/>
        </pc:sldMkLst>
        <pc:spChg chg="mod">
          <ac:chgData name="Sumeet Singh" userId="1524180e-ef14-4c82-9948-525c1bd61650" providerId="ADAL" clId="{B1D2689B-26BE-4104-8CBF-E3468D78C8FA}" dt="2020-06-24T01:45:01.673" v="4492" actId="14100"/>
          <ac:spMkLst>
            <pc:docMk/>
            <pc:sldMk cId="2292312718" sldId="290"/>
            <ac:spMk id="5" creationId="{77D55E35-5F64-4066-864B-3B1ED5889383}"/>
          </ac:spMkLst>
        </pc:spChg>
        <pc:spChg chg="add del mod">
          <ac:chgData name="Sumeet Singh" userId="1524180e-ef14-4c82-9948-525c1bd61650" providerId="ADAL" clId="{B1D2689B-26BE-4104-8CBF-E3468D78C8FA}" dt="2020-06-24T01:45:38.624" v="4503"/>
          <ac:spMkLst>
            <pc:docMk/>
            <pc:sldMk cId="2292312718" sldId="290"/>
            <ac:spMk id="6" creationId="{310973CA-CFF0-4AF5-81F9-4ABFBC8A003F}"/>
          </ac:spMkLst>
        </pc:spChg>
        <pc:spChg chg="add mod">
          <ac:chgData name="Sumeet Singh" userId="1524180e-ef14-4c82-9948-525c1bd61650" providerId="ADAL" clId="{B1D2689B-26BE-4104-8CBF-E3468D78C8FA}" dt="2020-06-24T01:47:04.006" v="4613" actId="255"/>
          <ac:spMkLst>
            <pc:docMk/>
            <pc:sldMk cId="2292312718" sldId="290"/>
            <ac:spMk id="8" creationId="{3E02D4E5-8C60-4E30-A90A-F5F23DCBDE39}"/>
          </ac:spMkLst>
        </pc:spChg>
        <pc:spChg chg="mod">
          <ac:chgData name="Sumeet Singh" userId="1524180e-ef14-4c82-9948-525c1bd61650" providerId="ADAL" clId="{B1D2689B-26BE-4104-8CBF-E3468D78C8FA}" dt="2020-06-24T01:45:47.209" v="4506" actId="1076"/>
          <ac:spMkLst>
            <pc:docMk/>
            <pc:sldMk cId="2292312718" sldId="290"/>
            <ac:spMk id="64" creationId="{3E06EB87-E05A-44C8-A212-8E096F1FAA6E}"/>
          </ac:spMkLst>
        </pc:spChg>
        <pc:picChg chg="mod">
          <ac:chgData name="Sumeet Singh" userId="1524180e-ef14-4c82-9948-525c1bd61650" providerId="ADAL" clId="{B1D2689B-26BE-4104-8CBF-E3468D78C8FA}" dt="2020-06-24T01:44:47.581" v="4484" actId="14100"/>
          <ac:picMkLst>
            <pc:docMk/>
            <pc:sldMk cId="2292312718" sldId="290"/>
            <ac:picMk id="7" creationId="{EAA159C5-C9CB-463D-8117-17B35E7C73F6}"/>
          </ac:picMkLst>
        </pc:picChg>
      </pc:sldChg>
      <pc:sldChg chg="addSp modSp new mod ord">
        <pc:chgData name="Sumeet Singh" userId="1524180e-ef14-4c82-9948-525c1bd61650" providerId="ADAL" clId="{B1D2689B-26BE-4104-8CBF-E3468D78C8FA}" dt="2020-07-06T05:08:15.673" v="6872" actId="207"/>
        <pc:sldMkLst>
          <pc:docMk/>
          <pc:sldMk cId="74548939" sldId="291"/>
        </pc:sldMkLst>
        <pc:spChg chg="mod">
          <ac:chgData name="Sumeet Singh" userId="1524180e-ef14-4c82-9948-525c1bd61650" providerId="ADAL" clId="{B1D2689B-26BE-4104-8CBF-E3468D78C8FA}" dt="2020-07-04T20:07:16.550" v="5291" actId="20577"/>
          <ac:spMkLst>
            <pc:docMk/>
            <pc:sldMk cId="74548939" sldId="291"/>
            <ac:spMk id="2" creationId="{029DB86D-6E5A-40C6-A736-253EEBB68A5A}"/>
          </ac:spMkLst>
        </pc:spChg>
        <pc:spChg chg="mod">
          <ac:chgData name="Sumeet Singh" userId="1524180e-ef14-4c82-9948-525c1bd61650" providerId="ADAL" clId="{B1D2689B-26BE-4104-8CBF-E3468D78C8FA}" dt="2020-07-06T05:08:15.673" v="6872" actId="207"/>
          <ac:spMkLst>
            <pc:docMk/>
            <pc:sldMk cId="74548939" sldId="291"/>
            <ac:spMk id="3" creationId="{DDED17C8-C584-467C-9B6C-9678997D7406}"/>
          </ac:spMkLst>
        </pc:spChg>
        <pc:picChg chg="add mod">
          <ac:chgData name="Sumeet Singh" userId="1524180e-ef14-4c82-9948-525c1bd61650" providerId="ADAL" clId="{B1D2689B-26BE-4104-8CBF-E3468D78C8FA}" dt="2020-07-06T05:07:40.024" v="6849" actId="1076"/>
          <ac:picMkLst>
            <pc:docMk/>
            <pc:sldMk cId="74548939" sldId="291"/>
            <ac:picMk id="5" creationId="{88A4A2DA-FBAA-4D97-A598-362CA2844DA4}"/>
          </ac:picMkLst>
        </pc:picChg>
        <pc:picChg chg="add mod">
          <ac:chgData name="Sumeet Singh" userId="1524180e-ef14-4c82-9948-525c1bd61650" providerId="ADAL" clId="{B1D2689B-26BE-4104-8CBF-E3468D78C8FA}" dt="2020-07-06T05:07:49.682" v="6851" actId="1076"/>
          <ac:picMkLst>
            <pc:docMk/>
            <pc:sldMk cId="74548939" sldId="291"/>
            <ac:picMk id="7" creationId="{ED938AD2-15FC-4F15-A07D-843CFB1E085F}"/>
          </ac:picMkLst>
        </pc:picChg>
        <pc:picChg chg="add mod">
          <ac:chgData name="Sumeet Singh" userId="1524180e-ef14-4c82-9948-525c1bd61650" providerId="ADAL" clId="{B1D2689B-26BE-4104-8CBF-E3468D78C8FA}" dt="2020-07-06T05:07:27.071" v="6844" actId="1076"/>
          <ac:picMkLst>
            <pc:docMk/>
            <pc:sldMk cId="74548939" sldId="291"/>
            <ac:picMk id="9" creationId="{42861F7B-3353-4029-8D4E-A58385AF6179}"/>
          </ac:picMkLst>
        </pc:picChg>
      </pc:sldChg>
      <pc:sldChg chg="modSp add del ord setBg">
        <pc:chgData name="Sumeet Singh" userId="1524180e-ef14-4c82-9948-525c1bd61650" providerId="ADAL" clId="{B1D2689B-26BE-4104-8CBF-E3468D78C8FA}" dt="2020-06-24T01:40:06.487" v="4070" actId="47"/>
        <pc:sldMkLst>
          <pc:docMk/>
          <pc:sldMk cId="2191923152" sldId="291"/>
        </pc:sldMkLst>
        <pc:graphicFrameChg chg="mod">
          <ac:chgData name="Sumeet Singh" userId="1524180e-ef14-4c82-9948-525c1bd61650" providerId="ADAL" clId="{B1D2689B-26BE-4104-8CBF-E3468D78C8FA}" dt="2020-06-24T01:38:27.785" v="4068" actId="20577"/>
          <ac:graphicFrameMkLst>
            <pc:docMk/>
            <pc:sldMk cId="2191923152" sldId="291"/>
            <ac:graphicFrameMk id="34" creationId="{D2D65AF7-C40A-40EC-B3AE-9E80D4F4BB8B}"/>
          </ac:graphicFrameMkLst>
        </pc:graphicFrameChg>
      </pc:sldChg>
      <pc:sldChg chg="addSp delSp modSp new mod">
        <pc:chgData name="Sumeet Singh" userId="1524180e-ef14-4c82-9948-525c1bd61650" providerId="ADAL" clId="{B1D2689B-26BE-4104-8CBF-E3468D78C8FA}" dt="2020-07-04T23:34:48.063" v="6713" actId="2710"/>
        <pc:sldMkLst>
          <pc:docMk/>
          <pc:sldMk cId="678414980" sldId="292"/>
        </pc:sldMkLst>
        <pc:spChg chg="mod">
          <ac:chgData name="Sumeet Singh" userId="1524180e-ef14-4c82-9948-525c1bd61650" providerId="ADAL" clId="{B1D2689B-26BE-4104-8CBF-E3468D78C8FA}" dt="2020-07-04T20:19:16.375" v="5332" actId="20577"/>
          <ac:spMkLst>
            <pc:docMk/>
            <pc:sldMk cId="678414980" sldId="292"/>
            <ac:spMk id="2" creationId="{B2E5839D-5B28-49B7-BC15-D965FDC32FE2}"/>
          </ac:spMkLst>
        </pc:spChg>
        <pc:spChg chg="mod">
          <ac:chgData name="Sumeet Singh" userId="1524180e-ef14-4c82-9948-525c1bd61650" providerId="ADAL" clId="{B1D2689B-26BE-4104-8CBF-E3468D78C8FA}" dt="2020-07-04T20:19:27.440" v="5334" actId="5793"/>
          <ac:spMkLst>
            <pc:docMk/>
            <pc:sldMk cId="678414980" sldId="292"/>
            <ac:spMk id="3" creationId="{FA9A69D5-57B7-4B9E-A24A-856B36A4FD88}"/>
          </ac:spMkLst>
        </pc:spChg>
        <pc:graphicFrameChg chg="add del mod">
          <ac:chgData name="Sumeet Singh" userId="1524180e-ef14-4c82-9948-525c1bd61650" providerId="ADAL" clId="{B1D2689B-26BE-4104-8CBF-E3468D78C8FA}" dt="2020-07-04T21:20:02.309" v="5931"/>
          <ac:graphicFrameMkLst>
            <pc:docMk/>
            <pc:sldMk cId="678414980" sldId="292"/>
            <ac:graphicFrameMk id="4" creationId="{B6F66CC0-0F52-4A44-B138-C68248E1AC23}"/>
          </ac:graphicFrameMkLst>
        </pc:graphicFrameChg>
        <pc:graphicFrameChg chg="add del">
          <ac:chgData name="Sumeet Singh" userId="1524180e-ef14-4c82-9948-525c1bd61650" providerId="ADAL" clId="{B1D2689B-26BE-4104-8CBF-E3468D78C8FA}" dt="2020-07-04T23:32:58.477" v="6650" actId="478"/>
          <ac:graphicFrameMkLst>
            <pc:docMk/>
            <pc:sldMk cId="678414980" sldId="292"/>
            <ac:graphicFrameMk id="5" creationId="{FD7817A5-3267-4E12-8E69-D2AE3396C0B8}"/>
          </ac:graphicFrameMkLst>
        </pc:graphicFrameChg>
        <pc:graphicFrameChg chg="add del mod modGraphic">
          <ac:chgData name="Sumeet Singh" userId="1524180e-ef14-4c82-9948-525c1bd61650" providerId="ADAL" clId="{B1D2689B-26BE-4104-8CBF-E3468D78C8FA}" dt="2020-07-04T23:33:36.164" v="6656" actId="478"/>
          <ac:graphicFrameMkLst>
            <pc:docMk/>
            <pc:sldMk cId="678414980" sldId="292"/>
            <ac:graphicFrameMk id="7" creationId="{1C5B31A8-BA61-4B31-AC72-4DF06017C36F}"/>
          </ac:graphicFrameMkLst>
        </pc:graphicFrameChg>
        <pc:graphicFrameChg chg="add mod modGraphic">
          <ac:chgData name="Sumeet Singh" userId="1524180e-ef14-4c82-9948-525c1bd61650" providerId="ADAL" clId="{B1D2689B-26BE-4104-8CBF-E3468D78C8FA}" dt="2020-07-04T23:34:48.063" v="6713" actId="2710"/>
          <ac:graphicFrameMkLst>
            <pc:docMk/>
            <pc:sldMk cId="678414980" sldId="292"/>
            <ac:graphicFrameMk id="9" creationId="{9FA9316C-FE1E-43D5-8CCA-2A3CD085DB80}"/>
          </ac:graphicFrameMkLst>
        </pc:graphicFrameChg>
      </pc:sldChg>
      <pc:sldChg chg="addSp delSp modSp add mod">
        <pc:chgData name="Sumeet Singh" userId="1524180e-ef14-4c82-9948-525c1bd61650" providerId="ADAL" clId="{B1D2689B-26BE-4104-8CBF-E3468D78C8FA}" dt="2020-07-04T21:18:33.099" v="5926" actId="1076"/>
        <pc:sldMkLst>
          <pc:docMk/>
          <pc:sldMk cId="1241622220" sldId="293"/>
        </pc:sldMkLst>
        <pc:spChg chg="mod">
          <ac:chgData name="Sumeet Singh" userId="1524180e-ef14-4c82-9948-525c1bd61650" providerId="ADAL" clId="{B1D2689B-26BE-4104-8CBF-E3468D78C8FA}" dt="2020-07-04T21:18:25.605" v="5924" actId="20577"/>
          <ac:spMkLst>
            <pc:docMk/>
            <pc:sldMk cId="1241622220" sldId="293"/>
            <ac:spMk id="3" creationId="{7276B6DB-CB54-4DAA-B58E-1F01FF55642E}"/>
          </ac:spMkLst>
        </pc:spChg>
        <pc:spChg chg="add del mod">
          <ac:chgData name="Sumeet Singh" userId="1524180e-ef14-4c82-9948-525c1bd61650" providerId="ADAL" clId="{B1D2689B-26BE-4104-8CBF-E3468D78C8FA}" dt="2020-07-04T21:14:39.297" v="5659"/>
          <ac:spMkLst>
            <pc:docMk/>
            <pc:sldMk cId="1241622220" sldId="293"/>
            <ac:spMk id="10" creationId="{F225EBE2-2BBB-45FC-BADF-60E50CDD1458}"/>
          </ac:spMkLst>
        </pc:spChg>
        <pc:picChg chg="del mod">
          <ac:chgData name="Sumeet Singh" userId="1524180e-ef14-4c82-9948-525c1bd61650" providerId="ADAL" clId="{B1D2689B-26BE-4104-8CBF-E3468D78C8FA}" dt="2020-07-04T20:39:23.037" v="5606" actId="478"/>
          <ac:picMkLst>
            <pc:docMk/>
            <pc:sldMk cId="1241622220" sldId="293"/>
            <ac:picMk id="5" creationId="{18533F3E-F619-4AB4-BD73-632EC3D4BBC4}"/>
          </ac:picMkLst>
        </pc:picChg>
        <pc:picChg chg="del mod">
          <ac:chgData name="Sumeet Singh" userId="1524180e-ef14-4c82-9948-525c1bd61650" providerId="ADAL" clId="{B1D2689B-26BE-4104-8CBF-E3468D78C8FA}" dt="2020-07-04T20:39:26.565" v="5607" actId="478"/>
          <ac:picMkLst>
            <pc:docMk/>
            <pc:sldMk cId="1241622220" sldId="293"/>
            <ac:picMk id="6" creationId="{728A7872-601B-4E6D-82D4-365AF065B63F}"/>
          </ac:picMkLst>
        </pc:picChg>
        <pc:picChg chg="add mod">
          <ac:chgData name="Sumeet Singh" userId="1524180e-ef14-4c82-9948-525c1bd61650" providerId="ADAL" clId="{B1D2689B-26BE-4104-8CBF-E3468D78C8FA}" dt="2020-07-04T21:18:31.237" v="5925" actId="1076"/>
          <ac:picMkLst>
            <pc:docMk/>
            <pc:sldMk cId="1241622220" sldId="293"/>
            <ac:picMk id="7" creationId="{E2F2E6AE-EB4B-4C33-85A0-3E0F22497E6B}"/>
          </ac:picMkLst>
        </pc:picChg>
        <pc:picChg chg="add mod">
          <ac:chgData name="Sumeet Singh" userId="1524180e-ef14-4c82-9948-525c1bd61650" providerId="ADAL" clId="{B1D2689B-26BE-4104-8CBF-E3468D78C8FA}" dt="2020-07-04T21:18:33.099" v="5926" actId="1076"/>
          <ac:picMkLst>
            <pc:docMk/>
            <pc:sldMk cId="1241622220" sldId="293"/>
            <ac:picMk id="8" creationId="{FE85E744-790E-4AB6-8D22-D759EBBDBF49}"/>
          </ac:picMkLst>
        </pc:picChg>
        <pc:picChg chg="del mod">
          <ac:chgData name="Sumeet Singh" userId="1524180e-ef14-4c82-9948-525c1bd61650" providerId="ADAL" clId="{B1D2689B-26BE-4104-8CBF-E3468D78C8FA}" dt="2020-07-04T20:39:35.705" v="5608" actId="478"/>
          <ac:picMkLst>
            <pc:docMk/>
            <pc:sldMk cId="1241622220" sldId="293"/>
            <ac:picMk id="9" creationId="{59E78B00-DE57-4A70-84B6-1329DF5B386D}"/>
          </ac:picMkLst>
        </pc:picChg>
      </pc:sldChg>
      <pc:sldChg chg="addSp delSp modSp add mod">
        <pc:chgData name="Sumeet Singh" userId="1524180e-ef14-4c82-9948-525c1bd61650" providerId="ADAL" clId="{B1D2689B-26BE-4104-8CBF-E3468D78C8FA}" dt="2020-07-04T23:36:29.550" v="6717" actId="20577"/>
        <pc:sldMkLst>
          <pc:docMk/>
          <pc:sldMk cId="1464100113" sldId="294"/>
        </pc:sldMkLst>
        <pc:spChg chg="mod">
          <ac:chgData name="Sumeet Singh" userId="1524180e-ef14-4c82-9948-525c1bd61650" providerId="ADAL" clId="{B1D2689B-26BE-4104-8CBF-E3468D78C8FA}" dt="2020-07-04T23:36:29.550" v="6717" actId="20577"/>
          <ac:spMkLst>
            <pc:docMk/>
            <pc:sldMk cId="1464100113" sldId="294"/>
            <ac:spMk id="3" creationId="{7276B6DB-CB54-4DAA-B58E-1F01FF55642E}"/>
          </ac:spMkLst>
        </pc:spChg>
        <pc:picChg chg="add mod">
          <ac:chgData name="Sumeet Singh" userId="1524180e-ef14-4c82-9948-525c1bd61650" providerId="ADAL" clId="{B1D2689B-26BE-4104-8CBF-E3468D78C8FA}" dt="2020-07-04T21:17:40.277" v="5912" actId="1076"/>
          <ac:picMkLst>
            <pc:docMk/>
            <pc:sldMk cId="1464100113" sldId="294"/>
            <ac:picMk id="6" creationId="{5A980507-3D27-4A28-89E8-2087173F2205}"/>
          </ac:picMkLst>
        </pc:picChg>
        <pc:picChg chg="del">
          <ac:chgData name="Sumeet Singh" userId="1524180e-ef14-4c82-9948-525c1bd61650" providerId="ADAL" clId="{B1D2689B-26BE-4104-8CBF-E3468D78C8FA}" dt="2020-07-04T21:15:53.196" v="5669" actId="478"/>
          <ac:picMkLst>
            <pc:docMk/>
            <pc:sldMk cId="1464100113" sldId="294"/>
            <ac:picMk id="7" creationId="{E2F2E6AE-EB4B-4C33-85A0-3E0F22497E6B}"/>
          </ac:picMkLst>
        </pc:picChg>
        <pc:picChg chg="del">
          <ac:chgData name="Sumeet Singh" userId="1524180e-ef14-4c82-9948-525c1bd61650" providerId="ADAL" clId="{B1D2689B-26BE-4104-8CBF-E3468D78C8FA}" dt="2020-07-04T21:15:54.537" v="5670" actId="478"/>
          <ac:picMkLst>
            <pc:docMk/>
            <pc:sldMk cId="1464100113" sldId="294"/>
            <ac:picMk id="8" creationId="{FE85E744-790E-4AB6-8D22-D759EBBDBF49}"/>
          </ac:picMkLst>
        </pc:picChg>
        <pc:picChg chg="add mod">
          <ac:chgData name="Sumeet Singh" userId="1524180e-ef14-4c82-9948-525c1bd61650" providerId="ADAL" clId="{B1D2689B-26BE-4104-8CBF-E3468D78C8FA}" dt="2020-07-04T21:18:10.592" v="5920" actId="1076"/>
          <ac:picMkLst>
            <pc:docMk/>
            <pc:sldMk cId="1464100113" sldId="294"/>
            <ac:picMk id="9" creationId="{3E6AC9C6-1195-43B9-89B2-6F8BEE096018}"/>
          </ac:picMkLst>
        </pc:picChg>
        <pc:picChg chg="add mod">
          <ac:chgData name="Sumeet Singh" userId="1524180e-ef14-4c82-9948-525c1bd61650" providerId="ADAL" clId="{B1D2689B-26BE-4104-8CBF-E3468D78C8FA}" dt="2020-07-04T21:18:08.140" v="5919" actId="1076"/>
          <ac:picMkLst>
            <pc:docMk/>
            <pc:sldMk cId="1464100113" sldId="294"/>
            <ac:picMk id="10" creationId="{796980A3-661A-4779-98A3-D566B82A962E}"/>
          </ac:picMkLst>
        </pc:picChg>
      </pc:sldChg>
      <pc:sldChg chg="modSp new mod">
        <pc:chgData name="Sumeet Singh" userId="1524180e-ef14-4c82-9948-525c1bd61650" providerId="ADAL" clId="{B1D2689B-26BE-4104-8CBF-E3468D78C8FA}" dt="2020-07-04T23:38:53.345" v="6746" actId="20577"/>
        <pc:sldMkLst>
          <pc:docMk/>
          <pc:sldMk cId="2207033028" sldId="295"/>
        </pc:sldMkLst>
        <pc:spChg chg="mod">
          <ac:chgData name="Sumeet Singh" userId="1524180e-ef14-4c82-9948-525c1bd61650" providerId="ADAL" clId="{B1D2689B-26BE-4104-8CBF-E3468D78C8FA}" dt="2020-07-04T22:06:44.701" v="5990" actId="20577"/>
          <ac:spMkLst>
            <pc:docMk/>
            <pc:sldMk cId="2207033028" sldId="295"/>
            <ac:spMk id="2" creationId="{BDE36791-ACED-465F-BA3C-F989C40BC857}"/>
          </ac:spMkLst>
        </pc:spChg>
        <pc:spChg chg="mod">
          <ac:chgData name="Sumeet Singh" userId="1524180e-ef14-4c82-9948-525c1bd61650" providerId="ADAL" clId="{B1D2689B-26BE-4104-8CBF-E3468D78C8FA}" dt="2020-07-04T23:38:53.345" v="6746" actId="20577"/>
          <ac:spMkLst>
            <pc:docMk/>
            <pc:sldMk cId="2207033028" sldId="295"/>
            <ac:spMk id="3" creationId="{A66F4549-FE6A-4EA6-A554-A102B3E64D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BA165-D36E-444B-88BC-F53855DEA374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1D61D-B0AD-43E3-87C5-E3125568F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1D61D-B0AD-43E3-87C5-E3125568F4B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04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3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10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99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77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45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83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7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34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2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2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3006-0F65-40B8-A239-67B5565450D9}" type="datetimeFigureOut">
              <a:rPr lang="en-IN" smtClean="0"/>
              <a:t>09-07-2020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B39EE-C3BD-442A-A3B6-0820A9179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8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nsorflow/models/issues/277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91;p23">
            <a:extLst>
              <a:ext uri="{FF2B5EF4-FFF2-40B4-BE49-F238E27FC236}">
                <a16:creationId xmlns:a16="http://schemas.microsoft.com/office/drawing/2014/main" id="{3E06EB87-E05A-44C8-A212-8E096F1FAA6E}"/>
              </a:ext>
            </a:extLst>
          </p:cNvPr>
          <p:cNvSpPr/>
          <p:nvPr/>
        </p:nvSpPr>
        <p:spPr>
          <a:xfrm>
            <a:off x="-72072" y="-117753"/>
            <a:ext cx="473914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E4C8D-7EC8-47FF-A013-C58403587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23" y="318992"/>
            <a:ext cx="4267200" cy="590931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/>
          <a:p>
            <a:r>
              <a:rPr lang="en-US" sz="1800" b="0" i="1" kern="1200">
                <a:solidFill>
                  <a:srgbClr val="FFFFFF"/>
                </a:solidFill>
              </a:rPr>
              <a:t>A Real-Time Pedestrian Detection and Tracking System for Intelligent Vehicles</a:t>
            </a:r>
            <a:endParaRPr lang="en-US" sz="2400" kern="1200">
              <a:solidFill>
                <a:srgbClr val="FFFFFF"/>
              </a:solidFill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AA159C5-C9CB-463D-8117-17B35E7C73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 r="2" b="2"/>
          <a:stretch/>
        </p:blipFill>
        <p:spPr>
          <a:xfrm>
            <a:off x="5847720" y="492573"/>
            <a:ext cx="5165749" cy="58807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7D55E35-5F64-4066-864B-3B1ED5889383}"/>
              </a:ext>
            </a:extLst>
          </p:cNvPr>
          <p:cNvSpPr txBox="1">
            <a:spLocks/>
          </p:cNvSpPr>
          <p:nvPr/>
        </p:nvSpPr>
        <p:spPr>
          <a:xfrm>
            <a:off x="225023" y="3170155"/>
            <a:ext cx="4503174" cy="757130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FFFFFF"/>
                </a:solidFill>
              </a:rPr>
              <a:t>Custom Training Object  Detection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E02D4E5-8C60-4E30-A90A-F5F23DCBDE39}"/>
              </a:ext>
            </a:extLst>
          </p:cNvPr>
          <p:cNvSpPr txBox="1">
            <a:spLocks/>
          </p:cNvSpPr>
          <p:nvPr/>
        </p:nvSpPr>
        <p:spPr>
          <a:xfrm>
            <a:off x="163902" y="5310519"/>
            <a:ext cx="4267200" cy="590931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solidFill>
                  <a:srgbClr val="FFFFFF"/>
                </a:solidFill>
              </a:rPr>
              <a:t>Nikhil </a:t>
            </a:r>
            <a:r>
              <a:rPr lang="en-US" sz="1800" err="1">
                <a:solidFill>
                  <a:srgbClr val="FFFFFF"/>
                </a:solidFill>
              </a:rPr>
              <a:t>Komari</a:t>
            </a:r>
            <a:r>
              <a:rPr lang="en-US" sz="1800">
                <a:solidFill>
                  <a:srgbClr val="FFFFFF"/>
                </a:solidFill>
              </a:rPr>
              <a:t> (251086006)</a:t>
            </a:r>
          </a:p>
          <a:p>
            <a:r>
              <a:rPr lang="en-US" sz="1800">
                <a:solidFill>
                  <a:srgbClr val="FFFFFF"/>
                </a:solidFill>
              </a:rPr>
              <a:t>Sumeet Singh (251055497)</a:t>
            </a:r>
          </a:p>
        </p:txBody>
      </p:sp>
    </p:spTree>
    <p:extLst>
      <p:ext uri="{BB962C8B-B14F-4D97-AF65-F5344CB8AC3E}">
        <p14:creationId xmlns:p14="http://schemas.microsoft.com/office/powerpoint/2010/main" val="229231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Previously…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/>
              <a:t>Object detection using various models available through darknet (tiny yolo) and TensorFlow (SSD, RCNN etc.) frameworks</a:t>
            </a:r>
          </a:p>
          <a:p>
            <a:pPr marL="514350" indent="-514350">
              <a:buFont typeface="+mj-lt"/>
              <a:buAutoNum type="arabicPeriod"/>
            </a:pPr>
            <a:endParaRPr lang="en-IN"/>
          </a:p>
          <a:p>
            <a:pPr marL="514350" indent="-514350">
              <a:buFont typeface="+mj-lt"/>
              <a:buAutoNum type="arabicPeriod"/>
            </a:pPr>
            <a:r>
              <a:rPr lang="en-IN"/>
              <a:t>Selected </a:t>
            </a:r>
            <a:r>
              <a:rPr lang="en-IN" err="1"/>
              <a:t>SSDLite</a:t>
            </a:r>
            <a:r>
              <a:rPr lang="en-IN"/>
              <a:t> </a:t>
            </a:r>
            <a:r>
              <a:rPr lang="en-IN" err="1"/>
              <a:t>Mobilenet</a:t>
            </a:r>
            <a:r>
              <a:rPr lang="en-IN"/>
              <a:t> model among others as it provides a balance between speed and accuracy.</a:t>
            </a:r>
          </a:p>
          <a:p>
            <a:pPr marL="971550" lvl="1" indent="-514350">
              <a:buFont typeface="+mj-lt"/>
              <a:buAutoNum type="alphaLcParenR"/>
            </a:pPr>
            <a:endParaRPr lang="en-IN"/>
          </a:p>
          <a:p>
            <a:pPr marL="971550" lvl="1" indent="-514350">
              <a:buFont typeface="+mj-lt"/>
              <a:buAutoNum type="alphaLcParenR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2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3D53-B880-4325-8569-BACE1A88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7459-96C2-4A67-AE46-6DD9997D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/>
              <a:t>Figuring out the entire TensorFlow's Object Detection API training pipeline.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Selecting &amp; preprocessing the dataset for our problem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Custom training the model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Evaluating the Custom-trained Model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Comparing pre-trained model with custom-trained model</a:t>
            </a:r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77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4085-694B-4FFE-94CC-354992B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Typical ML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A3D-82F4-44E0-A9BD-289ED685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825625"/>
            <a:ext cx="11626921" cy="4351338"/>
          </a:xfrm>
        </p:spPr>
        <p:txBody>
          <a:bodyPr>
            <a:normAutofit fontScale="92500"/>
          </a:bodyPr>
          <a:lstStyle/>
          <a:p>
            <a:r>
              <a:rPr lang="en-CA" b="1"/>
              <a:t>Dataset:</a:t>
            </a:r>
            <a:r>
              <a:rPr lang="en-CA"/>
              <a:t> what is the training Dataset?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Model Creation:</a:t>
            </a:r>
            <a:r>
              <a:rPr lang="en-CA"/>
              <a:t> which model to train ? What is model configuration ?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Loss Function:</a:t>
            </a:r>
            <a:r>
              <a:rPr lang="en-CA"/>
              <a:t> Criteria using which Model will learn (Objective)</a:t>
            </a:r>
          </a:p>
          <a:p>
            <a:endParaRPr lang="en-CA"/>
          </a:p>
          <a:p>
            <a:r>
              <a:rPr lang="en-CA" b="1"/>
              <a:t>Model Evaluation: </a:t>
            </a:r>
            <a:r>
              <a:rPr lang="en-CA"/>
              <a:t>Criteria to check how good is the model ?</a:t>
            </a:r>
            <a:endParaRPr lang="en-CA" b="1"/>
          </a:p>
          <a:p>
            <a:endParaRPr lang="en-CA"/>
          </a:p>
          <a:p>
            <a:r>
              <a:rPr lang="en-CA" b="1"/>
              <a:t>Model Training:</a:t>
            </a:r>
            <a:r>
              <a:rPr lang="en-CA"/>
              <a:t> Learning Complex relationships in dataset; When to stop training ?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2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B419-906B-4BFA-841B-614BA8C3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TensorFlow's Training Pipeline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CC82-70B4-4407-801E-7776F3779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97629" cy="47498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r>
              <a:rPr lang="en-CA"/>
              <a:t>Each pre-trained model has *.config file consisting of Hyperparameters of model.</a:t>
            </a:r>
          </a:p>
          <a:p>
            <a:endParaRPr lang="en-CA"/>
          </a:p>
          <a:p>
            <a:pPr marL="0" indent="0">
              <a:buNone/>
            </a:pPr>
            <a:endParaRPr lang="en-CA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0423D54A-CD6B-4B91-A771-C6BF0BB7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96" y="2094364"/>
            <a:ext cx="10293207" cy="2811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36F9F-8249-4FFC-8D35-63AE78F629E4}"/>
              </a:ext>
            </a:extLst>
          </p:cNvPr>
          <p:cNvSpPr txBox="1"/>
          <p:nvPr/>
        </p:nvSpPr>
        <p:spPr>
          <a:xfrm>
            <a:off x="5734585" y="5078390"/>
            <a:ext cx="1366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Basic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06662-CC83-4C24-A1FB-1A68A5E4C584}"/>
              </a:ext>
            </a:extLst>
          </p:cNvPr>
          <p:cNvSpPr/>
          <p:nvPr/>
        </p:nvSpPr>
        <p:spPr>
          <a:xfrm>
            <a:off x="838200" y="1866888"/>
            <a:ext cx="6435903" cy="314580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D88C0-5D28-4627-A043-A8FE1B201D60}"/>
              </a:ext>
            </a:extLst>
          </p:cNvPr>
          <p:cNvSpPr txBox="1"/>
          <p:nvPr/>
        </p:nvSpPr>
        <p:spPr>
          <a:xfrm>
            <a:off x="2955425" y="2050977"/>
            <a:ext cx="256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solidFill>
                  <a:schemeClr val="accent1">
                    <a:lumMod val="75000"/>
                  </a:schemeClr>
                </a:solidFill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057286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B2E4-852F-4C75-88BD-6E4E84E9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Training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E6FD-E57B-443E-9941-A262BFE5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Started training on local machine but switched to Google </a:t>
            </a:r>
            <a:r>
              <a:rPr lang="en-CA" err="1"/>
              <a:t>Colab</a:t>
            </a:r>
            <a:r>
              <a:rPr lang="en-CA"/>
              <a:t> after figuring out a way to train on cloud.</a:t>
            </a:r>
          </a:p>
          <a:p>
            <a:r>
              <a:rPr lang="en-CA"/>
              <a:t>The training pipeline automatically takes checkpoints of model after regular intervals.</a:t>
            </a:r>
          </a:p>
          <a:p>
            <a:r>
              <a:rPr lang="en-CA"/>
              <a:t>Google </a:t>
            </a:r>
            <a:r>
              <a:rPr lang="en-CA" err="1"/>
              <a:t>Colab</a:t>
            </a:r>
            <a:r>
              <a:rPr lang="en-CA"/>
              <a:t> reduced training time significantly but at the cost of Session timeout issues, RAM issues, Over-usage limits.</a:t>
            </a:r>
          </a:p>
          <a:p>
            <a:pPr marL="0" indent="0">
              <a:buNone/>
            </a:pPr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462776-97E0-4540-92C6-921E1AB4B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03971"/>
              </p:ext>
            </p:extLst>
          </p:nvPr>
        </p:nvGraphicFramePr>
        <p:xfrm>
          <a:off x="1623317" y="4716239"/>
          <a:ext cx="8260422" cy="1776636"/>
        </p:xfrm>
        <a:graphic>
          <a:graphicData uri="http://schemas.openxmlformats.org/drawingml/2006/table">
            <a:tbl>
              <a:tblPr firstRow="1" firstCol="1" bandRow="1"/>
              <a:tblGrid>
                <a:gridCol w="2752886">
                  <a:extLst>
                    <a:ext uri="{9D8B030D-6E8A-4147-A177-3AD203B41FA5}">
                      <a16:colId xmlns:a16="http://schemas.microsoft.com/office/drawing/2014/main" val="3228227645"/>
                    </a:ext>
                  </a:extLst>
                </a:gridCol>
                <a:gridCol w="2753768">
                  <a:extLst>
                    <a:ext uri="{9D8B030D-6E8A-4147-A177-3AD203B41FA5}">
                      <a16:colId xmlns:a16="http://schemas.microsoft.com/office/drawing/2014/main" val="3829708423"/>
                    </a:ext>
                  </a:extLst>
                </a:gridCol>
                <a:gridCol w="2753768">
                  <a:extLst>
                    <a:ext uri="{9D8B030D-6E8A-4147-A177-3AD203B41FA5}">
                      <a16:colId xmlns:a16="http://schemas.microsoft.com/office/drawing/2014/main" val="1294027647"/>
                    </a:ext>
                  </a:extLst>
                </a:gridCol>
              </a:tblGrid>
              <a:tr h="4441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System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Google Colab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771761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GPU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949916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Compute time/step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 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 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709410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Training Time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~24 days (Estimate)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~ 8.5 hrs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140128"/>
                  </a:ext>
                </a:extLst>
              </a:tr>
            </a:tbl>
          </a:graphicData>
        </a:graphic>
      </p:graphicFrame>
      <p:pic>
        <p:nvPicPr>
          <p:cNvPr id="5" name="Graphic 4" descr="Close">
            <a:extLst>
              <a:ext uri="{FF2B5EF4-FFF2-40B4-BE49-F238E27FC236}">
                <a16:creationId xmlns:a16="http://schemas.microsoft.com/office/drawing/2014/main" id="{910C2FE5-1749-448E-83E1-0F43E0E73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1449" y="5220633"/>
            <a:ext cx="304158" cy="304158"/>
          </a:xfrm>
          <a:prstGeom prst="rect">
            <a:avLst/>
          </a:prstGeom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E2FF0440-5AFE-47D5-B7EB-BAAB6DDC1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2354" y="5237782"/>
            <a:ext cx="304158" cy="3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50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EE62-2EAD-4D2B-A342-775F573F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6D117-BFFD-48A7-9157-25DB297A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Identify dataset to train the custom model to detect only pedestrians in roadside scene.(Can be extended later to other objects)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Intended to find the dataset that can closely simulate the practical scenarios of our problem.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An ideal dataset should be dense and diverse enough to cover multiple weather scenarios and fair amount of small, medium and large objects in it.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331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1368-0673-4EE9-AB26-92BE6964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Datasets Explored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5521D50-F8FD-493F-9094-638700B71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202577"/>
              </p:ext>
            </p:extLst>
          </p:nvPr>
        </p:nvGraphicFramePr>
        <p:xfrm>
          <a:off x="962025" y="1465769"/>
          <a:ext cx="10791825" cy="502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2064920535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586986631"/>
                    </a:ext>
                  </a:extLst>
                </a:gridCol>
              </a:tblGrid>
              <a:tr h="539337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05408"/>
                  </a:ext>
                </a:extLst>
              </a:tr>
              <a:tr h="930912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rgbClr val="FF0000"/>
                          </a:solidFill>
                        </a:rPr>
                        <a:t>Caltech 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Consist of 6 training video sequences (~1 GB each) from a moving vehicle.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Very sparse dataset w.r.t our application as crosswalks in the entire dataset are very few. Also, lacks diversity.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267306"/>
                  </a:ext>
                </a:extLst>
              </a:tr>
              <a:tr h="760568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rgbClr val="FF0000"/>
                          </a:solidFill>
                        </a:rPr>
                        <a:t>INRIA Persons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Consists of both positive images having persons and negative images with no persons in 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Very Generic dataset of persons in image with no road specific setup; More suitable for image classification problems.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78491"/>
                  </a:ext>
                </a:extLst>
              </a:tr>
              <a:tr h="539337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rgbClr val="FF0000"/>
                          </a:solidFill>
                        </a:rPr>
                        <a:t>Wider Persons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Dataset with persons in Marathon, Dance, Activity, Traffic, Miscellany setup.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Very Dense dataset and impossible to filter images for Road specific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61168"/>
                  </a:ext>
                </a:extLst>
              </a:tr>
              <a:tr h="539337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rgbClr val="FF0000"/>
                          </a:solidFill>
                        </a:rPr>
                        <a:t>ETHZ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Low Quality phone videos recorded by a pedestrian walking on crosswalks.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360013"/>
                  </a:ext>
                </a:extLst>
              </a:tr>
              <a:tr h="539337">
                <a:tc>
                  <a:txBody>
                    <a:bodyPr/>
                    <a:lstStyle/>
                    <a:p>
                      <a:r>
                        <a:rPr lang="en-CA">
                          <a:solidFill>
                            <a:srgbClr val="00B050"/>
                          </a:solidFill>
                        </a:rPr>
                        <a:t>JAAD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Dataset designed for Autonomous Driving Problems with focus on pedestrian and driver behaviour at the point of crossings.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/>
                        <a:t>Dataset collected in North America and Europe with urban driving and weather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615396"/>
                  </a:ext>
                </a:extLst>
              </a:tr>
            </a:tbl>
          </a:graphicData>
        </a:graphic>
      </p:graphicFrame>
      <p:pic>
        <p:nvPicPr>
          <p:cNvPr id="8" name="Graphic 7" descr="Close">
            <a:extLst>
              <a:ext uri="{FF2B5EF4-FFF2-40B4-BE49-F238E27FC236}">
                <a16:creationId xmlns:a16="http://schemas.microsoft.com/office/drawing/2014/main" id="{37F2102F-08CD-482F-9272-BD013325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325" y="2038350"/>
            <a:ext cx="485775" cy="485775"/>
          </a:xfrm>
          <a:prstGeom prst="rect">
            <a:avLst/>
          </a:prstGeom>
        </p:spPr>
      </p:pic>
      <p:pic>
        <p:nvPicPr>
          <p:cNvPr id="9" name="Graphic 8" descr="Close">
            <a:extLst>
              <a:ext uri="{FF2B5EF4-FFF2-40B4-BE49-F238E27FC236}">
                <a16:creationId xmlns:a16="http://schemas.microsoft.com/office/drawing/2014/main" id="{F0A6B48F-1C50-42E2-B13D-D23ECC32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325" y="2943225"/>
            <a:ext cx="485775" cy="485775"/>
          </a:xfrm>
          <a:prstGeom prst="rect">
            <a:avLst/>
          </a:prstGeom>
        </p:spPr>
      </p:pic>
      <p:pic>
        <p:nvPicPr>
          <p:cNvPr id="10" name="Graphic 9" descr="Close">
            <a:extLst>
              <a:ext uri="{FF2B5EF4-FFF2-40B4-BE49-F238E27FC236}">
                <a16:creationId xmlns:a16="http://schemas.microsoft.com/office/drawing/2014/main" id="{1A13AC9D-8FC2-4626-A9A9-2AD8AFB4C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324" y="4090988"/>
            <a:ext cx="485775" cy="485775"/>
          </a:xfrm>
          <a:prstGeom prst="rect">
            <a:avLst/>
          </a:prstGeom>
        </p:spPr>
      </p:pic>
      <p:pic>
        <p:nvPicPr>
          <p:cNvPr id="11" name="Graphic 10" descr="Close">
            <a:extLst>
              <a:ext uri="{FF2B5EF4-FFF2-40B4-BE49-F238E27FC236}">
                <a16:creationId xmlns:a16="http://schemas.microsoft.com/office/drawing/2014/main" id="{F13CBDA9-6077-48C2-8F49-D167B79E0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1323" y="4739482"/>
            <a:ext cx="485775" cy="542925"/>
          </a:xfrm>
          <a:prstGeom prst="rect">
            <a:avLst/>
          </a:prstGeom>
        </p:spPr>
      </p:pic>
      <p:pic>
        <p:nvPicPr>
          <p:cNvPr id="13" name="Graphic 12" descr="Checkmark">
            <a:extLst>
              <a:ext uri="{FF2B5EF4-FFF2-40B4-BE49-F238E27FC236}">
                <a16:creationId xmlns:a16="http://schemas.microsoft.com/office/drawing/2014/main" id="{3F7DBA8E-A0F5-41BF-890F-ED1233A87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1322" y="5407313"/>
            <a:ext cx="485776" cy="48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5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703C-D653-43FF-B5FB-1EAD8EB8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6F0B-650E-4F32-863E-1B75C5471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/>
              <a:t>Joint Attention in Autonomous Driving (JAAD) consists of 346 HD mp4 video clips 5-10 seconds long, recorded from on board camera at 30 fps. 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An extensive dataset having frame wise spatial information (Bounding Boxes) in XML format, behavior information of pedestrian and context of frame recorded in variety of scenarios.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Dataset provides occlusion information of pedestrians in the frame ranging from ‘none’, ‘partly’ to ‘fully’.</a:t>
            </a:r>
          </a:p>
          <a:p>
            <a:pPr marL="0" indent="0">
              <a:buNone/>
            </a:pP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81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BECF-E512-4758-8250-74C5B817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302"/>
            <a:ext cx="10515600" cy="1325563"/>
          </a:xfrm>
        </p:spPr>
        <p:txBody>
          <a:bodyPr/>
          <a:lstStyle/>
          <a:p>
            <a:r>
              <a:rPr lang="en-CA"/>
              <a:t>Dataset Diversity</a:t>
            </a:r>
          </a:p>
        </p:txBody>
      </p:sp>
      <p:pic>
        <p:nvPicPr>
          <p:cNvPr id="7" name="Picture 6" descr="A snow covered street&#10;&#10;Description automatically generated">
            <a:extLst>
              <a:ext uri="{FF2B5EF4-FFF2-40B4-BE49-F238E27FC236}">
                <a16:creationId xmlns:a16="http://schemas.microsoft.com/office/drawing/2014/main" id="{CBCB172D-1A9C-4921-AEF3-614CAC645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32" y="3348249"/>
            <a:ext cx="3605693" cy="273822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0EDB2B-6E5D-452B-8CF2-0EC2596FB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Images ranging from Winter, Summer and Rainy seasons.</a:t>
            </a:r>
          </a:p>
          <a:p>
            <a:r>
              <a:rPr lang="en-CA">
                <a:solidFill>
                  <a:srgbClr val="FF0000"/>
                </a:solidFill>
              </a:rPr>
              <a:t>Rainy season intentionally ignored for training to maintain quality of dataset as vehicle’s windshield wipers were concealing the person.</a:t>
            </a:r>
          </a:p>
        </p:txBody>
      </p:sp>
      <p:pic>
        <p:nvPicPr>
          <p:cNvPr id="11" name="Picture 10" descr="A view of a city street&#10;&#10;Description automatically generated">
            <a:extLst>
              <a:ext uri="{FF2B5EF4-FFF2-40B4-BE49-F238E27FC236}">
                <a16:creationId xmlns:a16="http://schemas.microsoft.com/office/drawing/2014/main" id="{1120B006-303D-4211-A243-F1D707974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839" y="3348249"/>
            <a:ext cx="3491007" cy="2738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D48485-2642-4CBA-AE29-9BBC76E1B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50" y="3348249"/>
            <a:ext cx="4072417" cy="2747751"/>
          </a:xfrm>
          <a:prstGeom prst="rect">
            <a:avLst/>
          </a:prstGeom>
          <a:effectLst>
            <a:glow rad="127000">
              <a:srgbClr val="FF0000"/>
            </a:glow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553642-4F4E-4DF6-B413-B7261CDD58FC}"/>
              </a:ext>
            </a:extLst>
          </p:cNvPr>
          <p:cNvSpPr txBox="1"/>
          <p:nvPr/>
        </p:nvSpPr>
        <p:spPr>
          <a:xfrm>
            <a:off x="1229259" y="6332057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Winter Scene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3998EC-935A-4260-A7CB-3E247FCB2307}"/>
              </a:ext>
            </a:extLst>
          </p:cNvPr>
          <p:cNvSpPr txBox="1"/>
          <p:nvPr/>
        </p:nvSpPr>
        <p:spPr>
          <a:xfrm>
            <a:off x="9056455" y="6342723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Rainy Scene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A5E00-7C45-4003-A972-13363B04C859}"/>
              </a:ext>
            </a:extLst>
          </p:cNvPr>
          <p:cNvSpPr txBox="1"/>
          <p:nvPr/>
        </p:nvSpPr>
        <p:spPr>
          <a:xfrm>
            <a:off x="5016998" y="6332057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Summer Scene</a:t>
            </a:r>
          </a:p>
        </p:txBody>
      </p:sp>
    </p:spTree>
    <p:extLst>
      <p:ext uri="{BB962C8B-B14F-4D97-AF65-F5344CB8AC3E}">
        <p14:creationId xmlns:p14="http://schemas.microsoft.com/office/powerpoint/2010/main" val="203742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71DB-6D0B-41CD-BCB6-6921823F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Diversity(Contd.)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B6DB-CB54-4DAA-B58E-1F01FF55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Images taken in different lighting conditions and at different times of the day.</a:t>
            </a:r>
          </a:p>
          <a:p>
            <a:pPr marL="0" indent="0">
              <a:buNone/>
            </a:pPr>
            <a:endParaRPr lang="en-CA"/>
          </a:p>
        </p:txBody>
      </p:sp>
      <p:pic>
        <p:nvPicPr>
          <p:cNvPr id="5" name="Picture 4" descr="A view of a city street&#10;&#10;Description automatically generated">
            <a:extLst>
              <a:ext uri="{FF2B5EF4-FFF2-40B4-BE49-F238E27FC236}">
                <a16:creationId xmlns:a16="http://schemas.microsoft.com/office/drawing/2014/main" id="{18533F3E-F619-4AB4-BD73-632EC3D4B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05" y="2962703"/>
            <a:ext cx="4017945" cy="2986033"/>
          </a:xfrm>
          <a:prstGeom prst="rect">
            <a:avLst/>
          </a:prstGeom>
        </p:spPr>
      </p:pic>
      <p:pic>
        <p:nvPicPr>
          <p:cNvPr id="9" name="Picture 8" descr="A city street&#10;&#10;Description automatically generated">
            <a:extLst>
              <a:ext uri="{FF2B5EF4-FFF2-40B4-BE49-F238E27FC236}">
                <a16:creationId xmlns:a16="http://schemas.microsoft.com/office/drawing/2014/main" id="{59E78B00-DE57-4A70-84B6-1329DF5B3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962703"/>
            <a:ext cx="3657600" cy="2986033"/>
          </a:xfrm>
          <a:prstGeom prst="rect">
            <a:avLst/>
          </a:prstGeom>
        </p:spPr>
      </p:pic>
      <p:pic>
        <p:nvPicPr>
          <p:cNvPr id="6" name="Picture 5" descr="A view of a city street&#10;&#10;Description automatically generated">
            <a:extLst>
              <a:ext uri="{FF2B5EF4-FFF2-40B4-BE49-F238E27FC236}">
                <a16:creationId xmlns:a16="http://schemas.microsoft.com/office/drawing/2014/main" id="{728A7872-601B-4E6D-82D4-365AF065B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442" y="2962703"/>
            <a:ext cx="3777465" cy="3038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B118B1-50D1-4757-B0BA-9586AB6C2994}"/>
              </a:ext>
            </a:extLst>
          </p:cNvPr>
          <p:cNvSpPr txBox="1"/>
          <p:nvPr/>
        </p:nvSpPr>
        <p:spPr>
          <a:xfrm>
            <a:off x="1352549" y="6176963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Bright Scene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324EB-11E1-4508-9AD6-3D8652F1952D}"/>
              </a:ext>
            </a:extLst>
          </p:cNvPr>
          <p:cNvSpPr txBox="1"/>
          <p:nvPr/>
        </p:nvSpPr>
        <p:spPr>
          <a:xfrm>
            <a:off x="5417851" y="6154321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Normal Scene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4DB32-6C21-41AB-8A2A-FCA6F185E1B0}"/>
              </a:ext>
            </a:extLst>
          </p:cNvPr>
          <p:cNvSpPr txBox="1"/>
          <p:nvPr/>
        </p:nvSpPr>
        <p:spPr>
          <a:xfrm>
            <a:off x="9483154" y="6154321"/>
            <a:ext cx="240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Shady Scene</a:t>
            </a:r>
          </a:p>
        </p:txBody>
      </p:sp>
    </p:spTree>
    <p:extLst>
      <p:ext uri="{BB962C8B-B14F-4D97-AF65-F5344CB8AC3E}">
        <p14:creationId xmlns:p14="http://schemas.microsoft.com/office/powerpoint/2010/main" val="1994295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71DB-6D0B-41CD-BCB6-6921823F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Diversity(Contd.)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B6DB-CB54-4DAA-B58E-1F01FF55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91309"/>
          </a:xfrm>
        </p:spPr>
        <p:txBody>
          <a:bodyPr>
            <a:normAutofit/>
          </a:bodyPr>
          <a:lstStyle/>
          <a:p>
            <a:r>
              <a:rPr lang="en-CA"/>
              <a:t>Our Application needs to consider the camera angle </a:t>
            </a:r>
            <a:r>
              <a:rPr lang="en-CA" err="1"/>
              <a:t>i.</a:t>
            </a:r>
            <a:r>
              <a:rPr lang="en-CA"/>
              <a:t>e. Front view v/s Side view of pedestrians.</a:t>
            </a:r>
          </a:p>
          <a:p>
            <a:r>
              <a:rPr lang="en-CA">
                <a:solidFill>
                  <a:srgbClr val="FF0000"/>
                </a:solidFill>
              </a:rPr>
              <a:t>Most of the images cover side view of pedestrians (on board camera).</a:t>
            </a:r>
          </a:p>
          <a:p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endParaRPr lang="en-CA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/>
          </a:p>
        </p:txBody>
      </p:sp>
      <p:pic>
        <p:nvPicPr>
          <p:cNvPr id="7" name="Picture 6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E2F2E6AE-EB4B-4C33-85A0-3E0F22497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00" y="3339509"/>
            <a:ext cx="4320473" cy="2584508"/>
          </a:xfrm>
          <a:prstGeom prst="rect">
            <a:avLst/>
          </a:prstGeom>
          <a:effectLst>
            <a:outerShdw blurRad="127000" dist="50800" dir="5400000" sx="105000" sy="105000" algn="ctr" rotWithShape="0">
              <a:srgbClr val="FF0000">
                <a:alpha val="76000"/>
              </a:srgbClr>
            </a:outerShdw>
          </a:effectLst>
        </p:spPr>
      </p:pic>
      <p:pic>
        <p:nvPicPr>
          <p:cNvPr id="8" name="Picture 7" descr="People walking on a city street&#10;&#10;Description automatically generated">
            <a:extLst>
              <a:ext uri="{FF2B5EF4-FFF2-40B4-BE49-F238E27FC236}">
                <a16:creationId xmlns:a16="http://schemas.microsoft.com/office/drawing/2014/main" id="{FE85E744-790E-4AB6-8D22-D759EBBDB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28" y="3283990"/>
            <a:ext cx="4609672" cy="25929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241C70-30B3-44CD-850A-B4F644B9E9ED}"/>
              </a:ext>
            </a:extLst>
          </p:cNvPr>
          <p:cNvSpPr txBox="1"/>
          <p:nvPr/>
        </p:nvSpPr>
        <p:spPr>
          <a:xfrm>
            <a:off x="2191656" y="6185098"/>
            <a:ext cx="2031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>
                <a:solidFill>
                  <a:srgbClr val="FF0000"/>
                </a:solidFill>
              </a:rPr>
              <a:t>Front View (Not in JAAD)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C6B042-519E-4D54-8F5C-52E15A588434}"/>
              </a:ext>
            </a:extLst>
          </p:cNvPr>
          <p:cNvSpPr txBox="1"/>
          <p:nvPr/>
        </p:nvSpPr>
        <p:spPr>
          <a:xfrm>
            <a:off x="7775562" y="6193043"/>
            <a:ext cx="1583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>
                <a:solidFill>
                  <a:schemeClr val="tx1">
                    <a:lumMod val="65000"/>
                    <a:lumOff val="35000"/>
                  </a:schemeClr>
                </a:solidFill>
              </a:rPr>
              <a:t>Side View (In JAAD)</a:t>
            </a:r>
          </a:p>
        </p:txBody>
      </p:sp>
    </p:spTree>
    <p:extLst>
      <p:ext uri="{BB962C8B-B14F-4D97-AF65-F5344CB8AC3E}">
        <p14:creationId xmlns:p14="http://schemas.microsoft.com/office/powerpoint/2010/main" val="1241622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71DB-6D0B-41CD-BCB6-6921823F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Diversity(Contd.)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B6DB-CB54-4DAA-B58E-1F01FF55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Collected 208 images from Google covering the front view.</a:t>
            </a:r>
          </a:p>
          <a:p>
            <a:r>
              <a:rPr lang="en-CA"/>
              <a:t>Manually labelled 630 Bounding Boxes on collected dataset and merged with JAAD.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</p:txBody>
      </p:sp>
      <p:pic>
        <p:nvPicPr>
          <p:cNvPr id="6" name="Content Placeholder 8" descr="A group of people walking on a street corner near a crosswalk&#10;&#10;Description automatically generated">
            <a:extLst>
              <a:ext uri="{FF2B5EF4-FFF2-40B4-BE49-F238E27FC236}">
                <a16:creationId xmlns:a16="http://schemas.microsoft.com/office/drawing/2014/main" id="{5A980507-3D27-4A28-89E8-2087173F2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82" y="3586539"/>
            <a:ext cx="3038752" cy="2748379"/>
          </a:xfrm>
          <a:prstGeom prst="rect">
            <a:avLst/>
          </a:prstGeom>
        </p:spPr>
      </p:pic>
      <p:pic>
        <p:nvPicPr>
          <p:cNvPr id="9" name="Picture 8" descr="A group of people walking on a city street&#10;&#10;Description automatically generated">
            <a:extLst>
              <a:ext uri="{FF2B5EF4-FFF2-40B4-BE49-F238E27FC236}">
                <a16:creationId xmlns:a16="http://schemas.microsoft.com/office/drawing/2014/main" id="{3E6AC9C6-1195-43B9-89B2-6F8BEE096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027" y="3557870"/>
            <a:ext cx="2972105" cy="2748379"/>
          </a:xfrm>
          <a:prstGeom prst="rect">
            <a:avLst/>
          </a:prstGeom>
        </p:spPr>
      </p:pic>
      <p:pic>
        <p:nvPicPr>
          <p:cNvPr id="10" name="Picture 9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796980A3-661A-4779-98A3-D566B82A9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61" y="3557243"/>
            <a:ext cx="2855398" cy="28202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13572C-EE5C-4AF2-A50B-7A1C201F9E76}"/>
              </a:ext>
            </a:extLst>
          </p:cNvPr>
          <p:cNvSpPr txBox="1"/>
          <p:nvPr/>
        </p:nvSpPr>
        <p:spPr>
          <a:xfrm>
            <a:off x="4818579" y="6377541"/>
            <a:ext cx="4582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Front View Google images</a:t>
            </a:r>
          </a:p>
        </p:txBody>
      </p:sp>
    </p:spTree>
    <p:extLst>
      <p:ext uri="{BB962C8B-B14F-4D97-AF65-F5344CB8AC3E}">
        <p14:creationId xmlns:p14="http://schemas.microsoft.com/office/powerpoint/2010/main" val="146410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71DB-6D0B-41CD-BCB6-6921823F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B6DB-CB54-4DAA-B58E-1F01FF55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Data Filtering</a:t>
            </a:r>
          </a:p>
          <a:p>
            <a:pPr lvl="1"/>
            <a:r>
              <a:rPr lang="en-CA"/>
              <a:t>Manually selected subset of videos from entire dataset for desired scenarios.</a:t>
            </a:r>
          </a:p>
          <a:p>
            <a:endParaRPr lang="en-CA"/>
          </a:p>
          <a:p>
            <a:r>
              <a:rPr lang="en-CA"/>
              <a:t>Converted Videos to Images </a:t>
            </a:r>
          </a:p>
          <a:p>
            <a:pPr lvl="1"/>
            <a:r>
              <a:rPr lang="en-CA"/>
              <a:t>Individual video is converted into respective frames using OpenCV.</a:t>
            </a:r>
          </a:p>
          <a:p>
            <a:endParaRPr lang="en-CA"/>
          </a:p>
          <a:p>
            <a:r>
              <a:rPr lang="en-CA"/>
              <a:t>Removed Non-Meaningful Data</a:t>
            </a:r>
          </a:p>
          <a:p>
            <a:pPr lvl="1"/>
            <a:r>
              <a:rPr lang="en-CA"/>
              <a:t>Frames with no pedestrians are discarded during frame generation using python script. </a:t>
            </a:r>
            <a:r>
              <a:rPr lang="en-CA" b="1"/>
              <a:t>NO TRUE NEGATIVES</a:t>
            </a:r>
          </a:p>
        </p:txBody>
      </p:sp>
    </p:spTree>
    <p:extLst>
      <p:ext uri="{BB962C8B-B14F-4D97-AF65-F5344CB8AC3E}">
        <p14:creationId xmlns:p14="http://schemas.microsoft.com/office/powerpoint/2010/main" val="405797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15B4-624B-4029-A35F-F6BCAC20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 Preprocessing(Contd.)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A92D6-889C-41AB-9266-6D84B154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TRF records generation requires annotations of bounding box in CSV format. </a:t>
            </a:r>
          </a:p>
          <a:p>
            <a:pPr marL="0" indent="0">
              <a:buNone/>
            </a:pPr>
            <a:endParaRPr lang="en-CA"/>
          </a:p>
          <a:p>
            <a:r>
              <a:rPr lang="en-CA">
                <a:solidFill>
                  <a:srgbClr val="FF0000"/>
                </a:solidFill>
              </a:rPr>
              <a:t>But dataset contains annotations in JAAD specific XML format.</a:t>
            </a:r>
          </a:p>
          <a:p>
            <a:pPr lvl="1"/>
            <a:r>
              <a:rPr lang="en-CA"/>
              <a:t>Parsed XML file to generate corresponding CSV file.</a:t>
            </a:r>
          </a:p>
          <a:p>
            <a:pPr lvl="1"/>
            <a:r>
              <a:rPr lang="en-CA"/>
              <a:t>Ignored objects labelled as “people”. </a:t>
            </a:r>
          </a:p>
          <a:p>
            <a:pPr lvl="1"/>
            <a:r>
              <a:rPr lang="en-CA"/>
              <a:t>Frames and corresponding BB are scaled down by factor of 0.5.</a:t>
            </a:r>
          </a:p>
          <a:p>
            <a:pPr lvl="1"/>
            <a:r>
              <a:rPr lang="en-CA"/>
              <a:t>Finally selected every 8</a:t>
            </a:r>
            <a:r>
              <a:rPr lang="en-CA" baseline="30000"/>
              <a:t>th</a:t>
            </a:r>
            <a:r>
              <a:rPr lang="en-CA"/>
              <a:t> frame of video into single CSV file while maintaining a global naming convention for images and annotations.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3693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C50C-A42A-4A08-BB6B-EDFCB3CE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 Preprocessing(Contd.)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01A8-3CB8-474E-A020-C091ED3B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Train/Test Split (80:20)</a:t>
            </a:r>
          </a:p>
          <a:p>
            <a:pPr lvl="1"/>
            <a:r>
              <a:rPr lang="en-CA"/>
              <a:t>Train dataset contains 1136 images with 5644 bounding boxes</a:t>
            </a:r>
          </a:p>
          <a:p>
            <a:pPr lvl="1"/>
            <a:r>
              <a:rPr lang="en-CA"/>
              <a:t>Test dataset contains 238 images with 1213 bounding boxes</a:t>
            </a:r>
          </a:p>
          <a:p>
            <a:pPr marL="457200" lvl="1" indent="0">
              <a:buNone/>
            </a:pPr>
            <a:endParaRPr lang="en-CA"/>
          </a:p>
          <a:p>
            <a:r>
              <a:rPr lang="en-CA"/>
              <a:t>Finally, Train and Test Data is converted into respective *.records files using python script.</a:t>
            </a:r>
          </a:p>
        </p:txBody>
      </p:sp>
    </p:spTree>
    <p:extLst>
      <p:ext uri="{BB962C8B-B14F-4D97-AF65-F5344CB8AC3E}">
        <p14:creationId xmlns:p14="http://schemas.microsoft.com/office/powerpoint/2010/main" val="3164796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4085-694B-4FFE-94CC-354992B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Typical ML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A3D-82F4-44E0-A9BD-289ED685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825625"/>
            <a:ext cx="11626921" cy="4351338"/>
          </a:xfrm>
        </p:spPr>
        <p:txBody>
          <a:bodyPr>
            <a:normAutofit lnSpcReduction="10000"/>
          </a:bodyPr>
          <a:lstStyle/>
          <a:p>
            <a:r>
              <a:rPr lang="en-CA" b="1">
                <a:solidFill>
                  <a:srgbClr val="00B050"/>
                </a:solidFill>
              </a:rPr>
              <a:t>Dataset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Model Creation: </a:t>
            </a:r>
            <a:r>
              <a:rPr lang="en-CA"/>
              <a:t>which model to train ? What is model configuration ?</a:t>
            </a:r>
            <a:endParaRPr lang="en-CA" b="1"/>
          </a:p>
          <a:p>
            <a:pPr marL="0" indent="0">
              <a:buNone/>
            </a:pPr>
            <a:endParaRPr lang="en-CA"/>
          </a:p>
          <a:p>
            <a:r>
              <a:rPr lang="en-CA" b="1"/>
              <a:t>Loss Function</a:t>
            </a:r>
          </a:p>
          <a:p>
            <a:endParaRPr lang="en-CA"/>
          </a:p>
          <a:p>
            <a:r>
              <a:rPr lang="en-CA" b="1"/>
              <a:t>Model Evaluation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Model Training</a:t>
            </a: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359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B8BD-D49B-4533-B1F5-45854910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DA95-5A85-4365-8A33-A465F814F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0110"/>
          </a:xfrm>
        </p:spPr>
        <p:txBody>
          <a:bodyPr>
            <a:normAutofit/>
          </a:bodyPr>
          <a:lstStyle/>
          <a:p>
            <a:r>
              <a:rPr lang="en-IN"/>
              <a:t>As per the previous discussion, SSD models achieved a balance between speed and accuracy compared to faster R-CNN, tiny YOLO.</a:t>
            </a:r>
          </a:p>
          <a:p>
            <a:r>
              <a:rPr lang="en-IN">
                <a:solidFill>
                  <a:srgbClr val="FF0000"/>
                </a:solidFill>
              </a:rPr>
              <a:t>Initially trained </a:t>
            </a:r>
            <a:r>
              <a:rPr lang="en-IN" err="1">
                <a:solidFill>
                  <a:srgbClr val="FF0000"/>
                </a:solidFill>
              </a:rPr>
              <a:t>SSDLite</a:t>
            </a:r>
            <a:r>
              <a:rPr lang="en-IN">
                <a:solidFill>
                  <a:srgbClr val="FF0000"/>
                </a:solidFill>
              </a:rPr>
              <a:t> </a:t>
            </a:r>
            <a:r>
              <a:rPr lang="en-IN" err="1">
                <a:solidFill>
                  <a:srgbClr val="FF0000"/>
                </a:solidFill>
              </a:rPr>
              <a:t>MobileNet</a:t>
            </a:r>
            <a:r>
              <a:rPr lang="en-IN">
                <a:solidFill>
                  <a:srgbClr val="FF0000"/>
                </a:solidFill>
              </a:rPr>
              <a:t>, but it failed to detect any objects in the scene due to version of model [1].</a:t>
            </a:r>
          </a:p>
          <a:p>
            <a:r>
              <a:rPr lang="en-IN"/>
              <a:t>Finally, custom trained an SSD </a:t>
            </a:r>
            <a:r>
              <a:rPr lang="en-IN" err="1"/>
              <a:t>MobileNet</a:t>
            </a:r>
            <a:r>
              <a:rPr lang="en-IN"/>
              <a:t> model which is similar to the Lite version in terms of accuracy and speed.</a:t>
            </a:r>
          </a:p>
          <a:p>
            <a:endParaRPr lang="en-IN"/>
          </a:p>
          <a:p>
            <a:endParaRPr lang="en-IN"/>
          </a:p>
          <a:p>
            <a:pPr marL="0" indent="0">
              <a:buNone/>
            </a:pPr>
            <a:endParaRPr lang="nl-NL" sz="1400"/>
          </a:p>
          <a:p>
            <a:pPr marL="0" indent="0">
              <a:buNone/>
            </a:pPr>
            <a:r>
              <a:rPr lang="nl-NL" sz="1400"/>
              <a:t>					                                            [1] </a:t>
            </a:r>
            <a:r>
              <a:rPr lang="nl-NL" sz="1400">
                <a:hlinkClick r:id="rId2" tooltip="https://github.com/tensorflow/models/issues/2773"/>
              </a:rPr>
              <a:t>https://github.com/tensorflow/models/issues/2773</a:t>
            </a:r>
            <a:endParaRPr lang="nl-NL" sz="1400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BDAD40-411C-4A05-A888-0522FE331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05359"/>
              </p:ext>
            </p:extLst>
          </p:nvPr>
        </p:nvGraphicFramePr>
        <p:xfrm>
          <a:off x="1754678" y="4557583"/>
          <a:ext cx="868264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548">
                  <a:extLst>
                    <a:ext uri="{9D8B030D-6E8A-4147-A177-3AD203B41FA5}">
                      <a16:colId xmlns:a16="http://schemas.microsoft.com/office/drawing/2014/main" val="3271089070"/>
                    </a:ext>
                  </a:extLst>
                </a:gridCol>
                <a:gridCol w="1252452">
                  <a:extLst>
                    <a:ext uri="{9D8B030D-6E8A-4147-A177-3AD203B41FA5}">
                      <a16:colId xmlns:a16="http://schemas.microsoft.com/office/drawing/2014/main" val="14511409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526087"/>
                    </a:ext>
                  </a:extLst>
                </a:gridCol>
                <a:gridCol w="2586643">
                  <a:extLst>
                    <a:ext uri="{9D8B030D-6E8A-4147-A177-3AD203B41FA5}">
                      <a16:colId xmlns:a16="http://schemas.microsoft.com/office/drawing/2014/main" val="1792550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Speed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COCO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Custom-training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599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ssdlite_mobilenet_v2_coco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No boxes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71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ssd_mobilenet_v2_coco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Bounding Boxes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74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715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D9C8-2BE3-4D74-9908-5BBF9F47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89B9-96FF-4108-AC46-4C39C8BC6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N"/>
          </a:p>
          <a:p>
            <a:pPr marL="457200" lvl="1" indent="0">
              <a:buNone/>
            </a:pPr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A87325C-9069-4908-85EE-8AC8BED4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99351"/>
              </p:ext>
            </p:extLst>
          </p:nvPr>
        </p:nvGraphicFramePr>
        <p:xfrm>
          <a:off x="1627447" y="1825625"/>
          <a:ext cx="8128000" cy="3511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001701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3817332"/>
                    </a:ext>
                  </a:extLst>
                </a:gridCol>
              </a:tblGrid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64660"/>
                  </a:ext>
                </a:extLst>
              </a:tr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Input image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300 x 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720915"/>
                  </a:ext>
                </a:extLst>
              </a:tr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196485"/>
                  </a:ext>
                </a:extLst>
              </a:tr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RMSprop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908813"/>
                  </a:ext>
                </a:extLst>
              </a:tr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35491"/>
                  </a:ext>
                </a:extLst>
              </a:tr>
              <a:tr h="5851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Learning rate,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0.004, 0.95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18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40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4085-694B-4FFE-94CC-354992B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Typical ML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A3D-82F4-44E0-A9BD-289ED685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825625"/>
            <a:ext cx="11626921" cy="4351338"/>
          </a:xfrm>
        </p:spPr>
        <p:txBody>
          <a:bodyPr>
            <a:normAutofit lnSpcReduction="10000"/>
          </a:bodyPr>
          <a:lstStyle/>
          <a:p>
            <a:r>
              <a:rPr lang="en-CA" b="1">
                <a:solidFill>
                  <a:srgbClr val="00B050"/>
                </a:solidFill>
              </a:rPr>
              <a:t>Dataset</a:t>
            </a:r>
          </a:p>
          <a:p>
            <a:endParaRPr lang="en-CA"/>
          </a:p>
          <a:p>
            <a:r>
              <a:rPr lang="en-CA" b="1">
                <a:solidFill>
                  <a:srgbClr val="00B050"/>
                </a:solidFill>
              </a:rPr>
              <a:t>Model Creation</a:t>
            </a:r>
          </a:p>
          <a:p>
            <a:pPr marL="0" indent="0">
              <a:buNone/>
            </a:pPr>
            <a:endParaRPr lang="en-CA">
              <a:solidFill>
                <a:srgbClr val="00B050"/>
              </a:solidFill>
            </a:endParaRPr>
          </a:p>
          <a:p>
            <a:r>
              <a:rPr lang="en-CA" b="1"/>
              <a:t>Loss Function: </a:t>
            </a:r>
            <a:r>
              <a:rPr lang="en-CA"/>
              <a:t>Criteria using which Model will learn (Objective)</a:t>
            </a:r>
            <a:endParaRPr lang="en-CA" b="1"/>
          </a:p>
          <a:p>
            <a:pPr marL="0" indent="0">
              <a:buNone/>
            </a:pPr>
            <a:endParaRPr lang="en-CA"/>
          </a:p>
          <a:p>
            <a:r>
              <a:rPr lang="en-CA" b="1"/>
              <a:t>Model Evaluation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Model Training</a:t>
            </a: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31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4392-76E3-4A8B-ABF0-822A6978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60BE-2D6B-4232-B0A4-5C7A1340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Object detection involves both classification (predicting object class) and regression (predicting bounding boxes), therefore, loss function contains two components namely classification loss and localization loss.</a:t>
            </a:r>
          </a:p>
          <a:p>
            <a:r>
              <a:rPr lang="en-CA"/>
              <a:t>Localization loss is the mismatch between predicted bounding box and ground truth box. There are four parameters cx, cy, w, h of bounding box.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/>
              <a:t>(cx, cy) is the offset to default (anchor) box, and w, h are width and height of the bounding box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139778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76AE-F71D-4FA7-8C26-E570162C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Loss Function(contd.)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6AC4-D1C9-441F-8D69-01DD47BE4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Classification loss is calculated as </a:t>
            </a:r>
            <a:r>
              <a:rPr lang="en-IN" err="1"/>
              <a:t>softmax</a:t>
            </a:r>
            <a:r>
              <a:rPr lang="en-IN"/>
              <a:t> loss over confidence scores of multiple classes.</a:t>
            </a:r>
          </a:p>
          <a:p>
            <a:r>
              <a:rPr lang="en-IN"/>
              <a:t>Total loss is computed as: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	</a:t>
            </a:r>
            <a:r>
              <a:rPr lang="en-IN" sz="2400"/>
              <a:t>N = Number of positive match, x = pixel under consideration</a:t>
            </a:r>
          </a:p>
          <a:p>
            <a:pPr marL="0" indent="0">
              <a:buNone/>
            </a:pPr>
            <a:r>
              <a:rPr lang="en-IN" sz="2400"/>
              <a:t>	c = class scores, l = predicted boxes, g = Ground truth boxes</a:t>
            </a:r>
          </a:p>
          <a:p>
            <a:pPr marL="0" indent="0">
              <a:buNone/>
            </a:pPr>
            <a:r>
              <a:rPr lang="en-IN" sz="2400"/>
              <a:t>	</a:t>
            </a:r>
            <a:r>
              <a:rPr lang="en-IN" sz="24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α </a:t>
            </a:r>
            <a:r>
              <a:rPr lang="en-IN" sz="2400"/>
              <a:t>= weight for localization loss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930FF-D28D-49F3-A440-93E70846C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34" y="3318337"/>
            <a:ext cx="6040062" cy="84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7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4085-694B-4FFE-94CC-354992B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Typical ML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A3D-82F4-44E0-A9BD-289ED685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825625"/>
            <a:ext cx="11626921" cy="4351338"/>
          </a:xfrm>
        </p:spPr>
        <p:txBody>
          <a:bodyPr>
            <a:normAutofit lnSpcReduction="10000"/>
          </a:bodyPr>
          <a:lstStyle/>
          <a:p>
            <a:r>
              <a:rPr lang="en-CA" b="1">
                <a:solidFill>
                  <a:srgbClr val="00B050"/>
                </a:solidFill>
              </a:rPr>
              <a:t>Dataset</a:t>
            </a:r>
          </a:p>
          <a:p>
            <a:endParaRPr lang="en-CA"/>
          </a:p>
          <a:p>
            <a:r>
              <a:rPr lang="en-CA" b="1">
                <a:solidFill>
                  <a:srgbClr val="00B050"/>
                </a:solidFill>
              </a:rPr>
              <a:t>Model Creation</a:t>
            </a:r>
          </a:p>
          <a:p>
            <a:pPr marL="0" indent="0">
              <a:buNone/>
            </a:pPr>
            <a:endParaRPr lang="en-CA">
              <a:solidFill>
                <a:srgbClr val="00B050"/>
              </a:solidFill>
            </a:endParaRPr>
          </a:p>
          <a:p>
            <a:r>
              <a:rPr lang="en-CA" b="1">
                <a:solidFill>
                  <a:srgbClr val="00B050"/>
                </a:solidFill>
              </a:rPr>
              <a:t>Loss Function</a:t>
            </a:r>
          </a:p>
          <a:p>
            <a:endParaRPr lang="en-CA">
              <a:solidFill>
                <a:srgbClr val="00B050"/>
              </a:solidFill>
            </a:endParaRPr>
          </a:p>
          <a:p>
            <a:r>
              <a:rPr lang="en-CA" b="1"/>
              <a:t>Model Evaluation: </a:t>
            </a:r>
            <a:r>
              <a:rPr lang="en-CA"/>
              <a:t>Criteria to check how good is the model ?</a:t>
            </a:r>
            <a:endParaRPr lang="en-CA" b="1"/>
          </a:p>
          <a:p>
            <a:endParaRPr lang="en-CA"/>
          </a:p>
          <a:p>
            <a:r>
              <a:rPr lang="en-CA" b="1"/>
              <a:t>Model Training</a:t>
            </a:r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370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CA54-613D-4608-B743-B124F6FB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02EE-266C-4C2F-883F-2868274F4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Since the model is originally trained on COCO dataset, custom trained model is evaluated using ‘</a:t>
            </a:r>
            <a:r>
              <a:rPr lang="en-CA" err="1"/>
              <a:t>coco_detection_metrics</a:t>
            </a:r>
            <a:r>
              <a:rPr lang="en-CA"/>
              <a:t>’ metric provided by ‘</a:t>
            </a:r>
            <a:r>
              <a:rPr lang="en-CA" err="1"/>
              <a:t>pycocotools</a:t>
            </a:r>
            <a:r>
              <a:rPr lang="en-CA"/>
              <a:t>’ package.</a:t>
            </a:r>
          </a:p>
          <a:p>
            <a:pPr marL="0" indent="0">
              <a:buNone/>
            </a:pPr>
            <a:endParaRPr lang="en-CA"/>
          </a:p>
          <a:p>
            <a:r>
              <a:rPr lang="en-CA" b="1"/>
              <a:t>What does this metric do ?</a:t>
            </a:r>
          </a:p>
          <a:p>
            <a:pPr lvl="1"/>
            <a:r>
              <a:rPr lang="en-CA"/>
              <a:t>uses Mean Average Precision (</a:t>
            </a:r>
            <a:r>
              <a:rPr lang="en-CA" err="1"/>
              <a:t>mAP</a:t>
            </a:r>
            <a:r>
              <a:rPr lang="en-CA"/>
              <a:t>) to compare the Object Detection models.</a:t>
            </a:r>
          </a:p>
          <a:p>
            <a:pPr marL="457200" lvl="1" indent="0">
              <a:buNone/>
            </a:pPr>
            <a:endParaRPr lang="en-CA"/>
          </a:p>
          <a:p>
            <a:pPr lvl="1"/>
            <a:r>
              <a:rPr lang="en-CA" err="1"/>
              <a:t>mAP</a:t>
            </a:r>
            <a:r>
              <a:rPr lang="en-CA"/>
              <a:t> calculation internally makes use of ‘Intersection over Union (</a:t>
            </a:r>
            <a:r>
              <a:rPr lang="en-CA" err="1"/>
              <a:t>IoU</a:t>
            </a:r>
            <a:r>
              <a:rPr lang="en-CA"/>
              <a:t>)’</a:t>
            </a:r>
          </a:p>
        </p:txBody>
      </p:sp>
    </p:spTree>
    <p:extLst>
      <p:ext uri="{BB962C8B-B14F-4D97-AF65-F5344CB8AC3E}">
        <p14:creationId xmlns:p14="http://schemas.microsoft.com/office/powerpoint/2010/main" val="294198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573E-F4FB-4763-91DB-8BF56647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CA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F396C-08BC-4846-B38B-E861601DA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err="1"/>
              <a:t>IoU</a:t>
            </a:r>
            <a:r>
              <a:rPr lang="en-CA"/>
              <a:t> (Intersection over Union)</a:t>
            </a:r>
          </a:p>
          <a:p>
            <a:pPr lvl="1"/>
            <a:r>
              <a:rPr lang="en-CA"/>
              <a:t>Object detection Models provide Bounding Boxes(BB) as one of the outputs.</a:t>
            </a:r>
          </a:p>
          <a:p>
            <a:pPr lvl="1"/>
            <a:r>
              <a:rPr lang="en-CA" err="1"/>
              <a:t>IoU</a:t>
            </a:r>
            <a:r>
              <a:rPr lang="en-CA"/>
              <a:t> depicts the extent of overlap of predicted BB to ground truth BB</a:t>
            </a:r>
          </a:p>
          <a:p>
            <a:pPr lvl="1"/>
            <a:r>
              <a:rPr lang="en-CA"/>
              <a:t>Important to determine if the bounding box  is TP, FP or FN. </a:t>
            </a:r>
          </a:p>
          <a:p>
            <a:pPr lvl="1"/>
            <a:endParaRPr lang="en-CA"/>
          </a:p>
          <a:p>
            <a:pPr marL="457200" lvl="1" indent="0">
              <a:buNone/>
            </a:pPr>
            <a:endParaRPr lang="en-CA"/>
          </a:p>
          <a:p>
            <a:pPr marL="457200" lvl="1" indent="0">
              <a:buNone/>
            </a:pPr>
            <a:endParaRPr lang="en-CA"/>
          </a:p>
          <a:p>
            <a:pPr marL="457200" lvl="1" indent="0">
              <a:buNone/>
            </a:pPr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706FA-7DC6-4C0E-AD7E-47019A80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9292"/>
            <a:ext cx="3467100" cy="260767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AAC5B0-BEAF-4960-B0CE-D28B5713B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62963"/>
              </p:ext>
            </p:extLst>
          </p:nvPr>
        </p:nvGraphicFramePr>
        <p:xfrm>
          <a:off x="4860925" y="4001293"/>
          <a:ext cx="5937250" cy="2342189"/>
        </p:xfrm>
        <a:graphic>
          <a:graphicData uri="http://schemas.openxmlformats.org/drawingml/2006/table">
            <a:tbl>
              <a:tblPr firstRow="1" firstCol="1" bandRow="1"/>
              <a:tblGrid>
                <a:gridCol w="1797050">
                  <a:extLst>
                    <a:ext uri="{9D8B030D-6E8A-4147-A177-3AD203B41FA5}">
                      <a16:colId xmlns:a16="http://schemas.microsoft.com/office/drawing/2014/main" val="2176434200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3060328371"/>
                    </a:ext>
                  </a:extLst>
                </a:gridCol>
              </a:tblGrid>
              <a:tr h="5117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 Positive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 IoU score &gt; threshold with correct label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87088"/>
                  </a:ext>
                </a:extLst>
              </a:tr>
              <a:tr h="51177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 Positive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IoU score &lt; threshold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Duplicate BB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8749906"/>
                  </a:ext>
                </a:extLst>
              </a:tr>
              <a:tr h="51177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 Negative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 fails to detect the object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 IoU score &gt; threshold with incorrect label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310503"/>
                  </a:ext>
                </a:extLst>
              </a:tr>
              <a:tr h="5475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 Negative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TN is not evaluated as each image is expected to have an object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3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89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533B-BE6A-4B8D-90F3-67BC31D6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Evaluation Metrics(contd.)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82FA9-7005-4107-A11F-439DD8B2D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Using TP,FP and FN Precision and Recall can be calculated for each class across the test dataset.</a:t>
            </a:r>
          </a:p>
          <a:p>
            <a:r>
              <a:rPr lang="en-CA"/>
              <a:t>Average Precision(AP) is calculated using the area under the PR curve.</a:t>
            </a:r>
          </a:p>
          <a:p>
            <a:r>
              <a:rPr lang="en-CA" err="1"/>
              <a:t>mAP</a:t>
            </a:r>
            <a:r>
              <a:rPr lang="en-CA"/>
              <a:t>(Mean Average Precision) is the average of AP calculated for all classes. </a:t>
            </a:r>
          </a:p>
          <a:p>
            <a:r>
              <a:rPr lang="en-CA"/>
              <a:t>In reference to COCO dataset, we can calculate AP in following ways:</a:t>
            </a:r>
          </a:p>
          <a:p>
            <a:pPr marL="0" indent="0">
              <a:buNone/>
            </a:pPr>
            <a:r>
              <a:rPr lang="en-CA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A5137D-915D-4AEE-9433-BAF7CE8B3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64099"/>
              </p:ext>
            </p:extLst>
          </p:nvPr>
        </p:nvGraphicFramePr>
        <p:xfrm>
          <a:off x="1212351" y="4715839"/>
          <a:ext cx="10141449" cy="1952996"/>
        </p:xfrm>
        <a:graphic>
          <a:graphicData uri="http://schemas.openxmlformats.org/drawingml/2006/table">
            <a:tbl>
              <a:tblPr firstRow="1" firstCol="1" bandRow="1"/>
              <a:tblGrid>
                <a:gridCol w="4976434">
                  <a:extLst>
                    <a:ext uri="{9D8B030D-6E8A-4147-A177-3AD203B41FA5}">
                      <a16:colId xmlns:a16="http://schemas.microsoft.com/office/drawing/2014/main" val="1974220222"/>
                    </a:ext>
                  </a:extLst>
                </a:gridCol>
                <a:gridCol w="5165015">
                  <a:extLst>
                    <a:ext uri="{9D8B030D-6E8A-4147-A177-3AD203B41FA5}">
                      <a16:colId xmlns:a16="http://schemas.microsoft.com/office/drawing/2014/main" val="381809273"/>
                    </a:ext>
                  </a:extLst>
                </a:gridCol>
              </a:tblGrid>
              <a:tr h="3839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Thresholding BB at different IoU level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AP across scales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634465"/>
                  </a:ext>
                </a:extLst>
              </a:tr>
              <a:tr h="1569078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AP: AP at </a:t>
                      </a:r>
                      <a:r>
                        <a:rPr lang="en-CA" sz="1600" b="1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</a:t>
                      </a:r>
                      <a:r>
                        <a:rPr lang="en-CA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0.50: 0.05: 0.95</a:t>
                      </a:r>
                    </a:p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CA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AP@IoU</a:t>
                      </a:r>
                      <a:r>
                        <a:rPr lang="en-CA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0.5</a:t>
                      </a:r>
                    </a:p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CA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CA" sz="1600" b="1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AP@IoU</a:t>
                      </a:r>
                      <a:r>
                        <a:rPr lang="en-CA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0.75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CA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AP(small): AP for small objects: area &lt; 32² px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AP(medium): AP for medium objects: 32² &lt; area &lt; 96² px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AP(large): AP for large objects: area &gt; 96² px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631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61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4085-694B-4FFE-94CC-354992B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Typical ML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2A3D-82F4-44E0-A9BD-289ED685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825625"/>
            <a:ext cx="11626921" cy="4351338"/>
          </a:xfrm>
        </p:spPr>
        <p:txBody>
          <a:bodyPr>
            <a:normAutofit fontScale="92500"/>
          </a:bodyPr>
          <a:lstStyle/>
          <a:p>
            <a:r>
              <a:rPr lang="en-CA" b="1">
                <a:solidFill>
                  <a:srgbClr val="00B050"/>
                </a:solidFill>
              </a:rPr>
              <a:t>Dataset</a:t>
            </a:r>
          </a:p>
          <a:p>
            <a:endParaRPr lang="en-CA"/>
          </a:p>
          <a:p>
            <a:r>
              <a:rPr lang="en-CA" b="1">
                <a:solidFill>
                  <a:srgbClr val="00B050"/>
                </a:solidFill>
              </a:rPr>
              <a:t>Model Creation</a:t>
            </a:r>
          </a:p>
          <a:p>
            <a:pPr marL="0" indent="0">
              <a:buNone/>
            </a:pPr>
            <a:endParaRPr lang="en-CA">
              <a:solidFill>
                <a:srgbClr val="00B050"/>
              </a:solidFill>
            </a:endParaRPr>
          </a:p>
          <a:p>
            <a:r>
              <a:rPr lang="en-CA" b="1">
                <a:solidFill>
                  <a:srgbClr val="00B050"/>
                </a:solidFill>
              </a:rPr>
              <a:t>Loss Function</a:t>
            </a:r>
          </a:p>
          <a:p>
            <a:endParaRPr lang="en-CA">
              <a:solidFill>
                <a:srgbClr val="00B050"/>
              </a:solidFill>
            </a:endParaRPr>
          </a:p>
          <a:p>
            <a:r>
              <a:rPr lang="en-CA" b="1">
                <a:solidFill>
                  <a:srgbClr val="00B050"/>
                </a:solidFill>
              </a:rPr>
              <a:t>Model Evaluation</a:t>
            </a:r>
          </a:p>
          <a:p>
            <a:pPr marL="0" indent="0">
              <a:buNone/>
            </a:pPr>
            <a:endParaRPr lang="en-CA">
              <a:solidFill>
                <a:srgbClr val="00B050"/>
              </a:solidFill>
            </a:endParaRPr>
          </a:p>
          <a:p>
            <a:r>
              <a:rPr lang="en-CA" b="1"/>
              <a:t>Model Training: </a:t>
            </a:r>
            <a:r>
              <a:rPr lang="en-CA"/>
              <a:t>Learning Complex relationships in dataset; When to stop training ?</a:t>
            </a:r>
          </a:p>
          <a:p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5280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125F-0BD6-4E98-B0FD-3CF0E2C8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Model Training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2F521E-BB08-494D-A3E1-82572532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Trained model for 80K steps. Training stopped when training loss stopped decreasing and </a:t>
            </a:r>
            <a:r>
              <a:rPr lang="en-CA" err="1"/>
              <a:t>mAP</a:t>
            </a:r>
            <a:r>
              <a:rPr lang="en-CA"/>
              <a:t> on test dataset stopped increasing.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9227A-9270-429F-B6CB-E725ABE3F976}"/>
              </a:ext>
            </a:extLst>
          </p:cNvPr>
          <p:cNvSpPr txBox="1"/>
          <p:nvPr/>
        </p:nvSpPr>
        <p:spPr>
          <a:xfrm>
            <a:off x="553301" y="5807631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Classification Loss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9BD0D-0A8C-428C-9ABF-C1A37D69B00B}"/>
              </a:ext>
            </a:extLst>
          </p:cNvPr>
          <p:cNvSpPr txBox="1"/>
          <p:nvPr/>
        </p:nvSpPr>
        <p:spPr>
          <a:xfrm>
            <a:off x="4711191" y="5754792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Localisation Loss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2DCF2-4A88-46CC-9433-57FB68F0C60F}"/>
              </a:ext>
            </a:extLst>
          </p:cNvPr>
          <p:cNvSpPr txBox="1"/>
          <p:nvPr/>
        </p:nvSpPr>
        <p:spPr>
          <a:xfrm>
            <a:off x="8434456" y="5707374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c) Total Loss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70D558-A954-4063-9E88-5658AC451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01" y="2616540"/>
            <a:ext cx="3625875" cy="2909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51EBDD-C817-4623-9B2F-2EA11630F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712" y="2666544"/>
            <a:ext cx="3577546" cy="2859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1C950E-FB74-40DD-AACC-2D12C2ACB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794" y="2697873"/>
            <a:ext cx="3656660" cy="290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81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D83F-23AB-455A-B13A-F15C4730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0229C-4E2B-4FF2-9BB2-FDC9464D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FC24A-1DAD-46AD-B1BF-58402A5BA874}"/>
              </a:ext>
            </a:extLst>
          </p:cNvPr>
          <p:cNvSpPr txBox="1"/>
          <p:nvPr/>
        </p:nvSpPr>
        <p:spPr>
          <a:xfrm>
            <a:off x="3490520" y="2432455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</a:t>
            </a:r>
            <a:r>
              <a:rPr lang="en-CA" i="1" err="1"/>
              <a:t>mAP</a:t>
            </a:r>
            <a:endParaRPr lang="en-CA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7B237-4671-4E60-84EB-09F471DBD3AE}"/>
              </a:ext>
            </a:extLst>
          </p:cNvPr>
          <p:cNvSpPr txBox="1"/>
          <p:nvPr/>
        </p:nvSpPr>
        <p:spPr>
          <a:xfrm>
            <a:off x="3709364" y="5123442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</a:t>
            </a:r>
            <a:r>
              <a:rPr lang="en-CA" i="1" err="1"/>
              <a:t>mAP</a:t>
            </a:r>
            <a:r>
              <a:rPr lang="en-CA" i="1"/>
              <a:t> (Large)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7657A-493C-4B71-A1B2-D21A7CB70F7F}"/>
              </a:ext>
            </a:extLst>
          </p:cNvPr>
          <p:cNvSpPr txBox="1"/>
          <p:nvPr/>
        </p:nvSpPr>
        <p:spPr>
          <a:xfrm>
            <a:off x="9466805" y="2359416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c) </a:t>
            </a:r>
            <a:r>
              <a:rPr lang="en-CA" i="1" err="1"/>
              <a:t>mAP</a:t>
            </a:r>
            <a:r>
              <a:rPr lang="en-CA" i="1"/>
              <a:t> (Medium)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B646B-8131-431C-9BA3-D713936D1021}"/>
              </a:ext>
            </a:extLst>
          </p:cNvPr>
          <p:cNvSpPr txBox="1"/>
          <p:nvPr/>
        </p:nvSpPr>
        <p:spPr>
          <a:xfrm>
            <a:off x="9473933" y="4907704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d) </a:t>
            </a:r>
            <a:r>
              <a:rPr lang="en-CA" i="1" err="1"/>
              <a:t>mAP</a:t>
            </a:r>
            <a:r>
              <a:rPr lang="en-CA" i="1"/>
              <a:t> (Small)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DF83A-8892-4A1D-B940-4319665B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29" y="1732960"/>
            <a:ext cx="3640955" cy="23347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8C9BF2-7D10-4080-B928-37BA64369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77" y="4157518"/>
            <a:ext cx="3640955" cy="2305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DD2F98-E592-4799-83D2-3BE768BA3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115" y="1472131"/>
            <a:ext cx="3685047" cy="25132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A868CC-442E-4923-B0ED-5A1FC9340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963" y="4078029"/>
            <a:ext cx="4058137" cy="25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3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8C32-ACAE-4EF9-8E24-B4636AAAD92F}"/>
              </a:ext>
            </a:extLst>
          </p:cNvPr>
          <p:cNvSpPr txBox="1"/>
          <p:nvPr/>
        </p:nvSpPr>
        <p:spPr>
          <a:xfrm>
            <a:off x="1304818" y="3051424"/>
            <a:ext cx="9894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/>
              <a:t>Is custom-trained model better than the pre-trained model?</a:t>
            </a:r>
          </a:p>
        </p:txBody>
      </p:sp>
    </p:spTree>
    <p:extLst>
      <p:ext uri="{BB962C8B-B14F-4D97-AF65-F5344CB8AC3E}">
        <p14:creationId xmlns:p14="http://schemas.microsoft.com/office/powerpoint/2010/main" val="1004953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98B4-B91C-4D51-BEBD-EFD77F54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–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8A01-F0A9-4F97-AB98-166E6DEB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7810"/>
            <a:ext cx="10885776" cy="3823628"/>
          </a:xfrm>
        </p:spPr>
        <p:txBody>
          <a:bodyPr/>
          <a:lstStyle/>
          <a:p>
            <a:r>
              <a:rPr lang="en-CA"/>
              <a:t>How to compare the accuracy pretrained model with custom trained model ?</a:t>
            </a:r>
          </a:p>
          <a:p>
            <a:pPr lvl="1"/>
            <a:r>
              <a:rPr lang="en-CA"/>
              <a:t>Pretrained model is capable to detect 90 classes.</a:t>
            </a:r>
          </a:p>
          <a:p>
            <a:pPr lvl="1"/>
            <a:r>
              <a:rPr lang="en-CA"/>
              <a:t>Objects other than “person” present in the image will act as False Positives for Pretrained model in JAAD dataset as no Ground Truths are available.</a:t>
            </a:r>
          </a:p>
          <a:p>
            <a:pPr marL="457200" lvl="1" indent="0">
              <a:buNone/>
            </a:pP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D8C5A-2DF5-4FBC-803A-0EE7EA7052A2}"/>
              </a:ext>
            </a:extLst>
          </p:cNvPr>
          <p:cNvSpPr txBox="1"/>
          <p:nvPr/>
        </p:nvSpPr>
        <p:spPr>
          <a:xfrm>
            <a:off x="2217648" y="6293410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Pretrained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C53ED-5A34-41A3-96BF-60AA6A83FB70}"/>
              </a:ext>
            </a:extLst>
          </p:cNvPr>
          <p:cNvSpPr txBox="1"/>
          <p:nvPr/>
        </p:nvSpPr>
        <p:spPr>
          <a:xfrm>
            <a:off x="6874823" y="6272464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Custom Trained</a:t>
            </a:r>
          </a:p>
        </p:txBody>
      </p:sp>
      <p:pic>
        <p:nvPicPr>
          <p:cNvPr id="10" name="Content Placeholder 5" descr="People cross a city street&#10;&#10;Description automatically generated">
            <a:extLst>
              <a:ext uri="{FF2B5EF4-FFF2-40B4-BE49-F238E27FC236}">
                <a16:creationId xmlns:a16="http://schemas.microsoft.com/office/drawing/2014/main" id="{C70FEA5D-F914-4F93-A57B-095E61F53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192" y="3908725"/>
            <a:ext cx="4090282" cy="2300784"/>
          </a:xfrm>
          <a:prstGeom prst="rect">
            <a:avLst/>
          </a:prstGeom>
        </p:spPr>
      </p:pic>
      <p:pic>
        <p:nvPicPr>
          <p:cNvPr id="11" name="Picture 10" descr="A traffic light on a city street&#10;&#10;Description automatically generated">
            <a:extLst>
              <a:ext uri="{FF2B5EF4-FFF2-40B4-BE49-F238E27FC236}">
                <a16:creationId xmlns:a16="http://schemas.microsoft.com/office/drawing/2014/main" id="{CD1D09C4-A59C-4DEA-9E98-141C45F2F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66" y="3822449"/>
            <a:ext cx="4243663" cy="23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50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B86D-6E5A-40C6-A736-253EEBB6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–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17C8-C584-467C-9B6C-9678997D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Handpicked images from INRIA Persons dataset that only contains “persons” in the scene.</a:t>
            </a:r>
          </a:p>
          <a:p>
            <a:r>
              <a:rPr lang="en-CA"/>
              <a:t>Manually, annotated the images and evaluated performance of both pre trained and custom trained model.</a:t>
            </a:r>
          </a:p>
        </p:txBody>
      </p:sp>
      <p:pic>
        <p:nvPicPr>
          <p:cNvPr id="5" name="Picture 4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88A4A2DA-FBAA-4D97-A598-362CA2844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92" y="3549371"/>
            <a:ext cx="3250828" cy="2762529"/>
          </a:xfrm>
          <a:prstGeom prst="rect">
            <a:avLst/>
          </a:prstGeom>
        </p:spPr>
      </p:pic>
      <p:pic>
        <p:nvPicPr>
          <p:cNvPr id="7" name="Picture 6" descr="A group of people walking down a street&#10;&#10;Description automatically generated">
            <a:extLst>
              <a:ext uri="{FF2B5EF4-FFF2-40B4-BE49-F238E27FC236}">
                <a16:creationId xmlns:a16="http://schemas.microsoft.com/office/drawing/2014/main" id="{ED938AD2-15FC-4F15-A07D-843CFB1E0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15" y="3569527"/>
            <a:ext cx="3139769" cy="2762529"/>
          </a:xfrm>
          <a:prstGeom prst="rect">
            <a:avLst/>
          </a:prstGeom>
        </p:spPr>
      </p:pic>
      <p:pic>
        <p:nvPicPr>
          <p:cNvPr id="9" name="Picture 8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2861F7B-3353-4029-8D4E-A58385AF6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198" y="3585741"/>
            <a:ext cx="3246310" cy="27463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495D02-6283-4668-905B-408C6296D350}"/>
              </a:ext>
            </a:extLst>
          </p:cNvPr>
          <p:cNvSpPr txBox="1"/>
          <p:nvPr/>
        </p:nvSpPr>
        <p:spPr>
          <a:xfrm>
            <a:off x="4602823" y="6482208"/>
            <a:ext cx="404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>
                <a:solidFill>
                  <a:schemeClr val="bg2">
                    <a:lumMod val="50000"/>
                  </a:schemeClr>
                </a:solidFill>
              </a:rPr>
              <a:t>Images only containing persons</a:t>
            </a:r>
          </a:p>
        </p:txBody>
      </p:sp>
    </p:spTree>
    <p:extLst>
      <p:ext uri="{BB962C8B-B14F-4D97-AF65-F5344CB8AC3E}">
        <p14:creationId xmlns:p14="http://schemas.microsoft.com/office/powerpoint/2010/main" val="74548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7E04-F75A-484E-AA18-B50502D2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- Speed</a:t>
            </a:r>
          </a:p>
        </p:txBody>
      </p:sp>
      <p:pic>
        <p:nvPicPr>
          <p:cNvPr id="8" name="Content Placeholder 7" descr="A couple of people that are crossing the street&#10;&#10;Description automatically generated">
            <a:extLst>
              <a:ext uri="{FF2B5EF4-FFF2-40B4-BE49-F238E27FC236}">
                <a16:creationId xmlns:a16="http://schemas.microsoft.com/office/drawing/2014/main" id="{02480B13-9842-42CF-9E3F-87A5909FE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35" y="1810224"/>
            <a:ext cx="5062665" cy="3240703"/>
          </a:xfrm>
        </p:spPr>
      </p:pic>
      <p:pic>
        <p:nvPicPr>
          <p:cNvPr id="10" name="Picture 9" descr="A person walking down the street&#10;&#10;Description automatically generated">
            <a:extLst>
              <a:ext uri="{FF2B5EF4-FFF2-40B4-BE49-F238E27FC236}">
                <a16:creationId xmlns:a16="http://schemas.microsoft.com/office/drawing/2014/main" id="{2AA0FDE8-ADF6-460F-9D42-C0E16C8E7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931" y="1793634"/>
            <a:ext cx="5062665" cy="32572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3C1E3D-A3D0-4E64-8081-A3F7F1D868D6}"/>
              </a:ext>
            </a:extLst>
          </p:cNvPr>
          <p:cNvSpPr txBox="1"/>
          <p:nvPr/>
        </p:nvSpPr>
        <p:spPr>
          <a:xfrm>
            <a:off x="1459207" y="5232946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Pretrained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7CE30-EF89-42FF-A2B3-3053461FBA9D}"/>
              </a:ext>
            </a:extLst>
          </p:cNvPr>
          <p:cNvSpPr txBox="1"/>
          <p:nvPr/>
        </p:nvSpPr>
        <p:spPr>
          <a:xfrm>
            <a:off x="7007252" y="515387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Custom Trained</a:t>
            </a:r>
          </a:p>
        </p:txBody>
      </p:sp>
    </p:spTree>
    <p:extLst>
      <p:ext uri="{BB962C8B-B14F-4D97-AF65-F5344CB8AC3E}">
        <p14:creationId xmlns:p14="http://schemas.microsoft.com/office/powerpoint/2010/main" val="4294374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538B-C798-4E5E-A3D6-93B7AAFC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- Speed</a:t>
            </a:r>
          </a:p>
        </p:txBody>
      </p:sp>
      <p:pic>
        <p:nvPicPr>
          <p:cNvPr id="11" name="Content Placeholder 10" descr="A close up of a busy city street&#10;&#10;Description automatically generated">
            <a:extLst>
              <a:ext uri="{FF2B5EF4-FFF2-40B4-BE49-F238E27FC236}">
                <a16:creationId xmlns:a16="http://schemas.microsoft.com/office/drawing/2014/main" id="{D8438C62-1110-4CC7-8CD1-748581737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42" y="2029940"/>
            <a:ext cx="4738400" cy="2665350"/>
          </a:xfrm>
        </p:spPr>
      </p:pic>
      <p:pic>
        <p:nvPicPr>
          <p:cNvPr id="13" name="Picture 12" descr="A traffic light on a city street&#10;&#10;Description automatically generated">
            <a:extLst>
              <a:ext uri="{FF2B5EF4-FFF2-40B4-BE49-F238E27FC236}">
                <a16:creationId xmlns:a16="http://schemas.microsoft.com/office/drawing/2014/main" id="{8836FCC1-177A-4C0E-BB4C-75A051FA5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683" y="2029940"/>
            <a:ext cx="4738400" cy="2665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CCE616-8550-4ECC-965A-1878530F5B2F}"/>
              </a:ext>
            </a:extLst>
          </p:cNvPr>
          <p:cNvSpPr txBox="1"/>
          <p:nvPr/>
        </p:nvSpPr>
        <p:spPr>
          <a:xfrm>
            <a:off x="1459207" y="5232946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Pretrained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5441B-0F4C-44D2-AEAB-0F225F1AE7CA}"/>
              </a:ext>
            </a:extLst>
          </p:cNvPr>
          <p:cNvSpPr txBox="1"/>
          <p:nvPr/>
        </p:nvSpPr>
        <p:spPr>
          <a:xfrm>
            <a:off x="7007252" y="515387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Custom Trained</a:t>
            </a:r>
          </a:p>
        </p:txBody>
      </p:sp>
    </p:spTree>
    <p:extLst>
      <p:ext uri="{BB962C8B-B14F-4D97-AF65-F5344CB8AC3E}">
        <p14:creationId xmlns:p14="http://schemas.microsoft.com/office/powerpoint/2010/main" val="4237628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538B-C798-4E5E-A3D6-93B7AAFC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- Speed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CE616-8550-4ECC-965A-1878530F5B2F}"/>
              </a:ext>
            </a:extLst>
          </p:cNvPr>
          <p:cNvSpPr txBox="1"/>
          <p:nvPr/>
        </p:nvSpPr>
        <p:spPr>
          <a:xfrm>
            <a:off x="2047983" y="5173961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Pretrained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5441B-0F4C-44D2-AEAB-0F225F1AE7CA}"/>
              </a:ext>
            </a:extLst>
          </p:cNvPr>
          <p:cNvSpPr txBox="1"/>
          <p:nvPr/>
        </p:nvSpPr>
        <p:spPr>
          <a:xfrm>
            <a:off x="7007252" y="515387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Custom Trained</a:t>
            </a:r>
          </a:p>
        </p:txBody>
      </p:sp>
      <p:pic>
        <p:nvPicPr>
          <p:cNvPr id="6" name="Content Placeholder 5" descr="People cross a city street&#10;&#10;Description automatically generated">
            <a:extLst>
              <a:ext uri="{FF2B5EF4-FFF2-40B4-BE49-F238E27FC236}">
                <a16:creationId xmlns:a16="http://schemas.microsoft.com/office/drawing/2014/main" id="{36ED59F9-321F-4BC1-8522-58DAF3EA1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206" y="2191982"/>
            <a:ext cx="4738402" cy="2665351"/>
          </a:xfrm>
        </p:spPr>
      </p:pic>
      <p:pic>
        <p:nvPicPr>
          <p:cNvPr id="8" name="Picture 7" descr="A traffic light on a city street&#10;&#10;Description automatically generated">
            <a:extLst>
              <a:ext uri="{FF2B5EF4-FFF2-40B4-BE49-F238E27FC236}">
                <a16:creationId xmlns:a16="http://schemas.microsoft.com/office/drawing/2014/main" id="{B11D4642-A9D9-4A14-BE4C-E8FC9834B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393" y="2191983"/>
            <a:ext cx="4738404" cy="26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52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538B-C798-4E5E-A3D6-93B7AAFC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Comparison - Speed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CE616-8550-4ECC-965A-1878530F5B2F}"/>
              </a:ext>
            </a:extLst>
          </p:cNvPr>
          <p:cNvSpPr txBox="1"/>
          <p:nvPr/>
        </p:nvSpPr>
        <p:spPr>
          <a:xfrm>
            <a:off x="2047983" y="5173961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a) Pretrained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5441B-0F4C-44D2-AEAB-0F225F1AE7CA}"/>
              </a:ext>
            </a:extLst>
          </p:cNvPr>
          <p:cNvSpPr txBox="1"/>
          <p:nvPr/>
        </p:nvSpPr>
        <p:spPr>
          <a:xfrm>
            <a:off x="7007252" y="515387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/>
              <a:t>b) Custom Trained</a:t>
            </a:r>
          </a:p>
        </p:txBody>
      </p:sp>
      <p:pic>
        <p:nvPicPr>
          <p:cNvPr id="7" name="Content Placeholder 6" descr="A group of people crossing a city street&#10;&#10;Description automatically generated">
            <a:extLst>
              <a:ext uri="{FF2B5EF4-FFF2-40B4-BE49-F238E27FC236}">
                <a16:creationId xmlns:a16="http://schemas.microsoft.com/office/drawing/2014/main" id="{04B00BFA-7476-4E64-BDBA-C812EEB21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74" y="2168866"/>
            <a:ext cx="4909640" cy="2761672"/>
          </a:xfrm>
        </p:spPr>
      </p:pic>
      <p:pic>
        <p:nvPicPr>
          <p:cNvPr id="10" name="Picture 9" descr="A traffic light on a city street&#10;&#10;Description automatically generated">
            <a:extLst>
              <a:ext uri="{FF2B5EF4-FFF2-40B4-BE49-F238E27FC236}">
                <a16:creationId xmlns:a16="http://schemas.microsoft.com/office/drawing/2014/main" id="{972D121F-20CA-4DB1-ABED-D0FD78018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168866"/>
            <a:ext cx="4909639" cy="276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87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839D-5B28-49B7-BC15-D965FDC3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69D5-57B7-4B9E-A24A-856B36A4F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Did training improve performance of the model?</a:t>
            </a:r>
          </a:p>
          <a:p>
            <a:pPr marL="0" indent="0">
              <a:buNone/>
            </a:pPr>
            <a:endParaRPr lang="en-CA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FA9316C-FE1E-43D5-8CCA-2A3CD085D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34287"/>
              </p:ext>
            </p:extLst>
          </p:nvPr>
        </p:nvGraphicFramePr>
        <p:xfrm>
          <a:off x="1292260" y="2821934"/>
          <a:ext cx="9226329" cy="2972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116">
                  <a:extLst>
                    <a:ext uri="{9D8B030D-6E8A-4147-A177-3AD203B41FA5}">
                      <a16:colId xmlns:a16="http://schemas.microsoft.com/office/drawing/2014/main" val="2213243728"/>
                    </a:ext>
                  </a:extLst>
                </a:gridCol>
                <a:gridCol w="3474770">
                  <a:extLst>
                    <a:ext uri="{9D8B030D-6E8A-4147-A177-3AD203B41FA5}">
                      <a16:colId xmlns:a16="http://schemas.microsoft.com/office/drawing/2014/main" val="1569629003"/>
                    </a:ext>
                  </a:extLst>
                </a:gridCol>
                <a:gridCol w="3075443">
                  <a:extLst>
                    <a:ext uri="{9D8B030D-6E8A-4147-A177-3AD203B41FA5}">
                      <a16:colId xmlns:a16="http://schemas.microsoft.com/office/drawing/2014/main" val="2066778004"/>
                    </a:ext>
                  </a:extLst>
                </a:gridCol>
              </a:tblGrid>
              <a:tr h="98180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Pretrained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Custom-Trained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944930"/>
                  </a:ext>
                </a:extLst>
              </a:tr>
              <a:tr h="9954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 b="1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9.71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12.25 fps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36536"/>
                  </a:ext>
                </a:extLst>
              </a:tr>
              <a:tr h="9954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0.89 mAP (0.5 IOU)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0.91 mAP (0.5 IOU)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80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414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6791-ACED-465F-BA3C-F989C40B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Status (Development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F4549-FE6A-4EA6-A554-A102B3E6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>
                <a:solidFill>
                  <a:srgbClr val="00B050"/>
                </a:solidFill>
              </a:rPr>
              <a:t>Exploring and comparing different object Detection Frameworks for our problem.</a:t>
            </a:r>
          </a:p>
          <a:p>
            <a:r>
              <a:rPr lang="en-CA">
                <a:solidFill>
                  <a:srgbClr val="00B050"/>
                </a:solidFill>
              </a:rPr>
              <a:t>Identifying the relevant Dataset for the problem.</a:t>
            </a:r>
          </a:p>
          <a:p>
            <a:r>
              <a:rPr lang="en-CA">
                <a:solidFill>
                  <a:srgbClr val="00B050"/>
                </a:solidFill>
              </a:rPr>
              <a:t>Training the model (Transfer Learning).</a:t>
            </a:r>
          </a:p>
          <a:p>
            <a:r>
              <a:rPr lang="en-CA">
                <a:solidFill>
                  <a:srgbClr val="00B050"/>
                </a:solidFill>
              </a:rPr>
              <a:t>Evaluating and comparing the Pre trained and custom Trained Model.</a:t>
            </a:r>
          </a:p>
          <a:p>
            <a:r>
              <a:rPr lang="en-CA">
                <a:solidFill>
                  <a:srgbClr val="00B0F0"/>
                </a:solidFill>
              </a:rPr>
              <a:t>Camera angle Selection for our problem.</a:t>
            </a:r>
          </a:p>
          <a:p>
            <a:r>
              <a:rPr lang="en-CA">
                <a:solidFill>
                  <a:srgbClr val="00B0F0"/>
                </a:solidFill>
              </a:rPr>
              <a:t>In depth analysis of performance of custom trained model in different scenarios.</a:t>
            </a:r>
          </a:p>
          <a:p>
            <a:r>
              <a:rPr lang="en-CA"/>
              <a:t>Deploying the model in infrastructure.</a:t>
            </a:r>
          </a:p>
          <a:p>
            <a:endParaRPr lang="en-CA">
              <a:solidFill>
                <a:srgbClr val="00B0F0"/>
              </a:solidFill>
            </a:endParaRPr>
          </a:p>
          <a:p>
            <a:endParaRPr lang="en-CA">
              <a:solidFill>
                <a:srgbClr val="00B0F0"/>
              </a:solidFill>
            </a:endParaRPr>
          </a:p>
          <a:p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7033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B02A3-C250-4E76-9778-DC2806C288E0}"/>
              </a:ext>
            </a:extLst>
          </p:cNvPr>
          <p:cNvSpPr txBox="1"/>
          <p:nvPr/>
        </p:nvSpPr>
        <p:spPr>
          <a:xfrm>
            <a:off x="2246738" y="3044279"/>
            <a:ext cx="7331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0165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58F261202C947A85ABE95A5312016" ma:contentTypeVersion="11" ma:contentTypeDescription="Create a new document." ma:contentTypeScope="" ma:versionID="a639042913b5adb9300e639359024ccb">
  <xsd:schema xmlns:xsd="http://www.w3.org/2001/XMLSchema" xmlns:xs="http://www.w3.org/2001/XMLSchema" xmlns:p="http://schemas.microsoft.com/office/2006/metadata/properties" xmlns:ns3="97a5cae0-082b-4ce2-b6dd-f4e659e6d106" xmlns:ns4="6b4ee8b9-1789-4a1a-b12b-cda6c73a5446" targetNamespace="http://schemas.microsoft.com/office/2006/metadata/properties" ma:root="true" ma:fieldsID="7820bcbcf978926d627eefca929354d7" ns3:_="" ns4:_="">
    <xsd:import namespace="97a5cae0-082b-4ce2-b6dd-f4e659e6d106"/>
    <xsd:import namespace="6b4ee8b9-1789-4a1a-b12b-cda6c73a544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5cae0-082b-4ce2-b6dd-f4e659e6d10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ee8b9-1789-4a1a-b12b-cda6c73a5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D45AFC-9902-4AEA-B9D8-68ED50EBD232}">
  <ds:schemaRefs>
    <ds:schemaRef ds:uri="6b4ee8b9-1789-4a1a-b12b-cda6c73a5446"/>
    <ds:schemaRef ds:uri="97a5cae0-082b-4ce2-b6dd-f4e659e6d1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3FEE57-1D0A-477C-BBA9-5F7BA995E1FD}">
  <ds:schemaRefs>
    <ds:schemaRef ds:uri="6b4ee8b9-1789-4a1a-b12b-cda6c73a5446"/>
    <ds:schemaRef ds:uri="97a5cae0-082b-4ce2-b6dd-f4e659e6d1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3619BB7-88DC-4998-BEA9-43F4101C2A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39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A Real-Time Pedestrian Detection and Tracking System for Intelligent Vehicles</vt:lpstr>
      <vt:lpstr>Previously…</vt:lpstr>
      <vt:lpstr>Objectives</vt:lpstr>
      <vt:lpstr>Typical ML Flow</vt:lpstr>
      <vt:lpstr>TensorFlow's Training Pipeline</vt:lpstr>
      <vt:lpstr>Training Environment</vt:lpstr>
      <vt:lpstr>Dataset Selection</vt:lpstr>
      <vt:lpstr>Datasets Explored</vt:lpstr>
      <vt:lpstr>Dataset Description</vt:lpstr>
      <vt:lpstr>Dataset Diversity</vt:lpstr>
      <vt:lpstr>Dataset Diversity(Contd.)</vt:lpstr>
      <vt:lpstr>Dataset Diversity(Contd.)</vt:lpstr>
      <vt:lpstr>Dataset Diversity(Contd.)</vt:lpstr>
      <vt:lpstr>Dataset Preprocessing</vt:lpstr>
      <vt:lpstr>Data Preprocessing(Contd.)</vt:lpstr>
      <vt:lpstr>Data Preprocessing(Contd.)</vt:lpstr>
      <vt:lpstr>Typical ML Flow</vt:lpstr>
      <vt:lpstr>Model Selection</vt:lpstr>
      <vt:lpstr>Model Configuration</vt:lpstr>
      <vt:lpstr>Typical ML Flow</vt:lpstr>
      <vt:lpstr>Loss Function</vt:lpstr>
      <vt:lpstr>Loss Function(contd.)</vt:lpstr>
      <vt:lpstr>Typical ML Flow</vt:lpstr>
      <vt:lpstr>Model Evaluation</vt:lpstr>
      <vt:lpstr>Evaluation Metrics</vt:lpstr>
      <vt:lpstr>Evaluation Metrics(contd.)</vt:lpstr>
      <vt:lpstr>Typical ML Flow</vt:lpstr>
      <vt:lpstr>Model Training </vt:lpstr>
      <vt:lpstr>Model Evaluation</vt:lpstr>
      <vt:lpstr>PowerPoint Presentation</vt:lpstr>
      <vt:lpstr>Performance Comparison – Accuracy</vt:lpstr>
      <vt:lpstr>Performance Comparison – Accuracy</vt:lpstr>
      <vt:lpstr>Performance Comparison - Speed</vt:lpstr>
      <vt:lpstr>Performance Comparison - Speed</vt:lpstr>
      <vt:lpstr>Performance Comparison - Speed</vt:lpstr>
      <vt:lpstr>Performance Comparison - Speed</vt:lpstr>
      <vt:lpstr>Conclusion</vt:lpstr>
      <vt:lpstr>Status (Development Phase)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Previously</dc:title>
  <dc:creator>Nikhil Komari</dc:creator>
  <cp:revision>1</cp:revision>
  <dcterms:created xsi:type="dcterms:W3CDTF">2020-06-15T04:02:17Z</dcterms:created>
  <dcterms:modified xsi:type="dcterms:W3CDTF">2020-07-09T16:18:55Z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0x0101000CA58F261202C947A85ABE95A5312016</vt:lpwstr>
  </property>
</Properties>
</file>