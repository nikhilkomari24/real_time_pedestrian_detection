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90" r:id="rId5"/>
    <p:sldId id="291" r:id="rId6"/>
    <p:sldId id="292" r:id="rId7"/>
    <p:sldId id="304" r:id="rId8"/>
    <p:sldId id="306" r:id="rId9"/>
    <p:sldId id="307" r:id="rId10"/>
    <p:sldId id="296" r:id="rId11"/>
    <p:sldId id="317" r:id="rId12"/>
    <p:sldId id="318" r:id="rId13"/>
    <p:sldId id="305" r:id="rId14"/>
    <p:sldId id="308" r:id="rId15"/>
    <p:sldId id="309" r:id="rId16"/>
    <p:sldId id="310" r:id="rId17"/>
    <p:sldId id="311" r:id="rId18"/>
    <p:sldId id="312" r:id="rId19"/>
    <p:sldId id="293" r:id="rId20"/>
    <p:sldId id="294" r:id="rId21"/>
    <p:sldId id="295" r:id="rId22"/>
    <p:sldId id="298" r:id="rId23"/>
    <p:sldId id="300" r:id="rId24"/>
    <p:sldId id="272" r:id="rId25"/>
    <p:sldId id="274" r:id="rId26"/>
    <p:sldId id="301" r:id="rId27"/>
    <p:sldId id="302" r:id="rId28"/>
    <p:sldId id="303" r:id="rId29"/>
    <p:sldId id="284" r:id="rId30"/>
    <p:sldId id="297" r:id="rId31"/>
    <p:sldId id="319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C1294B-A3B4-4A3B-91A6-47573037A5C8}" v="481" dt="2020-08-05T19:34:57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0c44fc889f9d7265992e669759d1fd0454cd05e158f90fc49f83df79e00cb9e::" providerId="AD" clId="Web-{C8BB8FF2-E175-BB5E-E186-6CB7C75F32C8}"/>
    <pc:docChg chg="modSld">
      <pc:chgData name="Guest User" userId="S::urn:spo:anon#00c44fc889f9d7265992e669759d1fd0454cd05e158f90fc49f83df79e00cb9e::" providerId="AD" clId="Web-{C8BB8FF2-E175-BB5E-E186-6CB7C75F32C8}" dt="2020-07-20T02:08:06.601" v="293" actId="20577"/>
      <pc:docMkLst>
        <pc:docMk/>
      </pc:docMkLst>
      <pc:sldChg chg="modSp">
        <pc:chgData name="Guest User" userId="S::urn:spo:anon#00c44fc889f9d7265992e669759d1fd0454cd05e158f90fc49f83df79e00cb9e::" providerId="AD" clId="Web-{C8BB8FF2-E175-BB5E-E186-6CB7C75F32C8}" dt="2020-07-20T00:45:05.657" v="113"/>
        <pc:sldMkLst>
          <pc:docMk/>
          <pc:sldMk cId="3711379870" sldId="284"/>
        </pc:sldMkLst>
        <pc:graphicFrameChg chg="mod modGraphic">
          <ac:chgData name="Guest User" userId="S::urn:spo:anon#00c44fc889f9d7265992e669759d1fd0454cd05e158f90fc49f83df79e00cb9e::" providerId="AD" clId="Web-{C8BB8FF2-E175-BB5E-E186-6CB7C75F32C8}" dt="2020-07-20T00:45:05.657" v="113"/>
          <ac:graphicFrameMkLst>
            <pc:docMk/>
            <pc:sldMk cId="3711379870" sldId="284"/>
            <ac:graphicFrameMk id="4" creationId="{84825101-ABC8-40B1-AC46-AB68D6EB9DC9}"/>
          </ac:graphicFrameMkLst>
        </pc:graphicFrameChg>
      </pc:sldChg>
      <pc:sldChg chg="addSp modSp">
        <pc:chgData name="Guest User" userId="S::urn:spo:anon#00c44fc889f9d7265992e669759d1fd0454cd05e158f90fc49f83df79e00cb9e::" providerId="AD" clId="Web-{C8BB8FF2-E175-BB5E-E186-6CB7C75F32C8}" dt="2020-07-20T00:49:05.690" v="235"/>
        <pc:sldMkLst>
          <pc:docMk/>
          <pc:sldMk cId="2481694582" sldId="296"/>
        </pc:sldMkLst>
        <pc:spChg chg="add mod">
          <ac:chgData name="Guest User" userId="S::urn:spo:anon#00c44fc889f9d7265992e669759d1fd0454cd05e158f90fc49f83df79e00cb9e::" providerId="AD" clId="Web-{C8BB8FF2-E175-BB5E-E186-6CB7C75F32C8}" dt="2020-07-20T00:48:05.393" v="221" actId="20577"/>
          <ac:spMkLst>
            <pc:docMk/>
            <pc:sldMk cId="2481694582" sldId="296"/>
            <ac:spMk id="3" creationId="{34BB3104-ECA6-4040-B5A3-6B23D33C474E}"/>
          </ac:spMkLst>
        </pc:spChg>
        <pc:graphicFrameChg chg="mod modGraphic">
          <ac:chgData name="Guest User" userId="S::urn:spo:anon#00c44fc889f9d7265992e669759d1fd0454cd05e158f90fc49f83df79e00cb9e::" providerId="AD" clId="Web-{C8BB8FF2-E175-BB5E-E186-6CB7C75F32C8}" dt="2020-07-20T00:49:05.690" v="235"/>
          <ac:graphicFrameMkLst>
            <pc:docMk/>
            <pc:sldMk cId="2481694582" sldId="296"/>
            <ac:graphicFrameMk id="4" creationId="{70319016-23EE-4290-BF89-24F1D200C8F6}"/>
          </ac:graphicFrameMkLst>
        </pc:graphicFrameChg>
      </pc:sldChg>
      <pc:sldChg chg="addSp modSp">
        <pc:chgData name="Guest User" userId="S::urn:spo:anon#00c44fc889f9d7265992e669759d1fd0454cd05e158f90fc49f83df79e00cb9e::" providerId="AD" clId="Web-{C8BB8FF2-E175-BB5E-E186-6CB7C75F32C8}" dt="2020-07-20T02:08:03.476" v="291" actId="20577"/>
        <pc:sldMkLst>
          <pc:docMk/>
          <pc:sldMk cId="4293260396" sldId="302"/>
        </pc:sldMkLst>
        <pc:spChg chg="mod">
          <ac:chgData name="Guest User" userId="S::urn:spo:anon#00c44fc889f9d7265992e669759d1fd0454cd05e158f90fc49f83df79e00cb9e::" providerId="AD" clId="Web-{C8BB8FF2-E175-BB5E-E186-6CB7C75F32C8}" dt="2020-07-20T02:08:03.476" v="291" actId="20577"/>
          <ac:spMkLst>
            <pc:docMk/>
            <pc:sldMk cId="4293260396" sldId="302"/>
            <ac:spMk id="2" creationId="{9F6DBFFA-4FA3-41C0-9185-F9A876770D38}"/>
          </ac:spMkLst>
        </pc:spChg>
        <pc:spChg chg="mod">
          <ac:chgData name="Guest User" userId="S::urn:spo:anon#00c44fc889f9d7265992e669759d1fd0454cd05e158f90fc49f83df79e00cb9e::" providerId="AD" clId="Web-{C8BB8FF2-E175-BB5E-E186-6CB7C75F32C8}" dt="2020-07-20T02:07:43.414" v="269" actId="1076"/>
          <ac:spMkLst>
            <pc:docMk/>
            <pc:sldMk cId="4293260396" sldId="302"/>
            <ac:spMk id="9" creationId="{5463C9EF-1700-4CEB-B268-CA6E534CD1F1}"/>
          </ac:spMkLst>
        </pc:spChg>
        <pc:spChg chg="mod">
          <ac:chgData name="Guest User" userId="S::urn:spo:anon#00c44fc889f9d7265992e669759d1fd0454cd05e158f90fc49f83df79e00cb9e::" providerId="AD" clId="Web-{C8BB8FF2-E175-BB5E-E186-6CB7C75F32C8}" dt="2020-07-20T02:07:38.820" v="268" actId="1076"/>
          <ac:spMkLst>
            <pc:docMk/>
            <pc:sldMk cId="4293260396" sldId="302"/>
            <ac:spMk id="10" creationId="{F3CEA9E5-32B6-4E56-9324-7E24281FE05F}"/>
          </ac:spMkLst>
        </pc:spChg>
        <pc:spChg chg="add mod">
          <ac:chgData name="Guest User" userId="S::urn:spo:anon#00c44fc889f9d7265992e669759d1fd0454cd05e158f90fc49f83df79e00cb9e::" providerId="AD" clId="Web-{C8BB8FF2-E175-BB5E-E186-6CB7C75F32C8}" dt="2020-07-20T02:07:49.258" v="270" actId="1076"/>
          <ac:spMkLst>
            <pc:docMk/>
            <pc:sldMk cId="4293260396" sldId="302"/>
            <ac:spMk id="11" creationId="{1B49CBF7-7E3F-420B-A1C7-855A0FA80E53}"/>
          </ac:spMkLst>
        </pc:spChg>
        <pc:picChg chg="add mod">
          <ac:chgData name="Guest User" userId="S::urn:spo:anon#00c44fc889f9d7265992e669759d1fd0454cd05e158f90fc49f83df79e00cb9e::" providerId="AD" clId="Web-{C8BB8FF2-E175-BB5E-E186-6CB7C75F32C8}" dt="2020-07-20T02:05:14.897" v="243" actId="14100"/>
          <ac:picMkLst>
            <pc:docMk/>
            <pc:sldMk cId="4293260396" sldId="302"/>
            <ac:picMk id="3" creationId="{1C8387D3-3C5E-4301-8831-467F842D759B}"/>
          </ac:picMkLst>
        </pc:picChg>
        <pc:picChg chg="mod">
          <ac:chgData name="Guest User" userId="S::urn:spo:anon#00c44fc889f9d7265992e669759d1fd0454cd05e158f90fc49f83df79e00cb9e::" providerId="AD" clId="Web-{C8BB8FF2-E175-BB5E-E186-6CB7C75F32C8}" dt="2020-07-20T02:07:28.336" v="267" actId="1076"/>
          <ac:picMkLst>
            <pc:docMk/>
            <pc:sldMk cId="4293260396" sldId="302"/>
            <ac:picMk id="6" creationId="{CE95A30B-332C-4DF8-AFB7-298F562AC3FF}"/>
          </ac:picMkLst>
        </pc:picChg>
        <pc:picChg chg="mod">
          <ac:chgData name="Guest User" userId="S::urn:spo:anon#00c44fc889f9d7265992e669759d1fd0454cd05e158f90fc49f83df79e00cb9e::" providerId="AD" clId="Web-{C8BB8FF2-E175-BB5E-E186-6CB7C75F32C8}" dt="2020-07-20T02:07:16.867" v="265" actId="1076"/>
          <ac:picMkLst>
            <pc:docMk/>
            <pc:sldMk cId="4293260396" sldId="302"/>
            <ac:picMk id="8" creationId="{A4FDB3BB-F666-4F8C-8667-0B9942B3B9A9}"/>
          </ac:picMkLst>
        </pc:picChg>
      </pc:sldChg>
    </pc:docChg>
  </pc:docChgLst>
  <pc:docChgLst>
    <pc:chgData name="Sumeet Singh" userId="1524180e-ef14-4c82-9948-525c1bd61650" providerId="ADAL" clId="{CAC172C5-8ED0-4433-9048-AD99283A0DFB}"/>
    <pc:docChg chg="undo custSel addSld delSld modSld sldOrd">
      <pc:chgData name="Sumeet Singh" userId="1524180e-ef14-4c82-9948-525c1bd61650" providerId="ADAL" clId="{CAC172C5-8ED0-4433-9048-AD99283A0DFB}" dt="2020-07-12T19:03:29.711" v="2390" actId="14734"/>
      <pc:docMkLst>
        <pc:docMk/>
      </pc:docMkLst>
      <pc:sldChg chg="modSp del mod">
        <pc:chgData name="Sumeet Singh" userId="1524180e-ef14-4c82-9948-525c1bd61650" providerId="ADAL" clId="{CAC172C5-8ED0-4433-9048-AD99283A0DFB}" dt="2020-07-10T23:08:57.391" v="2388" actId="47"/>
        <pc:sldMkLst>
          <pc:docMk/>
          <pc:sldMk cId="3178001947" sldId="270"/>
        </pc:sldMkLst>
        <pc:spChg chg="mod">
          <ac:chgData name="Sumeet Singh" userId="1524180e-ef14-4c82-9948-525c1bd61650" providerId="ADAL" clId="{CAC172C5-8ED0-4433-9048-AD99283A0DFB}" dt="2020-07-10T22:50:01.835" v="1909" actId="20577"/>
          <ac:spMkLst>
            <pc:docMk/>
            <pc:sldMk cId="3178001947" sldId="270"/>
            <ac:spMk id="2" creationId="{0F626A45-6F0F-47D4-9BBC-43216FFE6E59}"/>
          </ac:spMkLst>
        </pc:spChg>
      </pc:sldChg>
      <pc:sldChg chg="ord">
        <pc:chgData name="Sumeet Singh" userId="1524180e-ef14-4c82-9948-525c1bd61650" providerId="ADAL" clId="{CAC172C5-8ED0-4433-9048-AD99283A0DFB}" dt="2020-07-10T23:08:31.162" v="2387"/>
        <pc:sldMkLst>
          <pc:docMk/>
          <pc:sldMk cId="3962419122" sldId="271"/>
        </pc:sldMkLst>
      </pc:sldChg>
      <pc:sldChg chg="addSp delSp modSp mod ord">
        <pc:chgData name="Sumeet Singh" userId="1524180e-ef14-4c82-9948-525c1bd61650" providerId="ADAL" clId="{CAC172C5-8ED0-4433-9048-AD99283A0DFB}" dt="2020-07-10T22:42:38.959" v="1468" actId="20577"/>
        <pc:sldMkLst>
          <pc:docMk/>
          <pc:sldMk cId="3711379870" sldId="284"/>
        </pc:sldMkLst>
        <pc:spChg chg="mod">
          <ac:chgData name="Sumeet Singh" userId="1524180e-ef14-4c82-9948-525c1bd61650" providerId="ADAL" clId="{CAC172C5-8ED0-4433-9048-AD99283A0DFB}" dt="2020-07-10T22:42:38.959" v="1468" actId="20577"/>
          <ac:spMkLst>
            <pc:docMk/>
            <pc:sldMk cId="3711379870" sldId="284"/>
            <ac:spMk id="2" creationId="{22F260F9-F6B8-40B7-9F18-CC2F1B81CFAA}"/>
          </ac:spMkLst>
        </pc:spChg>
        <pc:spChg chg="add del mod">
          <ac:chgData name="Sumeet Singh" userId="1524180e-ef14-4c82-9948-525c1bd61650" providerId="ADAL" clId="{CAC172C5-8ED0-4433-9048-AD99283A0DFB}" dt="2020-07-10T22:41:15.311" v="1383"/>
          <ac:spMkLst>
            <pc:docMk/>
            <pc:sldMk cId="3711379870" sldId="284"/>
            <ac:spMk id="3" creationId="{4E108897-4C7E-41D4-825A-1096DF5C7F99}"/>
          </ac:spMkLst>
        </pc:spChg>
        <pc:spChg chg="add del mod">
          <ac:chgData name="Sumeet Singh" userId="1524180e-ef14-4c82-9948-525c1bd61650" providerId="ADAL" clId="{CAC172C5-8ED0-4433-9048-AD99283A0DFB}" dt="2020-07-10T22:41:15.306" v="1381" actId="478"/>
          <ac:spMkLst>
            <pc:docMk/>
            <pc:sldMk cId="3711379870" sldId="284"/>
            <ac:spMk id="5" creationId="{EE8F9788-0F2E-46C8-942B-0495A5358B3E}"/>
          </ac:spMkLst>
        </pc:spChg>
        <pc:spChg chg="add mod">
          <ac:chgData name="Sumeet Singh" userId="1524180e-ef14-4c82-9948-525c1bd61650" providerId="ADAL" clId="{CAC172C5-8ED0-4433-9048-AD99283A0DFB}" dt="2020-07-10T22:42:30.414" v="1461" actId="20577"/>
          <ac:spMkLst>
            <pc:docMk/>
            <pc:sldMk cId="3711379870" sldId="284"/>
            <ac:spMk id="6" creationId="{932BD7C1-AA2F-4341-B7C1-60A7A874DF33}"/>
          </ac:spMkLst>
        </pc:spChg>
        <pc:spChg chg="add del mod">
          <ac:chgData name="Sumeet Singh" userId="1524180e-ef14-4c82-9948-525c1bd61650" providerId="ADAL" clId="{CAC172C5-8ED0-4433-9048-AD99283A0DFB}" dt="2020-07-10T22:41:52.794" v="1405"/>
          <ac:spMkLst>
            <pc:docMk/>
            <pc:sldMk cId="3711379870" sldId="284"/>
            <ac:spMk id="7" creationId="{512D3049-E938-4F0D-BE10-7A90A6EFB753}"/>
          </ac:spMkLst>
        </pc:spChg>
        <pc:graphicFrameChg chg="modGraphic">
          <ac:chgData name="Sumeet Singh" userId="1524180e-ef14-4c82-9948-525c1bd61650" providerId="ADAL" clId="{CAC172C5-8ED0-4433-9048-AD99283A0DFB}" dt="2020-07-10T22:40:54.942" v="1376" actId="20577"/>
          <ac:graphicFrameMkLst>
            <pc:docMk/>
            <pc:sldMk cId="3711379870" sldId="284"/>
            <ac:graphicFrameMk id="4" creationId="{84825101-ABC8-40B1-AC46-AB68D6EB9DC9}"/>
          </ac:graphicFrameMkLst>
        </pc:graphicFrameChg>
      </pc:sldChg>
      <pc:sldChg chg="add">
        <pc:chgData name="Sumeet Singh" userId="1524180e-ef14-4c82-9948-525c1bd61650" providerId="ADAL" clId="{CAC172C5-8ED0-4433-9048-AD99283A0DFB}" dt="2020-07-10T21:51:42.563" v="3"/>
        <pc:sldMkLst>
          <pc:docMk/>
          <pc:sldMk cId="2401653768" sldId="289"/>
        </pc:sldMkLst>
      </pc:sldChg>
      <pc:sldChg chg="add ord">
        <pc:chgData name="Sumeet Singh" userId="1524180e-ef14-4c82-9948-525c1bd61650" providerId="ADAL" clId="{CAC172C5-8ED0-4433-9048-AD99283A0DFB}" dt="2020-07-10T21:51:19.578" v="2"/>
        <pc:sldMkLst>
          <pc:docMk/>
          <pc:sldMk cId="2292312718" sldId="290"/>
        </pc:sldMkLst>
      </pc:sldChg>
      <pc:sldChg chg="modSp add mod">
        <pc:chgData name="Sumeet Singh" userId="1524180e-ef14-4c82-9948-525c1bd61650" providerId="ADAL" clId="{CAC172C5-8ED0-4433-9048-AD99283A0DFB}" dt="2020-07-10T22:08:38.837" v="724" actId="20577"/>
        <pc:sldMkLst>
          <pc:docMk/>
          <pc:sldMk cId="1145562311" sldId="291"/>
        </pc:sldMkLst>
        <pc:spChg chg="mod">
          <ac:chgData name="Sumeet Singh" userId="1524180e-ef14-4c82-9948-525c1bd61650" providerId="ADAL" clId="{CAC172C5-8ED0-4433-9048-AD99283A0DFB}" dt="2020-07-10T22:08:38.837" v="724" actId="20577"/>
          <ac:spMkLst>
            <pc:docMk/>
            <pc:sldMk cId="1145562311" sldId="291"/>
            <ac:spMk id="3" creationId="{00000000-0000-0000-0000-000000000000}"/>
          </ac:spMkLst>
        </pc:spChg>
      </pc:sldChg>
      <pc:sldChg chg="modSp new mod">
        <pc:chgData name="Sumeet Singh" userId="1524180e-ef14-4c82-9948-525c1bd61650" providerId="ADAL" clId="{CAC172C5-8ED0-4433-9048-AD99283A0DFB}" dt="2020-07-10T21:54:15.313" v="207" actId="20577"/>
        <pc:sldMkLst>
          <pc:docMk/>
          <pc:sldMk cId="1767847895" sldId="292"/>
        </pc:sldMkLst>
        <pc:spChg chg="mod">
          <ac:chgData name="Sumeet Singh" userId="1524180e-ef14-4c82-9948-525c1bd61650" providerId="ADAL" clId="{CAC172C5-8ED0-4433-9048-AD99283A0DFB}" dt="2020-07-10T21:54:15.313" v="207" actId="20577"/>
          <ac:spMkLst>
            <pc:docMk/>
            <pc:sldMk cId="1767847895" sldId="292"/>
            <ac:spMk id="2" creationId="{B12B3394-147B-46C5-A77C-34218BCF8E49}"/>
          </ac:spMkLst>
        </pc:spChg>
      </pc:sldChg>
      <pc:sldChg chg="delSp modSp new mod">
        <pc:chgData name="Sumeet Singh" userId="1524180e-ef14-4c82-9948-525c1bd61650" providerId="ADAL" clId="{CAC172C5-8ED0-4433-9048-AD99283A0DFB}" dt="2020-07-10T22:15:30.032" v="1152" actId="20577"/>
        <pc:sldMkLst>
          <pc:docMk/>
          <pc:sldMk cId="269732360" sldId="293"/>
        </pc:sldMkLst>
        <pc:spChg chg="del mod">
          <ac:chgData name="Sumeet Singh" userId="1524180e-ef14-4c82-9948-525c1bd61650" providerId="ADAL" clId="{CAC172C5-8ED0-4433-9048-AD99283A0DFB}" dt="2020-07-10T22:02:19.528" v="375" actId="478"/>
          <ac:spMkLst>
            <pc:docMk/>
            <pc:sldMk cId="269732360" sldId="293"/>
            <ac:spMk id="2" creationId="{05E97C22-B45F-4C4E-B467-30618D5B52A2}"/>
          </ac:spMkLst>
        </pc:spChg>
        <pc:spChg chg="mod">
          <ac:chgData name="Sumeet Singh" userId="1524180e-ef14-4c82-9948-525c1bd61650" providerId="ADAL" clId="{CAC172C5-8ED0-4433-9048-AD99283A0DFB}" dt="2020-07-10T22:15:30.032" v="1152" actId="20577"/>
          <ac:spMkLst>
            <pc:docMk/>
            <pc:sldMk cId="269732360" sldId="293"/>
            <ac:spMk id="3" creationId="{113BA73B-06BB-4520-8C59-F183E67432F6}"/>
          </ac:spMkLst>
        </pc:spChg>
      </pc:sldChg>
      <pc:sldChg chg="addSp modSp new mod">
        <pc:chgData name="Sumeet Singh" userId="1524180e-ef14-4c82-9948-525c1bd61650" providerId="ADAL" clId="{CAC172C5-8ED0-4433-9048-AD99283A0DFB}" dt="2020-07-10T22:07:04.431" v="700" actId="1076"/>
        <pc:sldMkLst>
          <pc:docMk/>
          <pc:sldMk cId="2618150526" sldId="294"/>
        </pc:sldMkLst>
        <pc:spChg chg="mod">
          <ac:chgData name="Sumeet Singh" userId="1524180e-ef14-4c82-9948-525c1bd61650" providerId="ADAL" clId="{CAC172C5-8ED0-4433-9048-AD99283A0DFB}" dt="2020-07-10T22:03:35.476" v="413" actId="20577"/>
          <ac:spMkLst>
            <pc:docMk/>
            <pc:sldMk cId="2618150526" sldId="294"/>
            <ac:spMk id="2" creationId="{11CF74C7-E3D0-4DE0-9D69-910D3CDEECED}"/>
          </ac:spMkLst>
        </pc:spChg>
        <pc:spChg chg="mod">
          <ac:chgData name="Sumeet Singh" userId="1524180e-ef14-4c82-9948-525c1bd61650" providerId="ADAL" clId="{CAC172C5-8ED0-4433-9048-AD99283A0DFB}" dt="2020-07-10T22:06:19.422" v="691" actId="20577"/>
          <ac:spMkLst>
            <pc:docMk/>
            <pc:sldMk cId="2618150526" sldId="294"/>
            <ac:spMk id="3" creationId="{AFA07DC1-A61E-4EA6-9159-A7CB162CAC25}"/>
          </ac:spMkLst>
        </pc:spChg>
        <pc:picChg chg="add mod">
          <ac:chgData name="Sumeet Singh" userId="1524180e-ef14-4c82-9948-525c1bd61650" providerId="ADAL" clId="{CAC172C5-8ED0-4433-9048-AD99283A0DFB}" dt="2020-07-10T22:07:01.318" v="699" actId="1076"/>
          <ac:picMkLst>
            <pc:docMk/>
            <pc:sldMk cId="2618150526" sldId="294"/>
            <ac:picMk id="4" creationId="{3DE89824-D430-44F4-BC60-28ABB799430D}"/>
          </ac:picMkLst>
        </pc:picChg>
        <pc:picChg chg="add mod">
          <ac:chgData name="Sumeet Singh" userId="1524180e-ef14-4c82-9948-525c1bd61650" providerId="ADAL" clId="{CAC172C5-8ED0-4433-9048-AD99283A0DFB}" dt="2020-07-10T22:07:04.431" v="700" actId="1076"/>
          <ac:picMkLst>
            <pc:docMk/>
            <pc:sldMk cId="2618150526" sldId="294"/>
            <ac:picMk id="5" creationId="{0CD41935-8311-4A5D-9805-E1A720878B6C}"/>
          </ac:picMkLst>
        </pc:picChg>
      </pc:sldChg>
      <pc:sldChg chg="modSp new mod">
        <pc:chgData name="Sumeet Singh" userId="1524180e-ef14-4c82-9948-525c1bd61650" providerId="ADAL" clId="{CAC172C5-8ED0-4433-9048-AD99283A0DFB}" dt="2020-07-10T22:47:59.617" v="1835" actId="20577"/>
        <pc:sldMkLst>
          <pc:docMk/>
          <pc:sldMk cId="266482499" sldId="295"/>
        </pc:sldMkLst>
        <pc:spChg chg="mod">
          <ac:chgData name="Sumeet Singh" userId="1524180e-ef14-4c82-9948-525c1bd61650" providerId="ADAL" clId="{CAC172C5-8ED0-4433-9048-AD99283A0DFB}" dt="2020-07-10T22:08:58.012" v="738" actId="20577"/>
          <ac:spMkLst>
            <pc:docMk/>
            <pc:sldMk cId="266482499" sldId="295"/>
            <ac:spMk id="2" creationId="{F3FC97B1-1E11-46E4-991D-886F1F0163EF}"/>
          </ac:spMkLst>
        </pc:spChg>
        <pc:spChg chg="mod">
          <ac:chgData name="Sumeet Singh" userId="1524180e-ef14-4c82-9948-525c1bd61650" providerId="ADAL" clId="{CAC172C5-8ED0-4433-9048-AD99283A0DFB}" dt="2020-07-10T22:47:59.617" v="1835" actId="20577"/>
          <ac:spMkLst>
            <pc:docMk/>
            <pc:sldMk cId="266482499" sldId="295"/>
            <ac:spMk id="3" creationId="{13A3660D-554A-4FDF-981B-5DF28E40D6A1}"/>
          </ac:spMkLst>
        </pc:spChg>
      </pc:sldChg>
      <pc:sldChg chg="modSp mod">
        <pc:chgData name="Sumeet Singh" userId="1524180e-ef14-4c82-9948-525c1bd61650" providerId="ADAL" clId="{CAC172C5-8ED0-4433-9048-AD99283A0DFB}" dt="2020-07-12T19:03:29.711" v="2390" actId="14734"/>
        <pc:sldMkLst>
          <pc:docMk/>
          <pc:sldMk cId="2481694582" sldId="296"/>
        </pc:sldMkLst>
        <pc:graphicFrameChg chg="modGraphic">
          <ac:chgData name="Sumeet Singh" userId="1524180e-ef14-4c82-9948-525c1bd61650" providerId="ADAL" clId="{CAC172C5-8ED0-4433-9048-AD99283A0DFB}" dt="2020-07-12T19:03:29.711" v="2390" actId="14734"/>
          <ac:graphicFrameMkLst>
            <pc:docMk/>
            <pc:sldMk cId="2481694582" sldId="296"/>
            <ac:graphicFrameMk id="4" creationId="{70319016-23EE-4290-BF89-24F1D200C8F6}"/>
          </ac:graphicFrameMkLst>
        </pc:graphicFrameChg>
      </pc:sldChg>
      <pc:sldChg chg="modSp new mod">
        <pc:chgData name="Sumeet Singh" userId="1524180e-ef14-4c82-9948-525c1bd61650" providerId="ADAL" clId="{CAC172C5-8ED0-4433-9048-AD99283A0DFB}" dt="2020-07-10T22:41:52.970" v="1406" actId="20577"/>
        <pc:sldMkLst>
          <pc:docMk/>
          <pc:sldMk cId="1717908654" sldId="297"/>
        </pc:sldMkLst>
        <pc:spChg chg="mod">
          <ac:chgData name="Sumeet Singh" userId="1524180e-ef14-4c82-9948-525c1bd61650" providerId="ADAL" clId="{CAC172C5-8ED0-4433-9048-AD99283A0DFB}" dt="2020-07-10T22:41:52.970" v="1406" actId="20577"/>
          <ac:spMkLst>
            <pc:docMk/>
            <pc:sldMk cId="1717908654" sldId="297"/>
            <ac:spMk id="2" creationId="{0EC76F1B-A2CD-443F-AD92-B581E2DAAB63}"/>
          </ac:spMkLst>
        </pc:spChg>
      </pc:sldChg>
      <pc:sldChg chg="modSp new mod">
        <pc:chgData name="Sumeet Singh" userId="1524180e-ef14-4c82-9948-525c1bd61650" providerId="ADAL" clId="{CAC172C5-8ED0-4433-9048-AD99283A0DFB}" dt="2020-07-10T22:48:32.046" v="1836" actId="313"/>
        <pc:sldMkLst>
          <pc:docMk/>
          <pc:sldMk cId="1864096242" sldId="298"/>
        </pc:sldMkLst>
        <pc:spChg chg="mod">
          <ac:chgData name="Sumeet Singh" userId="1524180e-ef14-4c82-9948-525c1bd61650" providerId="ADAL" clId="{CAC172C5-8ED0-4433-9048-AD99283A0DFB}" dt="2020-07-10T22:43:26.837" v="1496" actId="20577"/>
          <ac:spMkLst>
            <pc:docMk/>
            <pc:sldMk cId="1864096242" sldId="298"/>
            <ac:spMk id="2" creationId="{DF43BAE4-B129-403F-B031-B1317DFFB48E}"/>
          </ac:spMkLst>
        </pc:spChg>
        <pc:spChg chg="mod">
          <ac:chgData name="Sumeet Singh" userId="1524180e-ef14-4c82-9948-525c1bd61650" providerId="ADAL" clId="{CAC172C5-8ED0-4433-9048-AD99283A0DFB}" dt="2020-07-10T22:48:32.046" v="1836" actId="313"/>
          <ac:spMkLst>
            <pc:docMk/>
            <pc:sldMk cId="1864096242" sldId="298"/>
            <ac:spMk id="3" creationId="{2B297F37-1C07-4CB2-A9EC-CF84D4401C9C}"/>
          </ac:spMkLst>
        </pc:spChg>
      </pc:sldChg>
      <pc:sldChg chg="modSp new del mod">
        <pc:chgData name="Sumeet Singh" userId="1524180e-ef14-4c82-9948-525c1bd61650" providerId="ADAL" clId="{CAC172C5-8ED0-4433-9048-AD99283A0DFB}" dt="2020-07-10T22:49:45.122" v="1894" actId="47"/>
        <pc:sldMkLst>
          <pc:docMk/>
          <pc:sldMk cId="3108277980" sldId="299"/>
        </pc:sldMkLst>
        <pc:spChg chg="mod">
          <ac:chgData name="Sumeet Singh" userId="1524180e-ef14-4c82-9948-525c1bd61650" providerId="ADAL" clId="{CAC172C5-8ED0-4433-9048-AD99283A0DFB}" dt="2020-07-10T22:49:41.169" v="1893" actId="21"/>
          <ac:spMkLst>
            <pc:docMk/>
            <pc:sldMk cId="3108277980" sldId="299"/>
            <ac:spMk id="2" creationId="{0CC7DF37-42D4-43EF-8FA9-2CEC0A1EDF4C}"/>
          </ac:spMkLst>
        </pc:spChg>
      </pc:sldChg>
      <pc:sldChg chg="modSp new mod">
        <pc:chgData name="Sumeet Singh" userId="1524180e-ef14-4c82-9948-525c1bd61650" providerId="ADAL" clId="{CAC172C5-8ED0-4433-9048-AD99283A0DFB}" dt="2020-07-10T23:06:01.887" v="2385" actId="5793"/>
        <pc:sldMkLst>
          <pc:docMk/>
          <pc:sldMk cId="2258857950" sldId="300"/>
        </pc:sldMkLst>
        <pc:spChg chg="mod">
          <ac:chgData name="Sumeet Singh" userId="1524180e-ef14-4c82-9948-525c1bd61650" providerId="ADAL" clId="{CAC172C5-8ED0-4433-9048-AD99283A0DFB}" dt="2020-07-10T22:49:47.777" v="1895"/>
          <ac:spMkLst>
            <pc:docMk/>
            <pc:sldMk cId="2258857950" sldId="300"/>
            <ac:spMk id="2" creationId="{32C13DF6-7D52-490F-901E-294793B53939}"/>
          </ac:spMkLst>
        </pc:spChg>
        <pc:spChg chg="mod">
          <ac:chgData name="Sumeet Singh" userId="1524180e-ef14-4c82-9948-525c1bd61650" providerId="ADAL" clId="{CAC172C5-8ED0-4433-9048-AD99283A0DFB}" dt="2020-07-10T23:06:01.887" v="2385" actId="5793"/>
          <ac:spMkLst>
            <pc:docMk/>
            <pc:sldMk cId="2258857950" sldId="300"/>
            <ac:spMk id="3" creationId="{E4AEB8F5-436A-4B83-BD30-CBCBEBA06D80}"/>
          </ac:spMkLst>
        </pc:spChg>
      </pc:sldChg>
    </pc:docChg>
  </pc:docChgLst>
  <pc:docChgLst>
    <pc:chgData name="Guest User" userId="S::urn:spo:anon#00c44fc889f9d7265992e669759d1fd0454cd05e158f90fc49f83df79e00cb9e::" providerId="AD" clId="Web-{0D2F55DF-0FC5-0F7C-D436-3881A748256D}"/>
    <pc:docChg chg="modSld">
      <pc:chgData name="Guest User" userId="S::urn:spo:anon#00c44fc889f9d7265992e669759d1fd0454cd05e158f90fc49f83df79e00cb9e::" providerId="AD" clId="Web-{0D2F55DF-0FC5-0F7C-D436-3881A748256D}" dt="2020-07-19T00:41:51.558" v="49"/>
      <pc:docMkLst>
        <pc:docMk/>
      </pc:docMkLst>
      <pc:sldChg chg="modSp">
        <pc:chgData name="Guest User" userId="S::urn:spo:anon#00c44fc889f9d7265992e669759d1fd0454cd05e158f90fc49f83df79e00cb9e::" providerId="AD" clId="Web-{0D2F55DF-0FC5-0F7C-D436-3881A748256D}" dt="2020-07-19T00:41:51.558" v="49"/>
        <pc:sldMkLst>
          <pc:docMk/>
          <pc:sldMk cId="3711379870" sldId="284"/>
        </pc:sldMkLst>
        <pc:graphicFrameChg chg="mod modGraphic">
          <ac:chgData name="Guest User" userId="S::urn:spo:anon#00c44fc889f9d7265992e669759d1fd0454cd05e158f90fc49f83df79e00cb9e::" providerId="AD" clId="Web-{0D2F55DF-0FC5-0F7C-D436-3881A748256D}" dt="2020-07-19T00:41:51.558" v="49"/>
          <ac:graphicFrameMkLst>
            <pc:docMk/>
            <pc:sldMk cId="3711379870" sldId="284"/>
            <ac:graphicFrameMk id="4" creationId="{84825101-ABC8-40B1-AC46-AB68D6EB9DC9}"/>
          </ac:graphicFrameMkLst>
        </pc:graphicFrameChg>
      </pc:sldChg>
    </pc:docChg>
  </pc:docChgLst>
  <pc:docChgLst>
    <pc:chgData name="Nikhil Komari" userId="ee4f86d3-d7a1-47d5-a712-fe853323f13a" providerId="ADAL" clId="{0D1138A9-6341-447F-BA09-DEE9F0A4149F}"/>
    <pc:docChg chg="undo redo custSel addSld delSld modSld sldOrd">
      <pc:chgData name="Nikhil Komari" userId="ee4f86d3-d7a1-47d5-a712-fe853323f13a" providerId="ADAL" clId="{0D1138A9-6341-447F-BA09-DEE9F0A4149F}" dt="2020-07-29T21:17:46.043" v="2163" actId="20577"/>
      <pc:docMkLst>
        <pc:docMk/>
      </pc:docMkLst>
      <pc:sldChg chg="addSp delSp modSp">
        <pc:chgData name="Nikhil Komari" userId="ee4f86d3-d7a1-47d5-a712-fe853323f13a" providerId="ADAL" clId="{0D1138A9-6341-447F-BA09-DEE9F0A4149F}" dt="2020-07-27T05:48:04.425" v="2135" actId="20577"/>
        <pc:sldMkLst>
          <pc:docMk/>
          <pc:sldMk cId="3711379870" sldId="284"/>
        </pc:sldMkLst>
        <pc:spChg chg="mod">
          <ac:chgData name="Nikhil Komari" userId="ee4f86d3-d7a1-47d5-a712-fe853323f13a" providerId="ADAL" clId="{0D1138A9-6341-447F-BA09-DEE9F0A4149F}" dt="2020-07-10T22:19:27.620" v="120" actId="20577"/>
          <ac:spMkLst>
            <pc:docMk/>
            <pc:sldMk cId="3711379870" sldId="284"/>
            <ac:spMk id="2" creationId="{22F260F9-F6B8-40B7-9F18-CC2F1B81CFAA}"/>
          </ac:spMkLst>
        </pc:spChg>
        <pc:spChg chg="add mod">
          <ac:chgData name="Nikhil Komari" userId="ee4f86d3-d7a1-47d5-a712-fe853323f13a" providerId="ADAL" clId="{0D1138A9-6341-447F-BA09-DEE9F0A4149F}" dt="2020-07-27T05:48:04.425" v="2135" actId="20577"/>
          <ac:spMkLst>
            <pc:docMk/>
            <pc:sldMk cId="3711379870" sldId="284"/>
            <ac:spMk id="5" creationId="{4485006D-E379-4535-A551-3FD7E568D9A2}"/>
          </ac:spMkLst>
        </pc:spChg>
        <pc:spChg chg="del mod">
          <ac:chgData name="Nikhil Komari" userId="ee4f86d3-d7a1-47d5-a712-fe853323f13a" providerId="ADAL" clId="{0D1138A9-6341-447F-BA09-DEE9F0A4149F}" dt="2020-07-27T05:46:56.452" v="2080" actId="478"/>
          <ac:spMkLst>
            <pc:docMk/>
            <pc:sldMk cId="3711379870" sldId="284"/>
            <ac:spMk id="6" creationId="{932BD7C1-AA2F-4341-B7C1-60A7A874DF33}"/>
          </ac:spMkLst>
        </pc:spChg>
        <pc:graphicFrameChg chg="mod modGraphic">
          <ac:chgData name="Nikhil Komari" userId="ee4f86d3-d7a1-47d5-a712-fe853323f13a" providerId="ADAL" clId="{0D1138A9-6341-447F-BA09-DEE9F0A4149F}" dt="2020-07-27T05:42:34.739" v="2038" actId="20577"/>
          <ac:graphicFrameMkLst>
            <pc:docMk/>
            <pc:sldMk cId="3711379870" sldId="284"/>
            <ac:graphicFrameMk id="4" creationId="{84825101-ABC8-40B1-AC46-AB68D6EB9DC9}"/>
          </ac:graphicFrameMkLst>
        </pc:graphicFrameChg>
      </pc:sldChg>
      <pc:sldChg chg="modSp">
        <pc:chgData name="Nikhil Komari" userId="ee4f86d3-d7a1-47d5-a712-fe853323f13a" providerId="ADAL" clId="{0D1138A9-6341-447F-BA09-DEE9F0A4149F}" dt="2020-07-29T21:04:35.316" v="2136" actId="20577"/>
        <pc:sldMkLst>
          <pc:docMk/>
          <pc:sldMk cId="1767847895" sldId="292"/>
        </pc:sldMkLst>
        <pc:spChg chg="mod">
          <ac:chgData name="Nikhil Komari" userId="ee4f86d3-d7a1-47d5-a712-fe853323f13a" providerId="ADAL" clId="{0D1138A9-6341-447F-BA09-DEE9F0A4149F}" dt="2020-07-29T21:04:35.316" v="2136" actId="20577"/>
          <ac:spMkLst>
            <pc:docMk/>
            <pc:sldMk cId="1767847895" sldId="292"/>
            <ac:spMk id="3" creationId="{2C20ED54-A213-4CF4-8435-D13EE768223C}"/>
          </ac:spMkLst>
        </pc:spChg>
      </pc:sldChg>
      <pc:sldChg chg="addSp delSp modSp add del">
        <pc:chgData name="Nikhil Komari" userId="ee4f86d3-d7a1-47d5-a712-fe853323f13a" providerId="ADAL" clId="{0D1138A9-6341-447F-BA09-DEE9F0A4149F}" dt="2020-07-10T22:13:02.952" v="88" actId="2696"/>
        <pc:sldMkLst>
          <pc:docMk/>
          <pc:sldMk cId="1247141174" sldId="296"/>
        </pc:sldMkLst>
        <pc:spChg chg="del mod">
          <ac:chgData name="Nikhil Komari" userId="ee4f86d3-d7a1-47d5-a712-fe853323f13a" providerId="ADAL" clId="{0D1138A9-6341-447F-BA09-DEE9F0A4149F}" dt="2020-07-10T22:12:42.998" v="87" actId="478"/>
          <ac:spMkLst>
            <pc:docMk/>
            <pc:sldMk cId="1247141174" sldId="296"/>
            <ac:spMk id="3" creationId="{775C6BE9-0F0B-4CCB-89B4-57DD9E1B165F}"/>
          </ac:spMkLst>
        </pc:spChg>
        <pc:spChg chg="add mod">
          <ac:chgData name="Nikhil Komari" userId="ee4f86d3-d7a1-47d5-a712-fe853323f13a" providerId="ADAL" clId="{0D1138A9-6341-447F-BA09-DEE9F0A4149F}" dt="2020-07-10T22:12:42.998" v="87" actId="478"/>
          <ac:spMkLst>
            <pc:docMk/>
            <pc:sldMk cId="1247141174" sldId="296"/>
            <ac:spMk id="5" creationId="{0FBAD0C4-8855-4C34-BAC7-88BF25B043E9}"/>
          </ac:spMkLst>
        </pc:spChg>
      </pc:sldChg>
      <pc:sldChg chg="modSp add del">
        <pc:chgData name="Nikhil Komari" userId="ee4f86d3-d7a1-47d5-a712-fe853323f13a" providerId="ADAL" clId="{0D1138A9-6341-447F-BA09-DEE9F0A4149F}" dt="2020-07-10T22:12:14.218" v="80" actId="2696"/>
        <pc:sldMkLst>
          <pc:docMk/>
          <pc:sldMk cId="1848450666" sldId="296"/>
        </pc:sldMkLst>
        <pc:spChg chg="mod">
          <ac:chgData name="Nikhil Komari" userId="ee4f86d3-d7a1-47d5-a712-fe853323f13a" providerId="ADAL" clId="{0D1138A9-6341-447F-BA09-DEE9F0A4149F}" dt="2020-07-10T22:11:55.262" v="79" actId="27636"/>
          <ac:spMkLst>
            <pc:docMk/>
            <pc:sldMk cId="1848450666" sldId="296"/>
            <ac:spMk id="3" creationId="{B31B54FC-5C51-496A-B3EC-0F9B858C7D10}"/>
          </ac:spMkLst>
        </pc:spChg>
      </pc:sldChg>
      <pc:sldChg chg="addSp delSp modSp add">
        <pc:chgData name="Nikhil Komari" userId="ee4f86d3-d7a1-47d5-a712-fe853323f13a" providerId="ADAL" clId="{0D1138A9-6341-447F-BA09-DEE9F0A4149F}" dt="2020-07-27T05:44:20.260" v="2070" actId="20577"/>
        <pc:sldMkLst>
          <pc:docMk/>
          <pc:sldMk cId="2481694582" sldId="296"/>
        </pc:sldMkLst>
        <pc:spChg chg="mod">
          <ac:chgData name="Nikhil Komari" userId="ee4f86d3-d7a1-47d5-a712-fe853323f13a" providerId="ADAL" clId="{0D1138A9-6341-447F-BA09-DEE9F0A4149F}" dt="2020-07-10T22:19:46.403" v="172" actId="20577"/>
          <ac:spMkLst>
            <pc:docMk/>
            <pc:sldMk cId="2481694582" sldId="296"/>
            <ac:spMk id="2" creationId="{E45F9EDF-2FAE-470F-A526-9BB3C94FCED8}"/>
          </ac:spMkLst>
        </pc:spChg>
        <pc:spChg chg="del">
          <ac:chgData name="Nikhil Komari" userId="ee4f86d3-d7a1-47d5-a712-fe853323f13a" providerId="ADAL" clId="{0D1138A9-6341-447F-BA09-DEE9F0A4149F}" dt="2020-07-10T22:18:56.699" v="91"/>
          <ac:spMkLst>
            <pc:docMk/>
            <pc:sldMk cId="2481694582" sldId="296"/>
            <ac:spMk id="3" creationId="{2A69CB55-907B-417B-A305-A620F1801580}"/>
          </ac:spMkLst>
        </pc:spChg>
        <pc:spChg chg="mod">
          <ac:chgData name="Nikhil Komari" userId="ee4f86d3-d7a1-47d5-a712-fe853323f13a" providerId="ADAL" clId="{0D1138A9-6341-447F-BA09-DEE9F0A4149F}" dt="2020-07-27T05:44:20.260" v="2070" actId="20577"/>
          <ac:spMkLst>
            <pc:docMk/>
            <pc:sldMk cId="2481694582" sldId="296"/>
            <ac:spMk id="3" creationId="{34BB3104-ECA6-4040-B5A3-6B23D33C474E}"/>
          </ac:spMkLst>
        </pc:spChg>
        <pc:graphicFrameChg chg="add mod ord modGraphic">
          <ac:chgData name="Nikhil Komari" userId="ee4f86d3-d7a1-47d5-a712-fe853323f13a" providerId="ADAL" clId="{0D1138A9-6341-447F-BA09-DEE9F0A4149F}" dt="2020-07-27T05:26:25.428" v="1818" actId="2710"/>
          <ac:graphicFrameMkLst>
            <pc:docMk/>
            <pc:sldMk cId="2481694582" sldId="296"/>
            <ac:graphicFrameMk id="4" creationId="{70319016-23EE-4290-BF89-24F1D200C8F6}"/>
          </ac:graphicFrameMkLst>
        </pc:graphicFrameChg>
      </pc:sldChg>
      <pc:sldChg chg="modSp">
        <pc:chgData name="Nikhil Komari" userId="ee4f86d3-d7a1-47d5-a712-fe853323f13a" providerId="ADAL" clId="{0D1138A9-6341-447F-BA09-DEE9F0A4149F}" dt="2020-07-29T21:17:46.043" v="2163" actId="20577"/>
        <pc:sldMkLst>
          <pc:docMk/>
          <pc:sldMk cId="1717908654" sldId="297"/>
        </pc:sldMkLst>
        <pc:spChg chg="mod">
          <ac:chgData name="Nikhil Komari" userId="ee4f86d3-d7a1-47d5-a712-fe853323f13a" providerId="ADAL" clId="{0D1138A9-6341-447F-BA09-DEE9F0A4149F}" dt="2020-07-29T21:17:46.043" v="2163" actId="20577"/>
          <ac:spMkLst>
            <pc:docMk/>
            <pc:sldMk cId="1717908654" sldId="297"/>
            <ac:spMk id="3" creationId="{377BE731-E95A-491F-A41C-64B326469774}"/>
          </ac:spMkLst>
        </pc:spChg>
      </pc:sldChg>
      <pc:sldChg chg="addSp modSp">
        <pc:chgData name="Nikhil Komari" userId="ee4f86d3-d7a1-47d5-a712-fe853323f13a" providerId="ADAL" clId="{0D1138A9-6341-447F-BA09-DEE9F0A4149F}" dt="2020-07-25T01:45:48.333" v="1005" actId="20577"/>
        <pc:sldMkLst>
          <pc:docMk/>
          <pc:sldMk cId="1107628859" sldId="303"/>
        </pc:sldMkLst>
        <pc:spChg chg="mod">
          <ac:chgData name="Nikhil Komari" userId="ee4f86d3-d7a1-47d5-a712-fe853323f13a" providerId="ADAL" clId="{0D1138A9-6341-447F-BA09-DEE9F0A4149F}" dt="2020-07-25T01:24:29.102" v="931" actId="1076"/>
          <ac:spMkLst>
            <pc:docMk/>
            <pc:sldMk cId="1107628859" sldId="303"/>
            <ac:spMk id="3" creationId="{C7AEB2D8-BDD2-4BCC-A112-21D10842B743}"/>
          </ac:spMkLst>
        </pc:spChg>
        <pc:spChg chg="add mod">
          <ac:chgData name="Nikhil Komari" userId="ee4f86d3-d7a1-47d5-a712-fe853323f13a" providerId="ADAL" clId="{0D1138A9-6341-447F-BA09-DEE9F0A4149F}" dt="2020-07-25T01:45:37.168" v="984" actId="1076"/>
          <ac:spMkLst>
            <pc:docMk/>
            <pc:sldMk cId="1107628859" sldId="303"/>
            <ac:spMk id="10" creationId="{AA2566E0-523E-42DE-8E09-21A57E94ED20}"/>
          </ac:spMkLst>
        </pc:spChg>
        <pc:spChg chg="add mod">
          <ac:chgData name="Nikhil Komari" userId="ee4f86d3-d7a1-47d5-a712-fe853323f13a" providerId="ADAL" clId="{0D1138A9-6341-447F-BA09-DEE9F0A4149F}" dt="2020-07-25T01:45:48.333" v="1005" actId="20577"/>
          <ac:spMkLst>
            <pc:docMk/>
            <pc:sldMk cId="1107628859" sldId="303"/>
            <ac:spMk id="11" creationId="{0CEB1085-8510-48CA-A6F8-376DB3C9C2EA}"/>
          </ac:spMkLst>
        </pc:spChg>
        <pc:graphicFrameChg chg="add mod modGraphic">
          <ac:chgData name="Nikhil Komari" userId="ee4f86d3-d7a1-47d5-a712-fe853323f13a" providerId="ADAL" clId="{0D1138A9-6341-447F-BA09-DEE9F0A4149F}" dt="2020-07-25T01:24:57.787" v="933" actId="1076"/>
          <ac:graphicFrameMkLst>
            <pc:docMk/>
            <pc:sldMk cId="1107628859" sldId="303"/>
            <ac:graphicFrameMk id="4" creationId="{9F21C7E6-F1D5-461A-AA13-479F57404072}"/>
          </ac:graphicFrameMkLst>
        </pc:graphicFrameChg>
        <pc:picChg chg="add mod">
          <ac:chgData name="Nikhil Komari" userId="ee4f86d3-d7a1-47d5-a712-fe853323f13a" providerId="ADAL" clId="{0D1138A9-6341-447F-BA09-DEE9F0A4149F}" dt="2020-07-25T01:35:24.911" v="949" actId="1076"/>
          <ac:picMkLst>
            <pc:docMk/>
            <pc:sldMk cId="1107628859" sldId="303"/>
            <ac:picMk id="7" creationId="{4C981CEB-12F3-4F82-9DF1-EAE88984D1AC}"/>
          </ac:picMkLst>
        </pc:picChg>
        <pc:picChg chg="add mod">
          <ac:chgData name="Nikhil Komari" userId="ee4f86d3-d7a1-47d5-a712-fe853323f13a" providerId="ADAL" clId="{0D1138A9-6341-447F-BA09-DEE9F0A4149F}" dt="2020-07-25T01:45:10.588" v="954" actId="1076"/>
          <ac:picMkLst>
            <pc:docMk/>
            <pc:sldMk cId="1107628859" sldId="303"/>
            <ac:picMk id="9" creationId="{915D9CC6-E74F-47DA-BA04-F25278FE7B9D}"/>
          </ac:picMkLst>
        </pc:picChg>
      </pc:sldChg>
      <pc:sldChg chg="modSp">
        <pc:chgData name="Nikhil Komari" userId="ee4f86d3-d7a1-47d5-a712-fe853323f13a" providerId="ADAL" clId="{0D1138A9-6341-447F-BA09-DEE9F0A4149F}" dt="2020-07-25T04:03:16.180" v="1017" actId="20577"/>
        <pc:sldMkLst>
          <pc:docMk/>
          <pc:sldMk cId="788408369" sldId="306"/>
        </pc:sldMkLst>
        <pc:spChg chg="mod">
          <ac:chgData name="Nikhil Komari" userId="ee4f86d3-d7a1-47d5-a712-fe853323f13a" providerId="ADAL" clId="{0D1138A9-6341-447F-BA09-DEE9F0A4149F}" dt="2020-07-25T04:03:16.180" v="1017" actId="20577"/>
          <ac:spMkLst>
            <pc:docMk/>
            <pc:sldMk cId="788408369" sldId="306"/>
            <ac:spMk id="3" creationId="{DE7B8916-5D78-4F19-A791-D68B11902657}"/>
          </ac:spMkLst>
        </pc:spChg>
      </pc:sldChg>
      <pc:sldChg chg="addSp modSp">
        <pc:chgData name="Nikhil Komari" userId="ee4f86d3-d7a1-47d5-a712-fe853323f13a" providerId="ADAL" clId="{0D1138A9-6341-447F-BA09-DEE9F0A4149F}" dt="2020-07-24T19:59:05.341" v="420" actId="14100"/>
        <pc:sldMkLst>
          <pc:docMk/>
          <pc:sldMk cId="583814876" sldId="307"/>
        </pc:sldMkLst>
        <pc:picChg chg="mod">
          <ac:chgData name="Nikhil Komari" userId="ee4f86d3-d7a1-47d5-a712-fe853323f13a" providerId="ADAL" clId="{0D1138A9-6341-447F-BA09-DEE9F0A4149F}" dt="2020-07-24T19:59:00.473" v="419" actId="14100"/>
          <ac:picMkLst>
            <pc:docMk/>
            <pc:sldMk cId="583814876" sldId="307"/>
            <ac:picMk id="4" creationId="{157C6147-A37A-4FCE-B93A-CE8AD88A044A}"/>
          </ac:picMkLst>
        </pc:picChg>
        <pc:picChg chg="add mod">
          <ac:chgData name="Nikhil Komari" userId="ee4f86d3-d7a1-47d5-a712-fe853323f13a" providerId="ADAL" clId="{0D1138A9-6341-447F-BA09-DEE9F0A4149F}" dt="2020-07-24T19:59:05.341" v="420" actId="14100"/>
          <ac:picMkLst>
            <pc:docMk/>
            <pc:sldMk cId="583814876" sldId="307"/>
            <ac:picMk id="6" creationId="{DA907F66-40E8-4274-912F-39CDD9F78FED}"/>
          </ac:picMkLst>
        </pc:picChg>
        <pc:picChg chg="add mod">
          <ac:chgData name="Nikhil Komari" userId="ee4f86d3-d7a1-47d5-a712-fe853323f13a" providerId="ADAL" clId="{0D1138A9-6341-447F-BA09-DEE9F0A4149F}" dt="2020-07-24T19:58:51.428" v="418" actId="14100"/>
          <ac:picMkLst>
            <pc:docMk/>
            <pc:sldMk cId="583814876" sldId="307"/>
            <ac:picMk id="8" creationId="{D2DC22C2-F230-472E-9856-273790B296F3}"/>
          </ac:picMkLst>
        </pc:picChg>
      </pc:sldChg>
      <pc:sldChg chg="modSp">
        <pc:chgData name="Nikhil Komari" userId="ee4f86d3-d7a1-47d5-a712-fe853323f13a" providerId="ADAL" clId="{0D1138A9-6341-447F-BA09-DEE9F0A4149F}" dt="2020-07-25T04:07:40.164" v="1018" actId="20577"/>
        <pc:sldMkLst>
          <pc:docMk/>
          <pc:sldMk cId="629397055" sldId="308"/>
        </pc:sldMkLst>
        <pc:spChg chg="mod">
          <ac:chgData name="Nikhil Komari" userId="ee4f86d3-d7a1-47d5-a712-fe853323f13a" providerId="ADAL" clId="{0D1138A9-6341-447F-BA09-DEE9F0A4149F}" dt="2020-07-25T04:07:40.164" v="1018" actId="20577"/>
          <ac:spMkLst>
            <pc:docMk/>
            <pc:sldMk cId="629397055" sldId="308"/>
            <ac:spMk id="3" creationId="{0FB68185-DD3F-45A9-A973-37D09059493E}"/>
          </ac:spMkLst>
        </pc:spChg>
      </pc:sldChg>
      <pc:sldChg chg="addSp modSp">
        <pc:chgData name="Nikhil Komari" userId="ee4f86d3-d7a1-47d5-a712-fe853323f13a" providerId="ADAL" clId="{0D1138A9-6341-447F-BA09-DEE9F0A4149F}" dt="2020-07-27T05:46:35.849" v="2077" actId="1076"/>
        <pc:sldMkLst>
          <pc:docMk/>
          <pc:sldMk cId="1911123525" sldId="311"/>
        </pc:sldMkLst>
        <pc:spChg chg="add mod">
          <ac:chgData name="Nikhil Komari" userId="ee4f86d3-d7a1-47d5-a712-fe853323f13a" providerId="ADAL" clId="{0D1138A9-6341-447F-BA09-DEE9F0A4149F}" dt="2020-07-27T05:46:35.849" v="2077" actId="1076"/>
          <ac:spMkLst>
            <pc:docMk/>
            <pc:sldMk cId="1911123525" sldId="311"/>
            <ac:spMk id="5" creationId="{A97B70D1-F8EA-4240-A269-6DCB5C0A8654}"/>
          </ac:spMkLst>
        </pc:spChg>
        <pc:graphicFrameChg chg="mod modGraphic">
          <ac:chgData name="Nikhil Komari" userId="ee4f86d3-d7a1-47d5-a712-fe853323f13a" providerId="ADAL" clId="{0D1138A9-6341-447F-BA09-DEE9F0A4149F}" dt="2020-07-27T05:46:30.901" v="2076" actId="1076"/>
          <ac:graphicFrameMkLst>
            <pc:docMk/>
            <pc:sldMk cId="1911123525" sldId="311"/>
            <ac:graphicFrameMk id="4" creationId="{72E74CDB-DD63-45B3-807C-834DBD823A76}"/>
          </ac:graphicFrameMkLst>
        </pc:graphicFrameChg>
      </pc:sldChg>
      <pc:sldChg chg="modSp">
        <pc:chgData name="Nikhil Komari" userId="ee4f86d3-d7a1-47d5-a712-fe853323f13a" providerId="ADAL" clId="{0D1138A9-6341-447F-BA09-DEE9F0A4149F}" dt="2020-07-29T21:09:19.990" v="2160" actId="6549"/>
        <pc:sldMkLst>
          <pc:docMk/>
          <pc:sldMk cId="1813303340" sldId="312"/>
        </pc:sldMkLst>
        <pc:spChg chg="mod">
          <ac:chgData name="Nikhil Komari" userId="ee4f86d3-d7a1-47d5-a712-fe853323f13a" providerId="ADAL" clId="{0D1138A9-6341-447F-BA09-DEE9F0A4149F}" dt="2020-07-29T21:09:19.990" v="2160" actId="6549"/>
          <ac:spMkLst>
            <pc:docMk/>
            <pc:sldMk cId="1813303340" sldId="312"/>
            <ac:spMk id="3" creationId="{98494B60-5A98-4F06-B132-FC7CC60F8688}"/>
          </ac:spMkLst>
        </pc:spChg>
      </pc:sldChg>
      <pc:sldChg chg="addSp delSp modSp add">
        <pc:chgData name="Nikhil Komari" userId="ee4f86d3-d7a1-47d5-a712-fe853323f13a" providerId="ADAL" clId="{0D1138A9-6341-447F-BA09-DEE9F0A4149F}" dt="2020-07-27T01:28:51.320" v="1739" actId="20577"/>
        <pc:sldMkLst>
          <pc:docMk/>
          <pc:sldMk cId="2428987089" sldId="313"/>
        </pc:sldMkLst>
        <pc:spChg chg="mod">
          <ac:chgData name="Nikhil Komari" userId="ee4f86d3-d7a1-47d5-a712-fe853323f13a" providerId="ADAL" clId="{0D1138A9-6341-447F-BA09-DEE9F0A4149F}" dt="2020-07-26T00:38:04.280" v="1164" actId="20577"/>
          <ac:spMkLst>
            <pc:docMk/>
            <pc:sldMk cId="2428987089" sldId="313"/>
            <ac:spMk id="2" creationId="{70999BBA-A6B4-4325-9F9C-47D3BC372307}"/>
          </ac:spMkLst>
        </pc:spChg>
        <pc:spChg chg="del">
          <ac:chgData name="Nikhil Komari" userId="ee4f86d3-d7a1-47d5-a712-fe853323f13a" providerId="ADAL" clId="{0D1138A9-6341-447F-BA09-DEE9F0A4149F}" dt="2020-07-26T00:35:41.380" v="1032"/>
          <ac:spMkLst>
            <pc:docMk/>
            <pc:sldMk cId="2428987089" sldId="313"/>
            <ac:spMk id="3" creationId="{1EEA6CEA-EE06-4398-AB3C-2F4BDB313201}"/>
          </ac:spMkLst>
        </pc:spChg>
        <pc:graphicFrameChg chg="add mod ord modGraphic">
          <ac:chgData name="Nikhil Komari" userId="ee4f86d3-d7a1-47d5-a712-fe853323f13a" providerId="ADAL" clId="{0D1138A9-6341-447F-BA09-DEE9F0A4149F}" dt="2020-07-27T01:28:51.320" v="1739" actId="20577"/>
          <ac:graphicFrameMkLst>
            <pc:docMk/>
            <pc:sldMk cId="2428987089" sldId="313"/>
            <ac:graphicFrameMk id="4" creationId="{8A7725BB-630C-44E0-95B9-8C15CEE38E09}"/>
          </ac:graphicFrameMkLst>
        </pc:graphicFrameChg>
      </pc:sldChg>
      <pc:sldChg chg="addSp delSp modSp add">
        <pc:chgData name="Nikhil Komari" userId="ee4f86d3-d7a1-47d5-a712-fe853323f13a" providerId="ADAL" clId="{0D1138A9-6341-447F-BA09-DEE9F0A4149F}" dt="2020-07-26T01:14:55.513" v="1305" actId="20577"/>
        <pc:sldMkLst>
          <pc:docMk/>
          <pc:sldMk cId="1166417259" sldId="314"/>
        </pc:sldMkLst>
        <pc:spChg chg="mod">
          <ac:chgData name="Nikhil Komari" userId="ee4f86d3-d7a1-47d5-a712-fe853323f13a" providerId="ADAL" clId="{0D1138A9-6341-447F-BA09-DEE9F0A4149F}" dt="2020-07-26T01:14:55.513" v="1305" actId="20577"/>
          <ac:spMkLst>
            <pc:docMk/>
            <pc:sldMk cId="1166417259" sldId="314"/>
            <ac:spMk id="2" creationId="{59601FAF-12B6-4883-9D9C-9B70EE45F746}"/>
          </ac:spMkLst>
        </pc:spChg>
        <pc:spChg chg="del">
          <ac:chgData name="Nikhil Komari" userId="ee4f86d3-d7a1-47d5-a712-fe853323f13a" providerId="ADAL" clId="{0D1138A9-6341-447F-BA09-DEE9F0A4149F}" dt="2020-07-26T00:53:42.293" v="1183"/>
          <ac:spMkLst>
            <pc:docMk/>
            <pc:sldMk cId="1166417259" sldId="314"/>
            <ac:spMk id="3" creationId="{DDC6A4FA-27C9-46EF-814D-1AFF66BAE4EA}"/>
          </ac:spMkLst>
        </pc:spChg>
        <pc:graphicFrameChg chg="add mod ord modGraphic">
          <ac:chgData name="Nikhil Komari" userId="ee4f86d3-d7a1-47d5-a712-fe853323f13a" providerId="ADAL" clId="{0D1138A9-6341-447F-BA09-DEE9F0A4149F}" dt="2020-07-26T01:14:41.564" v="1290" actId="20577"/>
          <ac:graphicFrameMkLst>
            <pc:docMk/>
            <pc:sldMk cId="1166417259" sldId="314"/>
            <ac:graphicFrameMk id="4" creationId="{083E4A8E-753A-4B1E-989A-97541BAD448B}"/>
          </ac:graphicFrameMkLst>
        </pc:graphicFrameChg>
      </pc:sldChg>
      <pc:sldChg chg="modSp add del">
        <pc:chgData name="Nikhil Komari" userId="ee4f86d3-d7a1-47d5-a712-fe853323f13a" providerId="ADAL" clId="{0D1138A9-6341-447F-BA09-DEE9F0A4149F}" dt="2020-07-26T00:44:50.032" v="1179" actId="2696"/>
        <pc:sldMkLst>
          <pc:docMk/>
          <pc:sldMk cId="2076667535" sldId="314"/>
        </pc:sldMkLst>
        <pc:spChg chg="mod">
          <ac:chgData name="Nikhil Komari" userId="ee4f86d3-d7a1-47d5-a712-fe853323f13a" providerId="ADAL" clId="{0D1138A9-6341-447F-BA09-DEE9F0A4149F}" dt="2020-07-26T00:44:44.313" v="1178"/>
          <ac:spMkLst>
            <pc:docMk/>
            <pc:sldMk cId="2076667535" sldId="314"/>
            <ac:spMk id="3" creationId="{D5D87EDD-C397-4855-BA5E-F480D132BA3A}"/>
          </ac:spMkLst>
        </pc:spChg>
      </pc:sldChg>
      <pc:sldChg chg="addSp delSp modSp add">
        <pc:chgData name="Nikhil Komari" userId="ee4f86d3-d7a1-47d5-a712-fe853323f13a" providerId="ADAL" clId="{0D1138A9-6341-447F-BA09-DEE9F0A4149F}" dt="2020-07-26T01:33:46.256" v="1452" actId="478"/>
        <pc:sldMkLst>
          <pc:docMk/>
          <pc:sldMk cId="3745301672" sldId="315"/>
        </pc:sldMkLst>
        <pc:spChg chg="mod">
          <ac:chgData name="Nikhil Komari" userId="ee4f86d3-d7a1-47d5-a712-fe853323f13a" providerId="ADAL" clId="{0D1138A9-6341-447F-BA09-DEE9F0A4149F}" dt="2020-07-26T01:18:25.748" v="1369" actId="20577"/>
          <ac:spMkLst>
            <pc:docMk/>
            <pc:sldMk cId="3745301672" sldId="315"/>
            <ac:spMk id="2" creationId="{EA7BDFBB-63BF-422E-BE79-B79D7EC53F44}"/>
          </ac:spMkLst>
        </pc:spChg>
        <pc:spChg chg="del">
          <ac:chgData name="Nikhil Komari" userId="ee4f86d3-d7a1-47d5-a712-fe853323f13a" providerId="ADAL" clId="{0D1138A9-6341-447F-BA09-DEE9F0A4149F}" dt="2020-07-26T01:17:44.413" v="1308"/>
          <ac:spMkLst>
            <pc:docMk/>
            <pc:sldMk cId="3745301672" sldId="315"/>
            <ac:spMk id="3" creationId="{FD7C68C0-F7E0-4860-A735-10603A2B25EA}"/>
          </ac:spMkLst>
        </pc:spChg>
        <pc:spChg chg="add del">
          <ac:chgData name="Nikhil Komari" userId="ee4f86d3-d7a1-47d5-a712-fe853323f13a" providerId="ADAL" clId="{0D1138A9-6341-447F-BA09-DEE9F0A4149F}" dt="2020-07-26T01:33:46.256" v="1452" actId="478"/>
          <ac:spMkLst>
            <pc:docMk/>
            <pc:sldMk cId="3745301672" sldId="315"/>
            <ac:spMk id="6" creationId="{3F016666-DA9F-4137-9AB6-A1022639789B}"/>
          </ac:spMkLst>
        </pc:spChg>
        <pc:graphicFrameChg chg="add mod ord modGraphic">
          <ac:chgData name="Nikhil Komari" userId="ee4f86d3-d7a1-47d5-a712-fe853323f13a" providerId="ADAL" clId="{0D1138A9-6341-447F-BA09-DEE9F0A4149F}" dt="2020-07-26T01:32:29.631" v="1450" actId="6549"/>
          <ac:graphicFrameMkLst>
            <pc:docMk/>
            <pc:sldMk cId="3745301672" sldId="315"/>
            <ac:graphicFrameMk id="4" creationId="{7F62878B-D87D-460E-BDEA-807207F5677A}"/>
          </ac:graphicFrameMkLst>
        </pc:graphicFrameChg>
      </pc:sldChg>
      <pc:sldChg chg="addSp delSp modSp add">
        <pc:chgData name="Nikhil Komari" userId="ee4f86d3-d7a1-47d5-a712-fe853323f13a" providerId="ADAL" clId="{0D1138A9-6341-447F-BA09-DEE9F0A4149F}" dt="2020-07-26T20:39:41.335" v="1649" actId="20577"/>
        <pc:sldMkLst>
          <pc:docMk/>
          <pc:sldMk cId="3507623297" sldId="316"/>
        </pc:sldMkLst>
        <pc:spChg chg="mod">
          <ac:chgData name="Nikhil Komari" userId="ee4f86d3-d7a1-47d5-a712-fe853323f13a" providerId="ADAL" clId="{0D1138A9-6341-447F-BA09-DEE9F0A4149F}" dt="2020-07-26T03:31:59.326" v="1598" actId="20577"/>
          <ac:spMkLst>
            <pc:docMk/>
            <pc:sldMk cId="3507623297" sldId="316"/>
            <ac:spMk id="2" creationId="{AD552060-F05E-40EF-B257-905C495B9443}"/>
          </ac:spMkLst>
        </pc:spChg>
        <pc:spChg chg="del">
          <ac:chgData name="Nikhil Komari" userId="ee4f86d3-d7a1-47d5-a712-fe853323f13a" providerId="ADAL" clId="{0D1138A9-6341-447F-BA09-DEE9F0A4149F}" dt="2020-07-26T03:30:15.995" v="1455"/>
          <ac:spMkLst>
            <pc:docMk/>
            <pc:sldMk cId="3507623297" sldId="316"/>
            <ac:spMk id="3" creationId="{84B73D2B-048A-46D2-91D2-3F5B20DB2954}"/>
          </ac:spMkLst>
        </pc:spChg>
        <pc:graphicFrameChg chg="add mod ord modGraphic">
          <ac:chgData name="Nikhil Komari" userId="ee4f86d3-d7a1-47d5-a712-fe853323f13a" providerId="ADAL" clId="{0D1138A9-6341-447F-BA09-DEE9F0A4149F}" dt="2020-07-26T20:39:41.335" v="1649" actId="20577"/>
          <ac:graphicFrameMkLst>
            <pc:docMk/>
            <pc:sldMk cId="3507623297" sldId="316"/>
            <ac:graphicFrameMk id="4" creationId="{F6225982-0CAA-44FF-AF2C-33F5F15E24A7}"/>
          </ac:graphicFrameMkLst>
        </pc:graphicFrameChg>
      </pc:sldChg>
      <pc:sldChg chg="modSp">
        <pc:chgData name="Nikhil Komari" userId="ee4f86d3-d7a1-47d5-a712-fe853323f13a" providerId="ADAL" clId="{0D1138A9-6341-447F-BA09-DEE9F0A4149F}" dt="2020-07-29T21:06:00.482" v="2145" actId="20577"/>
        <pc:sldMkLst>
          <pc:docMk/>
          <pc:sldMk cId="3234030305" sldId="317"/>
        </pc:sldMkLst>
        <pc:spChg chg="mod">
          <ac:chgData name="Nikhil Komari" userId="ee4f86d3-d7a1-47d5-a712-fe853323f13a" providerId="ADAL" clId="{0D1138A9-6341-447F-BA09-DEE9F0A4149F}" dt="2020-07-29T21:06:00.482" v="2145" actId="20577"/>
          <ac:spMkLst>
            <pc:docMk/>
            <pc:sldMk cId="3234030305" sldId="317"/>
            <ac:spMk id="3" creationId="{3E9A4438-200A-4169-9C2F-C95DB5505CB5}"/>
          </ac:spMkLst>
        </pc:spChg>
      </pc:sldChg>
      <pc:sldChg chg="modSp">
        <pc:chgData name="Nikhil Komari" userId="ee4f86d3-d7a1-47d5-a712-fe853323f13a" providerId="ADAL" clId="{0D1138A9-6341-447F-BA09-DEE9F0A4149F}" dt="2020-07-27T05:44:36.773" v="2073"/>
        <pc:sldMkLst>
          <pc:docMk/>
          <pc:sldMk cId="351585950" sldId="318"/>
        </pc:sldMkLst>
        <pc:spChg chg="mod">
          <ac:chgData name="Nikhil Komari" userId="ee4f86d3-d7a1-47d5-a712-fe853323f13a" providerId="ADAL" clId="{0D1138A9-6341-447F-BA09-DEE9F0A4149F}" dt="2020-07-27T05:44:36.773" v="2073"/>
          <ac:spMkLst>
            <pc:docMk/>
            <pc:sldMk cId="351585950" sldId="318"/>
            <ac:spMk id="3" creationId="{34BB3104-ECA6-4040-B5A3-6B23D33C474E}"/>
          </ac:spMkLst>
        </pc:spChg>
        <pc:graphicFrameChg chg="mod modGraphic">
          <ac:chgData name="Nikhil Komari" userId="ee4f86d3-d7a1-47d5-a712-fe853323f13a" providerId="ADAL" clId="{0D1138A9-6341-447F-BA09-DEE9F0A4149F}" dt="2020-07-27T05:29:12.503" v="1849" actId="14734"/>
          <ac:graphicFrameMkLst>
            <pc:docMk/>
            <pc:sldMk cId="351585950" sldId="318"/>
            <ac:graphicFrameMk id="4" creationId="{70319016-23EE-4290-BF89-24F1D200C8F6}"/>
          </ac:graphicFrameMkLst>
        </pc:graphicFrameChg>
      </pc:sldChg>
      <pc:sldChg chg="modSp add del ord">
        <pc:chgData name="Nikhil Komari" userId="ee4f86d3-d7a1-47d5-a712-fe853323f13a" providerId="ADAL" clId="{0D1138A9-6341-447F-BA09-DEE9F0A4149F}" dt="2020-07-27T05:34:28.930" v="1884" actId="2696"/>
        <pc:sldMkLst>
          <pc:docMk/>
          <pc:sldMk cId="3838330630" sldId="319"/>
        </pc:sldMkLst>
        <pc:spChg chg="mod">
          <ac:chgData name="Nikhil Komari" userId="ee4f86d3-d7a1-47d5-a712-fe853323f13a" providerId="ADAL" clId="{0D1138A9-6341-447F-BA09-DEE9F0A4149F}" dt="2020-07-27T05:29:40.003" v="1853" actId="1076"/>
          <ac:spMkLst>
            <pc:docMk/>
            <pc:sldMk cId="3838330630" sldId="319"/>
            <ac:spMk id="3" creationId="{34BB3104-ECA6-4040-B5A3-6B23D33C474E}"/>
          </ac:spMkLst>
        </pc:spChg>
        <pc:graphicFrameChg chg="mod modGraphic">
          <ac:chgData name="Nikhil Komari" userId="ee4f86d3-d7a1-47d5-a712-fe853323f13a" providerId="ADAL" clId="{0D1138A9-6341-447F-BA09-DEE9F0A4149F}" dt="2020-07-27T05:33:30.997" v="1882" actId="14100"/>
          <ac:graphicFrameMkLst>
            <pc:docMk/>
            <pc:sldMk cId="3838330630" sldId="319"/>
            <ac:graphicFrameMk id="4" creationId="{70319016-23EE-4290-BF89-24F1D200C8F6}"/>
          </ac:graphicFrameMkLst>
        </pc:graphicFrameChg>
      </pc:sldChg>
    </pc:docChg>
  </pc:docChgLst>
  <pc:docChgLst>
    <pc:chgData name="Sumeet Singh" userId="1524180e-ef14-4c82-9948-525c1bd61650" providerId="ADAL" clId="{56C1294B-A3B4-4A3B-91A6-47573037A5C8}"/>
    <pc:docChg chg="undo custSel mod addSld delSld modSld sldOrd">
      <pc:chgData name="Sumeet Singh" userId="1524180e-ef14-4c82-9948-525c1bd61650" providerId="ADAL" clId="{56C1294B-A3B4-4A3B-91A6-47573037A5C8}" dt="2020-08-05T19:34:57.158" v="5771" actId="20577"/>
      <pc:docMkLst>
        <pc:docMk/>
      </pc:docMkLst>
      <pc:sldChg chg="addSp delSp modSp del mod">
        <pc:chgData name="Sumeet Singh" userId="1524180e-ef14-4c82-9948-525c1bd61650" providerId="ADAL" clId="{56C1294B-A3B4-4A3B-91A6-47573037A5C8}" dt="2020-07-19T22:58:19.967" v="417" actId="47"/>
        <pc:sldMkLst>
          <pc:docMk/>
          <pc:sldMk cId="3962419122" sldId="271"/>
        </pc:sldMkLst>
        <pc:spChg chg="mod">
          <ac:chgData name="Sumeet Singh" userId="1524180e-ef14-4c82-9948-525c1bd61650" providerId="ADAL" clId="{56C1294B-A3B4-4A3B-91A6-47573037A5C8}" dt="2020-07-19T22:18:35.546" v="52" actId="20577"/>
          <ac:spMkLst>
            <pc:docMk/>
            <pc:sldMk cId="3962419122" sldId="271"/>
            <ac:spMk id="2" creationId="{9C37F746-8C7A-4E7E-8237-7CDABDD286A1}"/>
          </ac:spMkLst>
        </pc:spChg>
        <pc:spChg chg="add del mod">
          <ac:chgData name="Sumeet Singh" userId="1524180e-ef14-4c82-9948-525c1bd61650" providerId="ADAL" clId="{56C1294B-A3B4-4A3B-91A6-47573037A5C8}" dt="2020-07-19T22:57:28.527" v="400" actId="478"/>
          <ac:spMkLst>
            <pc:docMk/>
            <pc:sldMk cId="3962419122" sldId="271"/>
            <ac:spMk id="4" creationId="{01930D44-1DDD-429C-BE86-2D6B33C9B04B}"/>
          </ac:spMkLst>
        </pc:spChg>
        <pc:picChg chg="del">
          <ac:chgData name="Sumeet Singh" userId="1524180e-ef14-4c82-9948-525c1bd61650" providerId="ADAL" clId="{56C1294B-A3B4-4A3B-91A6-47573037A5C8}" dt="2020-07-19T22:57:06.672" v="394" actId="21"/>
          <ac:picMkLst>
            <pc:docMk/>
            <pc:sldMk cId="3962419122" sldId="271"/>
            <ac:picMk id="9" creationId="{84DEC651-667D-401E-8AA5-4170AA514674}"/>
          </ac:picMkLst>
        </pc:picChg>
        <pc:picChg chg="del">
          <ac:chgData name="Sumeet Singh" userId="1524180e-ef14-4c82-9948-525c1bd61650" providerId="ADAL" clId="{56C1294B-A3B4-4A3B-91A6-47573037A5C8}" dt="2020-07-19T22:57:30.742" v="401" actId="21"/>
          <ac:picMkLst>
            <pc:docMk/>
            <pc:sldMk cId="3962419122" sldId="271"/>
            <ac:picMk id="11" creationId="{62FE3EE2-CDB4-4591-9612-DABFFFD27ACC}"/>
          </ac:picMkLst>
        </pc:picChg>
        <pc:picChg chg="del">
          <ac:chgData name="Sumeet Singh" userId="1524180e-ef14-4c82-9948-525c1bd61650" providerId="ADAL" clId="{56C1294B-A3B4-4A3B-91A6-47573037A5C8}" dt="2020-07-19T22:57:48.820" v="407" actId="21"/>
          <ac:picMkLst>
            <pc:docMk/>
            <pc:sldMk cId="3962419122" sldId="271"/>
            <ac:picMk id="13" creationId="{FCA93A5B-CCE8-45B8-BA48-BB403614053D}"/>
          </ac:picMkLst>
        </pc:picChg>
      </pc:sldChg>
      <pc:sldChg chg="addSp modSp mod">
        <pc:chgData name="Sumeet Singh" userId="1524180e-ef14-4c82-9948-525c1bd61650" providerId="ADAL" clId="{56C1294B-A3B4-4A3B-91A6-47573037A5C8}" dt="2020-07-19T22:58:13.334" v="416" actId="1076"/>
        <pc:sldMkLst>
          <pc:docMk/>
          <pc:sldMk cId="1491708734" sldId="272"/>
        </pc:sldMkLst>
        <pc:spChg chg="mod">
          <ac:chgData name="Sumeet Singh" userId="1524180e-ef14-4c82-9948-525c1bd61650" providerId="ADAL" clId="{56C1294B-A3B4-4A3B-91A6-47573037A5C8}" dt="2020-07-19T22:17:58.658" v="26" actId="20577"/>
          <ac:spMkLst>
            <pc:docMk/>
            <pc:sldMk cId="1491708734" sldId="272"/>
            <ac:spMk id="2" creationId="{6092B6B2-476B-4D74-871E-6146D707BFF1}"/>
          </ac:spMkLst>
        </pc:spChg>
        <pc:spChg chg="mod">
          <ac:chgData name="Sumeet Singh" userId="1524180e-ef14-4c82-9948-525c1bd61650" providerId="ADAL" clId="{56C1294B-A3B4-4A3B-91A6-47573037A5C8}" dt="2020-07-19T22:56:59.463" v="393" actId="5793"/>
          <ac:spMkLst>
            <pc:docMk/>
            <pc:sldMk cId="1491708734" sldId="272"/>
            <ac:spMk id="3" creationId="{F3F93091-9604-4C42-A0F5-3449E8B79B51}"/>
          </ac:spMkLst>
        </pc:spChg>
        <pc:picChg chg="add mod">
          <ac:chgData name="Sumeet Singh" userId="1524180e-ef14-4c82-9948-525c1bd61650" providerId="ADAL" clId="{56C1294B-A3B4-4A3B-91A6-47573037A5C8}" dt="2020-07-19T22:58:13.334" v="416" actId="1076"/>
          <ac:picMkLst>
            <pc:docMk/>
            <pc:sldMk cId="1491708734" sldId="272"/>
            <ac:picMk id="4" creationId="{88FD4874-AD6A-4E83-9082-E2E458731E60}"/>
          </ac:picMkLst>
        </pc:picChg>
        <pc:picChg chg="add mod">
          <ac:chgData name="Sumeet Singh" userId="1524180e-ef14-4c82-9948-525c1bd61650" providerId="ADAL" clId="{56C1294B-A3B4-4A3B-91A6-47573037A5C8}" dt="2020-07-19T22:58:11.669" v="415" actId="1076"/>
          <ac:picMkLst>
            <pc:docMk/>
            <pc:sldMk cId="1491708734" sldId="272"/>
            <ac:picMk id="5" creationId="{AF74335C-43B0-47A4-A1D3-851829404598}"/>
          </ac:picMkLst>
        </pc:picChg>
        <pc:picChg chg="add mod">
          <ac:chgData name="Sumeet Singh" userId="1524180e-ef14-4c82-9948-525c1bd61650" providerId="ADAL" clId="{56C1294B-A3B4-4A3B-91A6-47573037A5C8}" dt="2020-07-19T22:58:09.418" v="414" actId="1076"/>
          <ac:picMkLst>
            <pc:docMk/>
            <pc:sldMk cId="1491708734" sldId="272"/>
            <ac:picMk id="6" creationId="{EC939E06-300D-4596-9B65-880410572A72}"/>
          </ac:picMkLst>
        </pc:picChg>
      </pc:sldChg>
      <pc:sldChg chg="modSp mod">
        <pc:chgData name="Sumeet Singh" userId="1524180e-ef14-4c82-9948-525c1bd61650" providerId="ADAL" clId="{56C1294B-A3B4-4A3B-91A6-47573037A5C8}" dt="2020-07-19T22:18:05.567" v="38" actId="20577"/>
        <pc:sldMkLst>
          <pc:docMk/>
          <pc:sldMk cId="373809391" sldId="274"/>
        </pc:sldMkLst>
        <pc:spChg chg="mod">
          <ac:chgData name="Sumeet Singh" userId="1524180e-ef14-4c82-9948-525c1bd61650" providerId="ADAL" clId="{56C1294B-A3B4-4A3B-91A6-47573037A5C8}" dt="2020-07-19T22:18:05.567" v="38" actId="20577"/>
          <ac:spMkLst>
            <pc:docMk/>
            <pc:sldMk cId="373809391" sldId="274"/>
            <ac:spMk id="2" creationId="{F6683D9A-6754-4407-B53B-55DDA3BCAF8D}"/>
          </ac:spMkLst>
        </pc:spChg>
      </pc:sldChg>
      <pc:sldChg chg="add">
        <pc:chgData name="Sumeet Singh" userId="1524180e-ef14-4c82-9948-525c1bd61650" providerId="ADAL" clId="{56C1294B-A3B4-4A3B-91A6-47573037A5C8}" dt="2020-07-19T22:30:16.306" v="391"/>
        <pc:sldMkLst>
          <pc:docMk/>
          <pc:sldMk cId="379640074" sldId="279"/>
        </pc:sldMkLst>
      </pc:sldChg>
      <pc:sldChg chg="modSp mod">
        <pc:chgData name="Sumeet Singh" userId="1524180e-ef14-4c82-9948-525c1bd61650" providerId="ADAL" clId="{56C1294B-A3B4-4A3B-91A6-47573037A5C8}" dt="2020-07-27T00:49:38.037" v="3706" actId="20577"/>
        <pc:sldMkLst>
          <pc:docMk/>
          <pc:sldMk cId="3711379870" sldId="284"/>
        </pc:sldMkLst>
        <pc:graphicFrameChg chg="modGraphic">
          <ac:chgData name="Sumeet Singh" userId="1524180e-ef14-4c82-9948-525c1bd61650" providerId="ADAL" clId="{56C1294B-A3B4-4A3B-91A6-47573037A5C8}" dt="2020-07-27T00:49:38.037" v="3706" actId="20577"/>
          <ac:graphicFrameMkLst>
            <pc:docMk/>
            <pc:sldMk cId="3711379870" sldId="284"/>
            <ac:graphicFrameMk id="4" creationId="{84825101-ABC8-40B1-AC46-AB68D6EB9DC9}"/>
          </ac:graphicFrameMkLst>
        </pc:graphicFrameChg>
      </pc:sldChg>
      <pc:sldChg chg="ord">
        <pc:chgData name="Sumeet Singh" userId="1524180e-ef14-4c82-9948-525c1bd61650" providerId="ADAL" clId="{56C1294B-A3B4-4A3B-91A6-47573037A5C8}" dt="2020-07-20T01:24:04.077" v="1559"/>
        <pc:sldMkLst>
          <pc:docMk/>
          <pc:sldMk cId="2401653768" sldId="289"/>
        </pc:sldMkLst>
      </pc:sldChg>
      <pc:sldChg chg="modSp mod">
        <pc:chgData name="Sumeet Singh" userId="1524180e-ef14-4c82-9948-525c1bd61650" providerId="ADAL" clId="{56C1294B-A3B4-4A3B-91A6-47573037A5C8}" dt="2020-07-29T17:43:26.296" v="5216" actId="20577"/>
        <pc:sldMkLst>
          <pc:docMk/>
          <pc:sldMk cId="1145562311" sldId="291"/>
        </pc:sldMkLst>
        <pc:spChg chg="mod">
          <ac:chgData name="Sumeet Singh" userId="1524180e-ef14-4c82-9948-525c1bd61650" providerId="ADAL" clId="{56C1294B-A3B4-4A3B-91A6-47573037A5C8}" dt="2020-07-29T17:43:26.296" v="5216" actId="20577"/>
          <ac:spMkLst>
            <pc:docMk/>
            <pc:sldMk cId="1145562311" sldId="291"/>
            <ac:spMk id="3" creationId="{00000000-0000-0000-0000-000000000000}"/>
          </ac:spMkLst>
        </pc:spChg>
      </pc:sldChg>
      <pc:sldChg chg="modSp mod">
        <pc:chgData name="Sumeet Singh" userId="1524180e-ef14-4c82-9948-525c1bd61650" providerId="ADAL" clId="{56C1294B-A3B4-4A3B-91A6-47573037A5C8}" dt="2020-07-29T17:44:44.912" v="5363" actId="5793"/>
        <pc:sldMkLst>
          <pc:docMk/>
          <pc:sldMk cId="1767847895" sldId="292"/>
        </pc:sldMkLst>
        <pc:spChg chg="mod">
          <ac:chgData name="Sumeet Singh" userId="1524180e-ef14-4c82-9948-525c1bd61650" providerId="ADAL" clId="{56C1294B-A3B4-4A3B-91A6-47573037A5C8}" dt="2020-07-29T17:44:44.912" v="5363" actId="5793"/>
          <ac:spMkLst>
            <pc:docMk/>
            <pc:sldMk cId="1767847895" sldId="292"/>
            <ac:spMk id="3" creationId="{2C20ED54-A213-4CF4-8435-D13EE768223C}"/>
          </ac:spMkLst>
        </pc:spChg>
      </pc:sldChg>
      <pc:sldChg chg="modSp mod">
        <pc:chgData name="Sumeet Singh" userId="1524180e-ef14-4c82-9948-525c1bd61650" providerId="ADAL" clId="{56C1294B-A3B4-4A3B-91A6-47573037A5C8}" dt="2020-07-19T22:15:28.235" v="2" actId="20577"/>
        <pc:sldMkLst>
          <pc:docMk/>
          <pc:sldMk cId="266482499" sldId="295"/>
        </pc:sldMkLst>
        <pc:spChg chg="mod">
          <ac:chgData name="Sumeet Singh" userId="1524180e-ef14-4c82-9948-525c1bd61650" providerId="ADAL" clId="{56C1294B-A3B4-4A3B-91A6-47573037A5C8}" dt="2020-07-19T22:15:28.235" v="2" actId="20577"/>
          <ac:spMkLst>
            <pc:docMk/>
            <pc:sldMk cId="266482499" sldId="295"/>
            <ac:spMk id="3" creationId="{13A3660D-554A-4FDF-981B-5DF28E40D6A1}"/>
          </ac:spMkLst>
        </pc:spChg>
      </pc:sldChg>
      <pc:sldChg chg="addSp delSp modSp mod ord">
        <pc:chgData name="Sumeet Singh" userId="1524180e-ef14-4c82-9948-525c1bd61650" providerId="ADAL" clId="{56C1294B-A3B4-4A3B-91A6-47573037A5C8}" dt="2020-07-24T22:17:57.157" v="3420" actId="6549"/>
        <pc:sldMkLst>
          <pc:docMk/>
          <pc:sldMk cId="2481694582" sldId="296"/>
        </pc:sldMkLst>
        <pc:spChg chg="mod">
          <ac:chgData name="Sumeet Singh" userId="1524180e-ef14-4c82-9948-525c1bd61650" providerId="ADAL" clId="{56C1294B-A3B4-4A3B-91A6-47573037A5C8}" dt="2020-07-24T18:21:26.289" v="2260" actId="20577"/>
          <ac:spMkLst>
            <pc:docMk/>
            <pc:sldMk cId="2481694582" sldId="296"/>
            <ac:spMk id="2" creationId="{E45F9EDF-2FAE-470F-A526-9BB3C94FCED8}"/>
          </ac:spMkLst>
        </pc:spChg>
        <pc:spChg chg="mod">
          <ac:chgData name="Sumeet Singh" userId="1524180e-ef14-4c82-9948-525c1bd61650" providerId="ADAL" clId="{56C1294B-A3B4-4A3B-91A6-47573037A5C8}" dt="2020-07-20T01:25:53.736" v="1626" actId="1076"/>
          <ac:spMkLst>
            <pc:docMk/>
            <pc:sldMk cId="2481694582" sldId="296"/>
            <ac:spMk id="3" creationId="{34BB3104-ECA6-4040-B5A3-6B23D33C474E}"/>
          </ac:spMkLst>
        </pc:spChg>
        <pc:spChg chg="add del mod">
          <ac:chgData name="Sumeet Singh" userId="1524180e-ef14-4c82-9948-525c1bd61650" providerId="ADAL" clId="{56C1294B-A3B4-4A3B-91A6-47573037A5C8}" dt="2020-07-24T22:17:55.182" v="3419" actId="478"/>
          <ac:spMkLst>
            <pc:docMk/>
            <pc:sldMk cId="2481694582" sldId="296"/>
            <ac:spMk id="6" creationId="{AB0A66B0-E4E7-46BE-B180-0AEAB0C7DC3D}"/>
          </ac:spMkLst>
        </pc:spChg>
        <pc:graphicFrameChg chg="add del mod modGraphic">
          <ac:chgData name="Sumeet Singh" userId="1524180e-ef14-4c82-9948-525c1bd61650" providerId="ADAL" clId="{56C1294B-A3B4-4A3B-91A6-47573037A5C8}" dt="2020-07-24T22:17:57.157" v="3420" actId="6549"/>
          <ac:graphicFrameMkLst>
            <pc:docMk/>
            <pc:sldMk cId="2481694582" sldId="296"/>
            <ac:graphicFrameMk id="4" creationId="{70319016-23EE-4290-BF89-24F1D200C8F6}"/>
          </ac:graphicFrameMkLst>
        </pc:graphicFrameChg>
      </pc:sldChg>
      <pc:sldChg chg="modSp mod">
        <pc:chgData name="Sumeet Singh" userId="1524180e-ef14-4c82-9948-525c1bd61650" providerId="ADAL" clId="{56C1294B-A3B4-4A3B-91A6-47573037A5C8}" dt="2020-07-26T21:40:39.309" v="3659" actId="20577"/>
        <pc:sldMkLst>
          <pc:docMk/>
          <pc:sldMk cId="1717908654" sldId="297"/>
        </pc:sldMkLst>
        <pc:spChg chg="mod">
          <ac:chgData name="Sumeet Singh" userId="1524180e-ef14-4c82-9948-525c1bd61650" providerId="ADAL" clId="{56C1294B-A3B4-4A3B-91A6-47573037A5C8}" dt="2020-07-19T23:54:22.549" v="543" actId="20577"/>
          <ac:spMkLst>
            <pc:docMk/>
            <pc:sldMk cId="1717908654" sldId="297"/>
            <ac:spMk id="2" creationId="{0EC76F1B-A2CD-443F-AD92-B581E2DAAB63}"/>
          </ac:spMkLst>
        </pc:spChg>
        <pc:spChg chg="mod">
          <ac:chgData name="Sumeet Singh" userId="1524180e-ef14-4c82-9948-525c1bd61650" providerId="ADAL" clId="{56C1294B-A3B4-4A3B-91A6-47573037A5C8}" dt="2020-07-26T21:40:39.309" v="3659" actId="20577"/>
          <ac:spMkLst>
            <pc:docMk/>
            <pc:sldMk cId="1717908654" sldId="297"/>
            <ac:spMk id="3" creationId="{377BE731-E95A-491F-A41C-64B326469774}"/>
          </ac:spMkLst>
        </pc:spChg>
      </pc:sldChg>
      <pc:sldChg chg="addSp modSp mod">
        <pc:chgData name="Sumeet Singh" userId="1524180e-ef14-4c82-9948-525c1bd61650" providerId="ADAL" clId="{56C1294B-A3B4-4A3B-91A6-47573037A5C8}" dt="2020-07-19T23:03:36.198" v="429" actId="14100"/>
        <pc:sldMkLst>
          <pc:docMk/>
          <pc:sldMk cId="2258857950" sldId="300"/>
        </pc:sldMkLst>
        <pc:spChg chg="mod">
          <ac:chgData name="Sumeet Singh" userId="1524180e-ef14-4c82-9948-525c1bd61650" providerId="ADAL" clId="{56C1294B-A3B4-4A3B-91A6-47573037A5C8}" dt="2020-07-19T22:17:46.710" v="14" actId="20577"/>
          <ac:spMkLst>
            <pc:docMk/>
            <pc:sldMk cId="2258857950" sldId="300"/>
            <ac:spMk id="2" creationId="{32C13DF6-7D52-490F-901E-294793B53939}"/>
          </ac:spMkLst>
        </pc:spChg>
        <pc:spChg chg="mod">
          <ac:chgData name="Sumeet Singh" userId="1524180e-ef14-4c82-9948-525c1bd61650" providerId="ADAL" clId="{56C1294B-A3B4-4A3B-91A6-47573037A5C8}" dt="2020-07-19T22:16:28.814" v="4" actId="5793"/>
          <ac:spMkLst>
            <pc:docMk/>
            <pc:sldMk cId="2258857950" sldId="300"/>
            <ac:spMk id="3" creationId="{E4AEB8F5-436A-4B83-BD30-CBCBEBA06D80}"/>
          </ac:spMkLst>
        </pc:spChg>
        <pc:picChg chg="add mod">
          <ac:chgData name="Sumeet Singh" userId="1524180e-ef14-4c82-9948-525c1bd61650" providerId="ADAL" clId="{56C1294B-A3B4-4A3B-91A6-47573037A5C8}" dt="2020-07-19T23:03:36.198" v="429" actId="14100"/>
          <ac:picMkLst>
            <pc:docMk/>
            <pc:sldMk cId="2258857950" sldId="300"/>
            <ac:picMk id="4" creationId="{0CAF624C-3B3B-4B0F-BAD2-89C4E9AB1FFC}"/>
          </ac:picMkLst>
        </pc:picChg>
        <pc:picChg chg="add mod">
          <ac:chgData name="Sumeet Singh" userId="1524180e-ef14-4c82-9948-525c1bd61650" providerId="ADAL" clId="{56C1294B-A3B4-4A3B-91A6-47573037A5C8}" dt="2020-07-19T23:03:31.281" v="427" actId="1076"/>
          <ac:picMkLst>
            <pc:docMk/>
            <pc:sldMk cId="2258857950" sldId="300"/>
            <ac:picMk id="5" creationId="{49D8D530-55A6-4441-848C-939D6A8AEE3D}"/>
          </ac:picMkLst>
        </pc:picChg>
      </pc:sldChg>
      <pc:sldChg chg="addSp delSp modSp new mod">
        <pc:chgData name="Sumeet Singh" userId="1524180e-ef14-4c82-9948-525c1bd61650" providerId="ADAL" clId="{56C1294B-A3B4-4A3B-91A6-47573037A5C8}" dt="2020-07-20T01:23:44.935" v="1555" actId="2710"/>
        <pc:sldMkLst>
          <pc:docMk/>
          <pc:sldMk cId="3998041886" sldId="301"/>
        </pc:sldMkLst>
        <pc:spChg chg="mod">
          <ac:chgData name="Sumeet Singh" userId="1524180e-ef14-4c82-9948-525c1bd61650" providerId="ADAL" clId="{56C1294B-A3B4-4A3B-91A6-47573037A5C8}" dt="2020-07-19T22:18:49.560" v="59" actId="20577"/>
          <ac:spMkLst>
            <pc:docMk/>
            <pc:sldMk cId="3998041886" sldId="301"/>
            <ac:spMk id="2" creationId="{E0ACF75E-F97B-4E24-9C63-3CD8A2CFAD3A}"/>
          </ac:spMkLst>
        </pc:spChg>
        <pc:spChg chg="del">
          <ac:chgData name="Sumeet Singh" userId="1524180e-ef14-4c82-9948-525c1bd61650" providerId="ADAL" clId="{56C1294B-A3B4-4A3B-91A6-47573037A5C8}" dt="2020-07-19T22:19:10.128" v="60"/>
          <ac:spMkLst>
            <pc:docMk/>
            <pc:sldMk cId="3998041886" sldId="301"/>
            <ac:spMk id="3" creationId="{E330EA48-DC64-4D4C-9769-0ADD09A797B5}"/>
          </ac:spMkLst>
        </pc:spChg>
        <pc:spChg chg="add del mod">
          <ac:chgData name="Sumeet Singh" userId="1524180e-ef14-4c82-9948-525c1bd61650" providerId="ADAL" clId="{56C1294B-A3B4-4A3B-91A6-47573037A5C8}" dt="2020-07-19T22:20:03.836" v="62" actId="3680"/>
          <ac:spMkLst>
            <pc:docMk/>
            <pc:sldMk cId="3998041886" sldId="301"/>
            <ac:spMk id="6" creationId="{B18C55DD-589B-41CE-BCFE-227C5F557F81}"/>
          </ac:spMkLst>
        </pc:spChg>
        <pc:spChg chg="add del mod">
          <ac:chgData name="Sumeet Singh" userId="1524180e-ef14-4c82-9948-525c1bd61650" providerId="ADAL" clId="{56C1294B-A3B4-4A3B-91A6-47573037A5C8}" dt="2020-07-19T22:30:03.823" v="390"/>
          <ac:spMkLst>
            <pc:docMk/>
            <pc:sldMk cId="3998041886" sldId="301"/>
            <ac:spMk id="9" creationId="{4FD9F993-B010-40BD-8DDB-7FB2633BA176}"/>
          </ac:spMkLst>
        </pc:spChg>
        <pc:graphicFrameChg chg="add del mod">
          <ac:chgData name="Sumeet Singh" userId="1524180e-ef14-4c82-9948-525c1bd61650" providerId="ADAL" clId="{56C1294B-A3B4-4A3B-91A6-47573037A5C8}" dt="2020-07-19T22:19:18.871" v="61" actId="478"/>
          <ac:graphicFrameMkLst>
            <pc:docMk/>
            <pc:sldMk cId="3998041886" sldId="301"/>
            <ac:graphicFrameMk id="4" creationId="{BD9E18CA-B275-46A2-8FBD-AA3369FF4F5C}"/>
          </ac:graphicFrameMkLst>
        </pc:graphicFrameChg>
        <pc:graphicFrameChg chg="add mod ord modGraphic">
          <ac:chgData name="Sumeet Singh" userId="1524180e-ef14-4c82-9948-525c1bd61650" providerId="ADAL" clId="{56C1294B-A3B4-4A3B-91A6-47573037A5C8}" dt="2020-07-20T01:23:44.935" v="1555" actId="2710"/>
          <ac:graphicFrameMkLst>
            <pc:docMk/>
            <pc:sldMk cId="3998041886" sldId="301"/>
            <ac:graphicFrameMk id="7" creationId="{6220287A-2B46-4928-BE55-25756B32454D}"/>
          </ac:graphicFrameMkLst>
        </pc:graphicFrameChg>
      </pc:sldChg>
      <pc:sldChg chg="addSp delSp modSp new mod">
        <pc:chgData name="Sumeet Singh" userId="1524180e-ef14-4c82-9948-525c1bd61650" providerId="ADAL" clId="{56C1294B-A3B4-4A3B-91A6-47573037A5C8}" dt="2020-07-19T23:50:35.225" v="520" actId="108"/>
        <pc:sldMkLst>
          <pc:docMk/>
          <pc:sldMk cId="4293260396" sldId="302"/>
        </pc:sldMkLst>
        <pc:spChg chg="mod">
          <ac:chgData name="Sumeet Singh" userId="1524180e-ef14-4c82-9948-525c1bd61650" providerId="ADAL" clId="{56C1294B-A3B4-4A3B-91A6-47573037A5C8}" dt="2020-07-19T22:29:07.215" v="386" actId="20577"/>
          <ac:spMkLst>
            <pc:docMk/>
            <pc:sldMk cId="4293260396" sldId="302"/>
            <ac:spMk id="2" creationId="{9F6DBFFA-4FA3-41C0-9185-F9A876770D38}"/>
          </ac:spMkLst>
        </pc:spChg>
        <pc:spChg chg="del">
          <ac:chgData name="Sumeet Singh" userId="1524180e-ef14-4c82-9948-525c1bd61650" providerId="ADAL" clId="{56C1294B-A3B4-4A3B-91A6-47573037A5C8}" dt="2020-07-19T23:13:55.791" v="436" actId="22"/>
          <ac:spMkLst>
            <pc:docMk/>
            <pc:sldMk cId="4293260396" sldId="302"/>
            <ac:spMk id="3" creationId="{CF4924E5-E8DE-4F7D-A408-167AE732FCD1}"/>
          </ac:spMkLst>
        </pc:spChg>
        <pc:spChg chg="add del mod">
          <ac:chgData name="Sumeet Singh" userId="1524180e-ef14-4c82-9948-525c1bd61650" providerId="ADAL" clId="{56C1294B-A3B4-4A3B-91A6-47573037A5C8}" dt="2020-07-19T22:30:00.117" v="388"/>
          <ac:spMkLst>
            <pc:docMk/>
            <pc:sldMk cId="4293260396" sldId="302"/>
            <ac:spMk id="4" creationId="{696E3A5F-BF7E-47A9-934D-E56E8779C4CA}"/>
          </ac:spMkLst>
        </pc:spChg>
        <pc:spChg chg="add mod">
          <ac:chgData name="Sumeet Singh" userId="1524180e-ef14-4c82-9948-525c1bd61650" providerId="ADAL" clId="{56C1294B-A3B4-4A3B-91A6-47573037A5C8}" dt="2020-07-19T23:50:15.428" v="518" actId="1076"/>
          <ac:spMkLst>
            <pc:docMk/>
            <pc:sldMk cId="4293260396" sldId="302"/>
            <ac:spMk id="9" creationId="{5463C9EF-1700-4CEB-B268-CA6E534CD1F1}"/>
          </ac:spMkLst>
        </pc:spChg>
        <pc:spChg chg="add mod">
          <ac:chgData name="Sumeet Singh" userId="1524180e-ef14-4c82-9948-525c1bd61650" providerId="ADAL" clId="{56C1294B-A3B4-4A3B-91A6-47573037A5C8}" dt="2020-07-19T23:50:35.225" v="520" actId="108"/>
          <ac:spMkLst>
            <pc:docMk/>
            <pc:sldMk cId="4293260396" sldId="302"/>
            <ac:spMk id="10" creationId="{F3CEA9E5-32B6-4E56-9324-7E24281FE05F}"/>
          </ac:spMkLst>
        </pc:spChg>
        <pc:picChg chg="add mod ord">
          <ac:chgData name="Sumeet Singh" userId="1524180e-ef14-4c82-9948-525c1bd61650" providerId="ADAL" clId="{56C1294B-A3B4-4A3B-91A6-47573037A5C8}" dt="2020-07-19T23:47:15.518" v="448" actId="1076"/>
          <ac:picMkLst>
            <pc:docMk/>
            <pc:sldMk cId="4293260396" sldId="302"/>
            <ac:picMk id="6" creationId="{CE95A30B-332C-4DF8-AFB7-298F562AC3FF}"/>
          </ac:picMkLst>
        </pc:picChg>
        <pc:picChg chg="add mod">
          <ac:chgData name="Sumeet Singh" userId="1524180e-ef14-4c82-9948-525c1bd61650" providerId="ADAL" clId="{56C1294B-A3B4-4A3B-91A6-47573037A5C8}" dt="2020-07-19T23:47:27.069" v="452" actId="1076"/>
          <ac:picMkLst>
            <pc:docMk/>
            <pc:sldMk cId="4293260396" sldId="302"/>
            <ac:picMk id="8" creationId="{A4FDB3BB-F666-4F8C-8667-0B9942B3B9A9}"/>
          </ac:picMkLst>
        </pc:picChg>
      </pc:sldChg>
      <pc:sldChg chg="modSp new mod">
        <pc:chgData name="Sumeet Singh" userId="1524180e-ef14-4c82-9948-525c1bd61650" providerId="ADAL" clId="{56C1294B-A3B4-4A3B-91A6-47573037A5C8}" dt="2020-07-20T00:04:07.341" v="554" actId="20577"/>
        <pc:sldMkLst>
          <pc:docMk/>
          <pc:sldMk cId="1107628859" sldId="303"/>
        </pc:sldMkLst>
        <pc:spChg chg="mod">
          <ac:chgData name="Sumeet Singh" userId="1524180e-ef14-4c82-9948-525c1bd61650" providerId="ADAL" clId="{56C1294B-A3B4-4A3B-91A6-47573037A5C8}" dt="2020-07-20T00:04:07.341" v="554" actId="20577"/>
          <ac:spMkLst>
            <pc:docMk/>
            <pc:sldMk cId="1107628859" sldId="303"/>
            <ac:spMk id="2" creationId="{7F40C40B-C295-49E7-A262-1CA36DB2B355}"/>
          </ac:spMkLst>
        </pc:spChg>
      </pc:sldChg>
      <pc:sldChg chg="new del ord">
        <pc:chgData name="Sumeet Singh" userId="1524180e-ef14-4c82-9948-525c1bd61650" providerId="ADAL" clId="{56C1294B-A3B4-4A3B-91A6-47573037A5C8}" dt="2020-07-19T23:04:21.453" v="435" actId="47"/>
        <pc:sldMkLst>
          <pc:docMk/>
          <pc:sldMk cId="4183578036" sldId="303"/>
        </pc:sldMkLst>
      </pc:sldChg>
      <pc:sldChg chg="modSp add mod">
        <pc:chgData name="Sumeet Singh" userId="1524180e-ef14-4c82-9948-525c1bd61650" providerId="ADAL" clId="{56C1294B-A3B4-4A3B-91A6-47573037A5C8}" dt="2020-07-24T18:17:23.764" v="1929" actId="20577"/>
        <pc:sldMkLst>
          <pc:docMk/>
          <pc:sldMk cId="3260505204" sldId="304"/>
        </pc:sldMkLst>
        <pc:spChg chg="mod">
          <ac:chgData name="Sumeet Singh" userId="1524180e-ef14-4c82-9948-525c1bd61650" providerId="ADAL" clId="{56C1294B-A3B4-4A3B-91A6-47573037A5C8}" dt="2020-07-24T18:17:23.764" v="1929" actId="20577"/>
          <ac:spMkLst>
            <pc:docMk/>
            <pc:sldMk cId="3260505204" sldId="304"/>
            <ac:spMk id="3" creationId="{113BA73B-06BB-4520-8C59-F183E67432F6}"/>
          </ac:spMkLst>
        </pc:spChg>
      </pc:sldChg>
      <pc:sldChg chg="addSp delSp modSp new mod">
        <pc:chgData name="Sumeet Singh" userId="1524180e-ef14-4c82-9948-525c1bd61650" providerId="ADAL" clId="{56C1294B-A3B4-4A3B-91A6-47573037A5C8}" dt="2020-07-24T20:34:08.160" v="3150" actId="1076"/>
        <pc:sldMkLst>
          <pc:docMk/>
          <pc:sldMk cId="3655356910" sldId="305"/>
        </pc:sldMkLst>
        <pc:spChg chg="mod">
          <ac:chgData name="Sumeet Singh" userId="1524180e-ef14-4c82-9948-525c1bd61650" providerId="ADAL" clId="{56C1294B-A3B4-4A3B-91A6-47573037A5C8}" dt="2020-07-24T20:28:53.804" v="3026" actId="20577"/>
          <ac:spMkLst>
            <pc:docMk/>
            <pc:sldMk cId="3655356910" sldId="305"/>
            <ac:spMk id="2" creationId="{9EE5A2FF-7464-4A7C-9227-C21E3AB4ECC8}"/>
          </ac:spMkLst>
        </pc:spChg>
        <pc:spChg chg="del">
          <ac:chgData name="Sumeet Singh" userId="1524180e-ef14-4c82-9948-525c1bd61650" providerId="ADAL" clId="{56C1294B-A3B4-4A3B-91A6-47573037A5C8}" dt="2020-07-24T18:44:23.581" v="2320" actId="22"/>
          <ac:spMkLst>
            <pc:docMk/>
            <pc:sldMk cId="3655356910" sldId="305"/>
            <ac:spMk id="3" creationId="{82F2699B-8BB7-4A84-8163-85B000707741}"/>
          </ac:spMkLst>
        </pc:spChg>
        <pc:spChg chg="add mod">
          <ac:chgData name="Sumeet Singh" userId="1524180e-ef14-4c82-9948-525c1bd61650" providerId="ADAL" clId="{56C1294B-A3B4-4A3B-91A6-47573037A5C8}" dt="2020-07-24T20:34:08.160" v="3150" actId="1076"/>
          <ac:spMkLst>
            <pc:docMk/>
            <pc:sldMk cId="3655356910" sldId="305"/>
            <ac:spMk id="12" creationId="{464D07E4-05C5-4DF0-B977-6C0CCCAC1305}"/>
          </ac:spMkLst>
        </pc:spChg>
        <pc:spChg chg="add mod">
          <ac:chgData name="Sumeet Singh" userId="1524180e-ef14-4c82-9948-525c1bd61650" providerId="ADAL" clId="{56C1294B-A3B4-4A3B-91A6-47573037A5C8}" dt="2020-07-24T20:34:05.220" v="3149" actId="1076"/>
          <ac:spMkLst>
            <pc:docMk/>
            <pc:sldMk cId="3655356910" sldId="305"/>
            <ac:spMk id="13" creationId="{58068EDB-F19C-4C58-96BE-088CC44A10AE}"/>
          </ac:spMkLst>
        </pc:spChg>
        <pc:picChg chg="add mod ord">
          <ac:chgData name="Sumeet Singh" userId="1524180e-ef14-4c82-9948-525c1bd61650" providerId="ADAL" clId="{56C1294B-A3B4-4A3B-91A6-47573037A5C8}" dt="2020-07-24T20:32:48.732" v="3078" actId="1076"/>
          <ac:picMkLst>
            <pc:docMk/>
            <pc:sldMk cId="3655356910" sldId="305"/>
            <ac:picMk id="5" creationId="{8132A9FF-30BB-49D0-ADD9-FDC66D52D839}"/>
          </ac:picMkLst>
        </pc:picChg>
        <pc:picChg chg="add mod">
          <ac:chgData name="Sumeet Singh" userId="1524180e-ef14-4c82-9948-525c1bd61650" providerId="ADAL" clId="{56C1294B-A3B4-4A3B-91A6-47573037A5C8}" dt="2020-07-24T20:29:46.131" v="3039" actId="1076"/>
          <ac:picMkLst>
            <pc:docMk/>
            <pc:sldMk cId="3655356910" sldId="305"/>
            <ac:picMk id="7" creationId="{52CF7F97-626E-4E00-B87F-25EEE33EEE49}"/>
          </ac:picMkLst>
        </pc:picChg>
        <pc:picChg chg="add mod">
          <ac:chgData name="Sumeet Singh" userId="1524180e-ef14-4c82-9948-525c1bd61650" providerId="ADAL" clId="{56C1294B-A3B4-4A3B-91A6-47573037A5C8}" dt="2020-07-24T20:29:57.001" v="3042" actId="14100"/>
          <ac:picMkLst>
            <pc:docMk/>
            <pc:sldMk cId="3655356910" sldId="305"/>
            <ac:picMk id="9" creationId="{B57AA1C3-59F2-4FFC-B226-C14DE802467E}"/>
          </ac:picMkLst>
        </pc:picChg>
        <pc:picChg chg="add mod">
          <ac:chgData name="Sumeet Singh" userId="1524180e-ef14-4c82-9948-525c1bd61650" providerId="ADAL" clId="{56C1294B-A3B4-4A3B-91A6-47573037A5C8}" dt="2020-07-24T20:32:47.246" v="3077" actId="1076"/>
          <ac:picMkLst>
            <pc:docMk/>
            <pc:sldMk cId="3655356910" sldId="305"/>
            <ac:picMk id="11" creationId="{E7C24BAA-880A-42AB-BB50-B9FA7DE01EA2}"/>
          </ac:picMkLst>
        </pc:picChg>
      </pc:sldChg>
      <pc:sldChg chg="modSp new mod">
        <pc:chgData name="Sumeet Singh" userId="1524180e-ef14-4c82-9948-525c1bd61650" providerId="ADAL" clId="{56C1294B-A3B4-4A3B-91A6-47573037A5C8}" dt="2020-07-24T20:15:55.888" v="2849" actId="20577"/>
        <pc:sldMkLst>
          <pc:docMk/>
          <pc:sldMk cId="788408369" sldId="306"/>
        </pc:sldMkLst>
        <pc:spChg chg="mod">
          <ac:chgData name="Sumeet Singh" userId="1524180e-ef14-4c82-9948-525c1bd61650" providerId="ADAL" clId="{56C1294B-A3B4-4A3B-91A6-47573037A5C8}" dt="2020-07-24T18:05:19.234" v="1651" actId="20577"/>
          <ac:spMkLst>
            <pc:docMk/>
            <pc:sldMk cId="788408369" sldId="306"/>
            <ac:spMk id="2" creationId="{F5AB6102-07F2-4803-8009-FEA8970ADA7D}"/>
          </ac:spMkLst>
        </pc:spChg>
        <pc:spChg chg="mod">
          <ac:chgData name="Sumeet Singh" userId="1524180e-ef14-4c82-9948-525c1bd61650" providerId="ADAL" clId="{56C1294B-A3B4-4A3B-91A6-47573037A5C8}" dt="2020-07-24T20:15:55.888" v="2849" actId="20577"/>
          <ac:spMkLst>
            <pc:docMk/>
            <pc:sldMk cId="788408369" sldId="306"/>
            <ac:spMk id="3" creationId="{DE7B8916-5D78-4F19-A791-D68B11902657}"/>
          </ac:spMkLst>
        </pc:spChg>
      </pc:sldChg>
      <pc:sldChg chg="addSp modSp new mod">
        <pc:chgData name="Sumeet Singh" userId="1524180e-ef14-4c82-9948-525c1bd61650" providerId="ADAL" clId="{56C1294B-A3B4-4A3B-91A6-47573037A5C8}" dt="2020-07-24T20:18:55.687" v="2979" actId="207"/>
        <pc:sldMkLst>
          <pc:docMk/>
          <pc:sldMk cId="583814876" sldId="307"/>
        </pc:sldMkLst>
        <pc:spChg chg="mod">
          <ac:chgData name="Sumeet Singh" userId="1524180e-ef14-4c82-9948-525c1bd61650" providerId="ADAL" clId="{56C1294B-A3B4-4A3B-91A6-47573037A5C8}" dt="2020-07-24T18:20:33.343" v="2222" actId="20577"/>
          <ac:spMkLst>
            <pc:docMk/>
            <pc:sldMk cId="583814876" sldId="307"/>
            <ac:spMk id="2" creationId="{2AE0820E-942C-42EB-9A69-465DC7CD359C}"/>
          </ac:spMkLst>
        </pc:spChg>
        <pc:spChg chg="mod">
          <ac:chgData name="Sumeet Singh" userId="1524180e-ef14-4c82-9948-525c1bd61650" providerId="ADAL" clId="{56C1294B-A3B4-4A3B-91A6-47573037A5C8}" dt="2020-07-24T18:20:45.741" v="2258" actId="5793"/>
          <ac:spMkLst>
            <pc:docMk/>
            <pc:sldMk cId="583814876" sldId="307"/>
            <ac:spMk id="3" creationId="{1C7D7AEC-78A9-4B2C-9C00-E99E7EDDFC65}"/>
          </ac:spMkLst>
        </pc:spChg>
        <pc:spChg chg="add mod">
          <ac:chgData name="Sumeet Singh" userId="1524180e-ef14-4c82-9948-525c1bd61650" providerId="ADAL" clId="{56C1294B-A3B4-4A3B-91A6-47573037A5C8}" dt="2020-07-24T20:18:51.954" v="2978" actId="207"/>
          <ac:spMkLst>
            <pc:docMk/>
            <pc:sldMk cId="583814876" sldId="307"/>
            <ac:spMk id="7" creationId="{A8B3597D-AEC8-467A-A4B3-9B722AE65C73}"/>
          </ac:spMkLst>
        </pc:spChg>
        <pc:spChg chg="add mod">
          <ac:chgData name="Sumeet Singh" userId="1524180e-ef14-4c82-9948-525c1bd61650" providerId="ADAL" clId="{56C1294B-A3B4-4A3B-91A6-47573037A5C8}" dt="2020-07-24T20:18:47.478" v="2977" actId="207"/>
          <ac:spMkLst>
            <pc:docMk/>
            <pc:sldMk cId="583814876" sldId="307"/>
            <ac:spMk id="9" creationId="{FD33FEEA-F8F7-4F5F-A3B4-2A3F1FE51A7C}"/>
          </ac:spMkLst>
        </pc:spChg>
        <pc:spChg chg="add mod">
          <ac:chgData name="Sumeet Singh" userId="1524180e-ef14-4c82-9948-525c1bd61650" providerId="ADAL" clId="{56C1294B-A3B4-4A3B-91A6-47573037A5C8}" dt="2020-07-24T20:18:55.687" v="2979" actId="207"/>
          <ac:spMkLst>
            <pc:docMk/>
            <pc:sldMk cId="583814876" sldId="307"/>
            <ac:spMk id="10" creationId="{E9050AA3-C1E6-4A1D-8BD3-791818A8FA1E}"/>
          </ac:spMkLst>
        </pc:spChg>
        <pc:picChg chg="add mod">
          <ac:chgData name="Sumeet Singh" userId="1524180e-ef14-4c82-9948-525c1bd61650" providerId="ADAL" clId="{56C1294B-A3B4-4A3B-91A6-47573037A5C8}" dt="2020-07-24T20:16:47.378" v="2866" actId="1076"/>
          <ac:picMkLst>
            <pc:docMk/>
            <pc:sldMk cId="583814876" sldId="307"/>
            <ac:picMk id="4" creationId="{157C6147-A37A-4FCE-B93A-CE8AD88A044A}"/>
          </ac:picMkLst>
        </pc:picChg>
        <pc:picChg chg="mod">
          <ac:chgData name="Sumeet Singh" userId="1524180e-ef14-4c82-9948-525c1bd61650" providerId="ADAL" clId="{56C1294B-A3B4-4A3B-91A6-47573037A5C8}" dt="2020-07-24T20:17:14.679" v="2871" actId="1076"/>
          <ac:picMkLst>
            <pc:docMk/>
            <pc:sldMk cId="583814876" sldId="307"/>
            <ac:picMk id="6" creationId="{DA907F66-40E8-4274-912F-39CDD9F78FED}"/>
          </ac:picMkLst>
        </pc:picChg>
        <pc:picChg chg="mod">
          <ac:chgData name="Sumeet Singh" userId="1524180e-ef14-4c82-9948-525c1bd61650" providerId="ADAL" clId="{56C1294B-A3B4-4A3B-91A6-47573037A5C8}" dt="2020-07-24T20:16:44.988" v="2865" actId="1076"/>
          <ac:picMkLst>
            <pc:docMk/>
            <pc:sldMk cId="583814876" sldId="307"/>
            <ac:picMk id="8" creationId="{D2DC22C2-F230-472E-9856-273790B296F3}"/>
          </ac:picMkLst>
        </pc:picChg>
      </pc:sldChg>
      <pc:sldChg chg="modSp new mod">
        <pc:chgData name="Sumeet Singh" userId="1524180e-ef14-4c82-9948-525c1bd61650" providerId="ADAL" clId="{56C1294B-A3B4-4A3B-91A6-47573037A5C8}" dt="2020-07-24T21:29:42.680" v="3282" actId="207"/>
        <pc:sldMkLst>
          <pc:docMk/>
          <pc:sldMk cId="629397055" sldId="308"/>
        </pc:sldMkLst>
        <pc:spChg chg="mod">
          <ac:chgData name="Sumeet Singh" userId="1524180e-ef14-4c82-9948-525c1bd61650" providerId="ADAL" clId="{56C1294B-A3B4-4A3B-91A6-47573037A5C8}" dt="2020-07-24T19:32:51.822" v="2500" actId="20577"/>
          <ac:spMkLst>
            <pc:docMk/>
            <pc:sldMk cId="629397055" sldId="308"/>
            <ac:spMk id="2" creationId="{0CF9949B-C82B-4323-82E0-B402B8BE017F}"/>
          </ac:spMkLst>
        </pc:spChg>
        <pc:spChg chg="mod">
          <ac:chgData name="Sumeet Singh" userId="1524180e-ef14-4c82-9948-525c1bd61650" providerId="ADAL" clId="{56C1294B-A3B4-4A3B-91A6-47573037A5C8}" dt="2020-07-24T21:29:42.680" v="3282" actId="207"/>
          <ac:spMkLst>
            <pc:docMk/>
            <pc:sldMk cId="629397055" sldId="308"/>
            <ac:spMk id="3" creationId="{0FB68185-DD3F-45A9-A973-37D09059493E}"/>
          </ac:spMkLst>
        </pc:spChg>
      </pc:sldChg>
      <pc:sldChg chg="addSp delSp modSp new mod">
        <pc:chgData name="Sumeet Singh" userId="1524180e-ef14-4c82-9948-525c1bd61650" providerId="ADAL" clId="{56C1294B-A3B4-4A3B-91A6-47573037A5C8}" dt="2020-08-05T19:26:57.284" v="5747" actId="20577"/>
        <pc:sldMkLst>
          <pc:docMk/>
          <pc:sldMk cId="3150217421" sldId="309"/>
        </pc:sldMkLst>
        <pc:spChg chg="mod">
          <ac:chgData name="Sumeet Singh" userId="1524180e-ef14-4c82-9948-525c1bd61650" providerId="ADAL" clId="{56C1294B-A3B4-4A3B-91A6-47573037A5C8}" dt="2020-08-05T19:26:57.284" v="5747" actId="20577"/>
          <ac:spMkLst>
            <pc:docMk/>
            <pc:sldMk cId="3150217421" sldId="309"/>
            <ac:spMk id="2" creationId="{C8C15EFE-F395-484C-ABC9-130E3775404C}"/>
          </ac:spMkLst>
        </pc:spChg>
        <pc:spChg chg="del">
          <ac:chgData name="Sumeet Singh" userId="1524180e-ef14-4c82-9948-525c1bd61650" providerId="ADAL" clId="{56C1294B-A3B4-4A3B-91A6-47573037A5C8}" dt="2020-07-24T19:37:22.538" v="2812"/>
          <ac:spMkLst>
            <pc:docMk/>
            <pc:sldMk cId="3150217421" sldId="309"/>
            <ac:spMk id="3" creationId="{4F9B60FD-F8CC-4B79-882E-306723302BA6}"/>
          </ac:spMkLst>
        </pc:spChg>
        <pc:spChg chg="add mod">
          <ac:chgData name="Sumeet Singh" userId="1524180e-ef14-4c82-9948-525c1bd61650" providerId="ADAL" clId="{56C1294B-A3B4-4A3B-91A6-47573037A5C8}" dt="2020-07-24T20:34:42.432" v="3166" actId="20577"/>
          <ac:spMkLst>
            <pc:docMk/>
            <pc:sldMk cId="3150217421" sldId="309"/>
            <ac:spMk id="10" creationId="{2DE4090B-AF15-426B-8028-3D169D64ED8D}"/>
          </ac:spMkLst>
        </pc:spChg>
        <pc:spChg chg="add mod">
          <ac:chgData name="Sumeet Singh" userId="1524180e-ef14-4c82-9948-525c1bd61650" providerId="ADAL" clId="{56C1294B-A3B4-4A3B-91A6-47573037A5C8}" dt="2020-07-24T20:35:07.761" v="3215" actId="20577"/>
          <ac:spMkLst>
            <pc:docMk/>
            <pc:sldMk cId="3150217421" sldId="309"/>
            <ac:spMk id="11" creationId="{5FFB42DA-D622-4C3F-8DB9-91919C32D3CA}"/>
          </ac:spMkLst>
        </pc:spChg>
        <pc:picChg chg="add mod">
          <ac:chgData name="Sumeet Singh" userId="1524180e-ef14-4c82-9948-525c1bd61650" providerId="ADAL" clId="{56C1294B-A3B4-4A3B-91A6-47573037A5C8}" dt="2020-07-24T20:32:24.180" v="3074" actId="1076"/>
          <ac:picMkLst>
            <pc:docMk/>
            <pc:sldMk cId="3150217421" sldId="309"/>
            <ac:picMk id="4" creationId="{7196603D-95D1-4354-9EC6-FB0A318BEF55}"/>
          </ac:picMkLst>
        </pc:picChg>
        <pc:picChg chg="add mod">
          <ac:chgData name="Sumeet Singh" userId="1524180e-ef14-4c82-9948-525c1bd61650" providerId="ADAL" clId="{56C1294B-A3B4-4A3B-91A6-47573037A5C8}" dt="2020-07-24T20:32:39.951" v="3076" actId="1076"/>
          <ac:picMkLst>
            <pc:docMk/>
            <pc:sldMk cId="3150217421" sldId="309"/>
            <ac:picMk id="6" creationId="{8CBCE699-920B-44BA-A644-80AF5CCE239E}"/>
          </ac:picMkLst>
        </pc:picChg>
        <pc:picChg chg="add mod">
          <ac:chgData name="Sumeet Singh" userId="1524180e-ef14-4c82-9948-525c1bd61650" providerId="ADAL" clId="{56C1294B-A3B4-4A3B-91A6-47573037A5C8}" dt="2020-07-24T20:32:05.101" v="3073" actId="1076"/>
          <ac:picMkLst>
            <pc:docMk/>
            <pc:sldMk cId="3150217421" sldId="309"/>
            <ac:picMk id="7" creationId="{34C79B26-F8B6-48CE-AD8E-7A557FF68B84}"/>
          </ac:picMkLst>
        </pc:picChg>
        <pc:picChg chg="add mod">
          <ac:chgData name="Sumeet Singh" userId="1524180e-ef14-4c82-9948-525c1bd61650" providerId="ADAL" clId="{56C1294B-A3B4-4A3B-91A6-47573037A5C8}" dt="2020-07-24T20:32:26.316" v="3075" actId="1076"/>
          <ac:picMkLst>
            <pc:docMk/>
            <pc:sldMk cId="3150217421" sldId="309"/>
            <ac:picMk id="9" creationId="{E872F2E0-2E22-4FDD-8ED4-F75B0F89C0C0}"/>
          </ac:picMkLst>
        </pc:picChg>
      </pc:sldChg>
      <pc:sldChg chg="addSp delSp modSp new mod setBg">
        <pc:chgData name="Sumeet Singh" userId="1524180e-ef14-4c82-9948-525c1bd61650" providerId="ADAL" clId="{56C1294B-A3B4-4A3B-91A6-47573037A5C8}" dt="2020-08-05T19:28:01.174" v="5758" actId="20577"/>
        <pc:sldMkLst>
          <pc:docMk/>
          <pc:sldMk cId="2174800454" sldId="310"/>
        </pc:sldMkLst>
        <pc:spChg chg="mod">
          <ac:chgData name="Sumeet Singh" userId="1524180e-ef14-4c82-9948-525c1bd61650" providerId="ADAL" clId="{56C1294B-A3B4-4A3B-91A6-47573037A5C8}" dt="2020-08-05T19:28:01.174" v="5758" actId="20577"/>
          <ac:spMkLst>
            <pc:docMk/>
            <pc:sldMk cId="2174800454" sldId="310"/>
            <ac:spMk id="2" creationId="{AB670B7E-C26C-4634-9BD8-C4BC2E47F031}"/>
          </ac:spMkLst>
        </pc:spChg>
        <pc:spChg chg="del">
          <ac:chgData name="Sumeet Singh" userId="1524180e-ef14-4c82-9948-525c1bd61650" providerId="ADAL" clId="{56C1294B-A3B4-4A3B-91A6-47573037A5C8}" dt="2020-07-26T19:43:15.072" v="3421"/>
          <ac:spMkLst>
            <pc:docMk/>
            <pc:sldMk cId="2174800454" sldId="310"/>
            <ac:spMk id="3" creationId="{BA303CC1-7364-4830-BDCF-EC5AF077C957}"/>
          </ac:spMkLst>
        </pc:spChg>
        <pc:spChg chg="add mod">
          <ac:chgData name="Sumeet Singh" userId="1524180e-ef14-4c82-9948-525c1bd61650" providerId="ADAL" clId="{56C1294B-A3B4-4A3B-91A6-47573037A5C8}" dt="2020-07-26T19:53:33.755" v="3596" actId="20577"/>
          <ac:spMkLst>
            <pc:docMk/>
            <pc:sldMk cId="2174800454" sldId="310"/>
            <ac:spMk id="28" creationId="{BD88921E-9F35-47B5-A45A-7C452B6A228B}"/>
          </ac:spMkLst>
        </pc:spChg>
        <pc:spChg chg="add mod">
          <ac:chgData name="Sumeet Singh" userId="1524180e-ef14-4c82-9948-525c1bd61650" providerId="ADAL" clId="{56C1294B-A3B4-4A3B-91A6-47573037A5C8}" dt="2020-07-26T19:53:46.928" v="3618" actId="20577"/>
          <ac:spMkLst>
            <pc:docMk/>
            <pc:sldMk cId="2174800454" sldId="310"/>
            <ac:spMk id="29" creationId="{C87D520E-9EC1-42FB-B5BF-4C5906CE92ED}"/>
          </ac:spMkLst>
        </pc:spChg>
        <pc:picChg chg="add mod">
          <ac:chgData name="Sumeet Singh" userId="1524180e-ef14-4c82-9948-525c1bd61650" providerId="ADAL" clId="{56C1294B-A3B4-4A3B-91A6-47573037A5C8}" dt="2020-07-26T19:52:02.994" v="3572" actId="1076"/>
          <ac:picMkLst>
            <pc:docMk/>
            <pc:sldMk cId="2174800454" sldId="310"/>
            <ac:picMk id="5" creationId="{F9BBC786-5B63-45F9-8897-3857122BA352}"/>
          </ac:picMkLst>
        </pc:picChg>
        <pc:picChg chg="add mod">
          <ac:chgData name="Sumeet Singh" userId="1524180e-ef14-4c82-9948-525c1bd61650" providerId="ADAL" clId="{56C1294B-A3B4-4A3B-91A6-47573037A5C8}" dt="2020-07-26T19:51:54.573" v="3570" actId="1076"/>
          <ac:picMkLst>
            <pc:docMk/>
            <pc:sldMk cId="2174800454" sldId="310"/>
            <ac:picMk id="7" creationId="{17F5939C-DFA6-47AD-940A-F11B6D382222}"/>
          </ac:picMkLst>
        </pc:picChg>
        <pc:picChg chg="add mod">
          <ac:chgData name="Sumeet Singh" userId="1524180e-ef14-4c82-9948-525c1bd61650" providerId="ADAL" clId="{56C1294B-A3B4-4A3B-91A6-47573037A5C8}" dt="2020-08-05T19:27:38.891" v="5748" actId="1076"/>
          <ac:picMkLst>
            <pc:docMk/>
            <pc:sldMk cId="2174800454" sldId="310"/>
            <ac:picMk id="9" creationId="{71F31895-F73A-4B41-8137-F128C35E8660}"/>
          </ac:picMkLst>
        </pc:picChg>
        <pc:picChg chg="add mod">
          <ac:chgData name="Sumeet Singh" userId="1524180e-ef14-4c82-9948-525c1bd61650" providerId="ADAL" clId="{56C1294B-A3B4-4A3B-91A6-47573037A5C8}" dt="2020-07-26T19:51:40.018" v="3566" actId="1076"/>
          <ac:picMkLst>
            <pc:docMk/>
            <pc:sldMk cId="2174800454" sldId="310"/>
            <ac:picMk id="11" creationId="{214FD789-A64E-4740-B38D-D8CC7320EC77}"/>
          </ac:picMkLst>
        </pc:picChg>
        <pc:picChg chg="add mod">
          <ac:chgData name="Sumeet Singh" userId="1524180e-ef14-4c82-9948-525c1bd61650" providerId="ADAL" clId="{56C1294B-A3B4-4A3B-91A6-47573037A5C8}" dt="2020-07-26T19:51:44.031" v="3567" actId="1076"/>
          <ac:picMkLst>
            <pc:docMk/>
            <pc:sldMk cId="2174800454" sldId="310"/>
            <ac:picMk id="13" creationId="{DEE51526-6DC7-4BEC-891A-E9A6507AC9DC}"/>
          </ac:picMkLst>
        </pc:picChg>
        <pc:picChg chg="add mod">
          <ac:chgData name="Sumeet Singh" userId="1524180e-ef14-4c82-9948-525c1bd61650" providerId="ADAL" clId="{56C1294B-A3B4-4A3B-91A6-47573037A5C8}" dt="2020-07-26T19:51:47.730" v="3568" actId="1076"/>
          <ac:picMkLst>
            <pc:docMk/>
            <pc:sldMk cId="2174800454" sldId="310"/>
            <ac:picMk id="15" creationId="{3E383534-BA30-40FF-814E-5908F7648C9E}"/>
          </ac:picMkLst>
        </pc:picChg>
        <pc:picChg chg="add mod">
          <ac:chgData name="Sumeet Singh" userId="1524180e-ef14-4c82-9948-525c1bd61650" providerId="ADAL" clId="{56C1294B-A3B4-4A3B-91A6-47573037A5C8}" dt="2020-07-26T19:49:19.248" v="3538" actId="1076"/>
          <ac:picMkLst>
            <pc:docMk/>
            <pc:sldMk cId="2174800454" sldId="310"/>
            <ac:picMk id="17" creationId="{0F92AB3E-ADA8-42E7-BAA3-FBFA51EB504C}"/>
          </ac:picMkLst>
        </pc:picChg>
        <pc:picChg chg="add mod">
          <ac:chgData name="Sumeet Singh" userId="1524180e-ef14-4c82-9948-525c1bd61650" providerId="ADAL" clId="{56C1294B-A3B4-4A3B-91A6-47573037A5C8}" dt="2020-08-05T19:27:47.188" v="5749" actId="1076"/>
          <ac:picMkLst>
            <pc:docMk/>
            <pc:sldMk cId="2174800454" sldId="310"/>
            <ac:picMk id="19" creationId="{AB1BF2FD-10EE-4C63-BE51-810D6358320D}"/>
          </ac:picMkLst>
        </pc:picChg>
        <pc:picChg chg="add mod">
          <ac:chgData name="Sumeet Singh" userId="1524180e-ef14-4c82-9948-525c1bd61650" providerId="ADAL" clId="{56C1294B-A3B4-4A3B-91A6-47573037A5C8}" dt="2020-07-26T19:51:16.449" v="3561" actId="14100"/>
          <ac:picMkLst>
            <pc:docMk/>
            <pc:sldMk cId="2174800454" sldId="310"/>
            <ac:picMk id="21" creationId="{2C3F947A-F510-4FD0-945D-7189E6725552}"/>
          </ac:picMkLst>
        </pc:picChg>
        <pc:picChg chg="add mod">
          <ac:chgData name="Sumeet Singh" userId="1524180e-ef14-4c82-9948-525c1bd61650" providerId="ADAL" clId="{56C1294B-A3B4-4A3B-91A6-47573037A5C8}" dt="2020-07-26T19:50:33.819" v="3553" actId="14100"/>
          <ac:picMkLst>
            <pc:docMk/>
            <pc:sldMk cId="2174800454" sldId="310"/>
            <ac:picMk id="23" creationId="{F85B33FD-9C8F-4C76-9562-08714279BD24}"/>
          </ac:picMkLst>
        </pc:picChg>
        <pc:picChg chg="add mod">
          <ac:chgData name="Sumeet Singh" userId="1524180e-ef14-4c82-9948-525c1bd61650" providerId="ADAL" clId="{56C1294B-A3B4-4A3B-91A6-47573037A5C8}" dt="2020-07-26T19:51:33.543" v="3565" actId="14100"/>
          <ac:picMkLst>
            <pc:docMk/>
            <pc:sldMk cId="2174800454" sldId="310"/>
            <ac:picMk id="25" creationId="{437EA741-F396-4FB5-93C8-D6CFD4658883}"/>
          </ac:picMkLst>
        </pc:picChg>
        <pc:picChg chg="add mod">
          <ac:chgData name="Sumeet Singh" userId="1524180e-ef14-4c82-9948-525c1bd61650" providerId="ADAL" clId="{56C1294B-A3B4-4A3B-91A6-47573037A5C8}" dt="2020-07-26T19:49:00.745" v="3533" actId="1076"/>
          <ac:picMkLst>
            <pc:docMk/>
            <pc:sldMk cId="2174800454" sldId="310"/>
            <ac:picMk id="27" creationId="{51EFFA70-06AD-4B51-AD2E-84A612089BE4}"/>
          </ac:picMkLst>
        </pc:picChg>
      </pc:sldChg>
      <pc:sldChg chg="addSp delSp modSp new mod">
        <pc:chgData name="Sumeet Singh" userId="1524180e-ef14-4c82-9948-525c1bd61650" providerId="ADAL" clId="{56C1294B-A3B4-4A3B-91A6-47573037A5C8}" dt="2020-08-05T19:34:57.158" v="5771" actId="20577"/>
        <pc:sldMkLst>
          <pc:docMk/>
          <pc:sldMk cId="1911123525" sldId="311"/>
        </pc:sldMkLst>
        <pc:spChg chg="mod">
          <ac:chgData name="Sumeet Singh" userId="1524180e-ef14-4c82-9948-525c1bd61650" providerId="ADAL" clId="{56C1294B-A3B4-4A3B-91A6-47573037A5C8}" dt="2020-07-24T21:20:51.148" v="3281" actId="20577"/>
          <ac:spMkLst>
            <pc:docMk/>
            <pc:sldMk cId="1911123525" sldId="311"/>
            <ac:spMk id="2" creationId="{E3030CCC-0D08-4D09-8E30-A5AB0A80A8F5}"/>
          </ac:spMkLst>
        </pc:spChg>
        <pc:spChg chg="del mod">
          <ac:chgData name="Sumeet Singh" userId="1524180e-ef14-4c82-9948-525c1bd61650" providerId="ADAL" clId="{56C1294B-A3B4-4A3B-91A6-47573037A5C8}" dt="2020-07-24T21:31:07.975" v="3295" actId="3680"/>
          <ac:spMkLst>
            <pc:docMk/>
            <pc:sldMk cId="1911123525" sldId="311"/>
            <ac:spMk id="3" creationId="{24891773-0939-46DB-A7AA-07805CEAC04F}"/>
          </ac:spMkLst>
        </pc:spChg>
        <pc:spChg chg="mod">
          <ac:chgData name="Sumeet Singh" userId="1524180e-ef14-4c82-9948-525c1bd61650" providerId="ADAL" clId="{56C1294B-A3B4-4A3B-91A6-47573037A5C8}" dt="2020-08-05T19:34:57.158" v="5771" actId="20577"/>
          <ac:spMkLst>
            <pc:docMk/>
            <pc:sldMk cId="1911123525" sldId="311"/>
            <ac:spMk id="5" creationId="{A97B70D1-F8EA-4240-A269-6DCB5C0A8654}"/>
          </ac:spMkLst>
        </pc:spChg>
        <pc:graphicFrameChg chg="add mod ord modGraphic">
          <ac:chgData name="Sumeet Singh" userId="1524180e-ef14-4c82-9948-525c1bd61650" providerId="ADAL" clId="{56C1294B-A3B4-4A3B-91A6-47573037A5C8}" dt="2020-07-29T17:08:29.117" v="4084" actId="20577"/>
          <ac:graphicFrameMkLst>
            <pc:docMk/>
            <pc:sldMk cId="1911123525" sldId="311"/>
            <ac:graphicFrameMk id="4" creationId="{72E74CDB-DD63-45B3-807C-834DBD823A76}"/>
          </ac:graphicFrameMkLst>
        </pc:graphicFrameChg>
      </pc:sldChg>
      <pc:sldChg chg="modSp new mod">
        <pc:chgData name="Sumeet Singh" userId="1524180e-ef14-4c82-9948-525c1bd61650" providerId="ADAL" clId="{56C1294B-A3B4-4A3B-91A6-47573037A5C8}" dt="2020-07-29T17:42:34.206" v="5165" actId="20577"/>
        <pc:sldMkLst>
          <pc:docMk/>
          <pc:sldMk cId="1813303340" sldId="312"/>
        </pc:sldMkLst>
        <pc:spChg chg="mod">
          <ac:chgData name="Sumeet Singh" userId="1524180e-ef14-4c82-9948-525c1bd61650" providerId="ADAL" clId="{56C1294B-A3B4-4A3B-91A6-47573037A5C8}" dt="2020-07-24T22:17:04.481" v="3414" actId="20577"/>
          <ac:spMkLst>
            <pc:docMk/>
            <pc:sldMk cId="1813303340" sldId="312"/>
            <ac:spMk id="2" creationId="{E526FE11-224C-4357-82A3-B753DF0A2D31}"/>
          </ac:spMkLst>
        </pc:spChg>
        <pc:spChg chg="mod">
          <ac:chgData name="Sumeet Singh" userId="1524180e-ef14-4c82-9948-525c1bd61650" providerId="ADAL" clId="{56C1294B-A3B4-4A3B-91A6-47573037A5C8}" dt="2020-07-29T17:42:34.206" v="5165" actId="20577"/>
          <ac:spMkLst>
            <pc:docMk/>
            <pc:sldMk cId="1813303340" sldId="312"/>
            <ac:spMk id="3" creationId="{98494B60-5A98-4F06-B132-FC7CC60F8688}"/>
          </ac:spMkLst>
        </pc:spChg>
      </pc:sldChg>
      <pc:sldChg chg="addSp delSp modSp new mod ord">
        <pc:chgData name="Sumeet Singh" userId="1524180e-ef14-4c82-9948-525c1bd61650" providerId="ADAL" clId="{56C1294B-A3B4-4A3B-91A6-47573037A5C8}" dt="2020-07-29T17:34:14.831" v="4394" actId="20577"/>
        <pc:sldMkLst>
          <pc:docMk/>
          <pc:sldMk cId="3234030305" sldId="317"/>
        </pc:sldMkLst>
        <pc:spChg chg="mod">
          <ac:chgData name="Sumeet Singh" userId="1524180e-ef14-4c82-9948-525c1bd61650" providerId="ADAL" clId="{56C1294B-A3B4-4A3B-91A6-47573037A5C8}" dt="2020-07-29T16:58:27.169" v="3714" actId="20577"/>
          <ac:spMkLst>
            <pc:docMk/>
            <pc:sldMk cId="3234030305" sldId="317"/>
            <ac:spMk id="2" creationId="{C1CE87F9-939C-45C1-9631-4FACE922F742}"/>
          </ac:spMkLst>
        </pc:spChg>
        <pc:spChg chg="mod">
          <ac:chgData name="Sumeet Singh" userId="1524180e-ef14-4c82-9948-525c1bd61650" providerId="ADAL" clId="{56C1294B-A3B4-4A3B-91A6-47573037A5C8}" dt="2020-07-29T17:34:14.831" v="4394" actId="20577"/>
          <ac:spMkLst>
            <pc:docMk/>
            <pc:sldMk cId="3234030305" sldId="317"/>
            <ac:spMk id="3" creationId="{3E9A4438-200A-4169-9C2F-C95DB5505CB5}"/>
          </ac:spMkLst>
        </pc:spChg>
        <pc:picChg chg="add del mod">
          <ac:chgData name="Sumeet Singh" userId="1524180e-ef14-4c82-9948-525c1bd61650" providerId="ADAL" clId="{56C1294B-A3B4-4A3B-91A6-47573037A5C8}" dt="2020-07-29T17:01:12.923" v="3904" actId="478"/>
          <ac:picMkLst>
            <pc:docMk/>
            <pc:sldMk cId="3234030305" sldId="317"/>
            <ac:picMk id="5" creationId="{B383BB15-A4DE-45DD-A460-4A81B2C30D3F}"/>
          </ac:picMkLst>
        </pc:picChg>
        <pc:picChg chg="add mod">
          <ac:chgData name="Sumeet Singh" userId="1524180e-ef14-4c82-9948-525c1bd61650" providerId="ADAL" clId="{56C1294B-A3B4-4A3B-91A6-47573037A5C8}" dt="2020-07-29T17:02:56.195" v="3917" actId="1076"/>
          <ac:picMkLst>
            <pc:docMk/>
            <pc:sldMk cId="3234030305" sldId="317"/>
            <ac:picMk id="7" creationId="{38E46253-809B-4F2F-8175-74E4CA8D631F}"/>
          </ac:picMkLst>
        </pc:picChg>
        <pc:picChg chg="add mod">
          <ac:chgData name="Sumeet Singh" userId="1524180e-ef14-4c82-9948-525c1bd61650" providerId="ADAL" clId="{56C1294B-A3B4-4A3B-91A6-47573037A5C8}" dt="2020-07-29T17:02:53.987" v="3916" actId="1076"/>
          <ac:picMkLst>
            <pc:docMk/>
            <pc:sldMk cId="3234030305" sldId="317"/>
            <ac:picMk id="9" creationId="{CF41A622-96AB-4FFB-8286-E28527B23E58}"/>
          </ac:picMkLst>
        </pc:picChg>
      </pc:sldChg>
      <pc:sldChg chg="modSp add del mod">
        <pc:chgData name="Sumeet Singh" userId="1524180e-ef14-4c82-9948-525c1bd61650" providerId="ADAL" clId="{56C1294B-A3B4-4A3B-91A6-47573037A5C8}" dt="2020-08-05T17:00:34.381" v="5738" actId="14734"/>
        <pc:sldMkLst>
          <pc:docMk/>
          <pc:sldMk cId="351585950" sldId="318"/>
        </pc:sldMkLst>
        <pc:graphicFrameChg chg="modGraphic">
          <ac:chgData name="Sumeet Singh" userId="1524180e-ef14-4c82-9948-525c1bd61650" providerId="ADAL" clId="{56C1294B-A3B4-4A3B-91A6-47573037A5C8}" dt="2020-08-05T17:00:34.381" v="5738" actId="14734"/>
          <ac:graphicFrameMkLst>
            <pc:docMk/>
            <pc:sldMk cId="351585950" sldId="318"/>
            <ac:graphicFrameMk id="4" creationId="{70319016-23EE-4290-BF89-24F1D200C8F6}"/>
          </ac:graphicFrameMkLst>
        </pc:graphicFrameChg>
      </pc:sldChg>
      <pc:sldChg chg="addSp modSp new mod">
        <pc:chgData name="Sumeet Singh" userId="1524180e-ef14-4c82-9948-525c1bd61650" providerId="ADAL" clId="{56C1294B-A3B4-4A3B-91A6-47573037A5C8}" dt="2020-08-05T02:00:08.410" v="5716" actId="20577"/>
        <pc:sldMkLst>
          <pc:docMk/>
          <pc:sldMk cId="893852766" sldId="319"/>
        </pc:sldMkLst>
        <pc:spChg chg="mod">
          <ac:chgData name="Sumeet Singh" userId="1524180e-ef14-4c82-9948-525c1bd61650" providerId="ADAL" clId="{56C1294B-A3B4-4A3B-91A6-47573037A5C8}" dt="2020-08-05T01:57:19.629" v="5682" actId="20577"/>
          <ac:spMkLst>
            <pc:docMk/>
            <pc:sldMk cId="893852766" sldId="319"/>
            <ac:spMk id="2" creationId="{AD9E4D7C-4DD8-4028-875B-C0B1C9E7C810}"/>
          </ac:spMkLst>
        </pc:spChg>
        <pc:spChg chg="mod">
          <ac:chgData name="Sumeet Singh" userId="1524180e-ef14-4c82-9948-525c1bd61650" providerId="ADAL" clId="{56C1294B-A3B4-4A3B-91A6-47573037A5C8}" dt="2020-08-05T02:00:08.410" v="5716" actId="20577"/>
          <ac:spMkLst>
            <pc:docMk/>
            <pc:sldMk cId="893852766" sldId="319"/>
            <ac:spMk id="3" creationId="{9D0146F6-0A3E-4AE9-A3F7-E71EE1A330E8}"/>
          </ac:spMkLst>
        </pc:spChg>
        <pc:picChg chg="add mod">
          <ac:chgData name="Sumeet Singh" userId="1524180e-ef14-4c82-9948-525c1bd61650" providerId="ADAL" clId="{56C1294B-A3B4-4A3B-91A6-47573037A5C8}" dt="2020-08-05T01:58:57.711" v="5699" actId="1036"/>
          <ac:picMkLst>
            <pc:docMk/>
            <pc:sldMk cId="893852766" sldId="319"/>
            <ac:picMk id="5" creationId="{D6394EBF-F265-4CDA-A931-EC4484045003}"/>
          </ac:picMkLst>
        </pc:picChg>
        <pc:picChg chg="add mod">
          <ac:chgData name="Sumeet Singh" userId="1524180e-ef14-4c82-9948-525c1bd61650" providerId="ADAL" clId="{56C1294B-A3B4-4A3B-91A6-47573037A5C8}" dt="2020-08-05T01:59:15.377" v="5703" actId="1035"/>
          <ac:picMkLst>
            <pc:docMk/>
            <pc:sldMk cId="893852766" sldId="319"/>
            <ac:picMk id="6" creationId="{C76376CF-9D19-45DC-9DA5-99F7C712A550}"/>
          </ac:picMkLst>
        </pc:picChg>
        <pc:picChg chg="add mod">
          <ac:chgData name="Sumeet Singh" userId="1524180e-ef14-4c82-9948-525c1bd61650" providerId="ADAL" clId="{56C1294B-A3B4-4A3B-91A6-47573037A5C8}" dt="2020-08-05T01:59:26.738" v="5705" actId="1076"/>
          <ac:picMkLst>
            <pc:docMk/>
            <pc:sldMk cId="893852766" sldId="319"/>
            <ac:picMk id="7" creationId="{3B20A748-2168-4858-B339-A0DD7B6B2956}"/>
          </ac:picMkLst>
        </pc:picChg>
        <pc:picChg chg="add mod">
          <ac:chgData name="Sumeet Singh" userId="1524180e-ef14-4c82-9948-525c1bd61650" providerId="ADAL" clId="{56C1294B-A3B4-4A3B-91A6-47573037A5C8}" dt="2020-08-05T01:59:35.850" v="5707" actId="1076"/>
          <ac:picMkLst>
            <pc:docMk/>
            <pc:sldMk cId="893852766" sldId="319"/>
            <ac:picMk id="8" creationId="{B0A2D4D6-1364-4758-BA5D-F5FE8ACAB944}"/>
          </ac:picMkLst>
        </pc:picChg>
        <pc:picChg chg="add mod">
          <ac:chgData name="Sumeet Singh" userId="1524180e-ef14-4c82-9948-525c1bd61650" providerId="ADAL" clId="{56C1294B-A3B4-4A3B-91A6-47573037A5C8}" dt="2020-08-05T01:59:42.812" v="5709" actId="1076"/>
          <ac:picMkLst>
            <pc:docMk/>
            <pc:sldMk cId="893852766" sldId="319"/>
            <ac:picMk id="9" creationId="{0B6C5455-7BEB-4EF4-996F-58BA7D446B73}"/>
          </ac:picMkLst>
        </pc:picChg>
        <pc:picChg chg="add mod">
          <ac:chgData name="Sumeet Singh" userId="1524180e-ef14-4c82-9948-525c1bd61650" providerId="ADAL" clId="{56C1294B-A3B4-4A3B-91A6-47573037A5C8}" dt="2020-08-05T01:59:53.413" v="5711" actId="1076"/>
          <ac:picMkLst>
            <pc:docMk/>
            <pc:sldMk cId="893852766" sldId="319"/>
            <ac:picMk id="10" creationId="{9133A2EE-DEAD-4A21-813E-BDC15C50DE3B}"/>
          </ac:picMkLst>
        </pc:picChg>
        <pc:picChg chg="add mod">
          <ac:chgData name="Sumeet Singh" userId="1524180e-ef14-4c82-9948-525c1bd61650" providerId="ADAL" clId="{56C1294B-A3B4-4A3B-91A6-47573037A5C8}" dt="2020-08-05T02:00:00.447" v="5713" actId="1076"/>
          <ac:picMkLst>
            <pc:docMk/>
            <pc:sldMk cId="893852766" sldId="319"/>
            <ac:picMk id="11" creationId="{13CB8CC6-FA8F-446D-B1F8-642822BA8EA7}"/>
          </ac:picMkLst>
        </pc:picChg>
      </pc:sldChg>
      <pc:sldChg chg="new del">
        <pc:chgData name="Sumeet Singh" userId="1524180e-ef14-4c82-9948-525c1bd61650" providerId="ADAL" clId="{56C1294B-A3B4-4A3B-91A6-47573037A5C8}" dt="2020-08-05T01:51:32.947" v="5365" actId="47"/>
        <pc:sldMkLst>
          <pc:docMk/>
          <pc:sldMk cId="1999523328" sldId="3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77EDB-82A0-4BF2-A2E4-B76E6F9CAD3D}" type="datetimeFigureOut">
              <a:rPr lang="en-CA" smtClean="0"/>
              <a:t>2020-08-05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5AFBC-8338-4082-8941-DA5A1FD2724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626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55AFBC-8338-4082-8941-DA5A1FD2724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8606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A543-BC7A-4ABE-B3C7-DAE965E83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920DB-5488-4F7E-8BB0-8324B304A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11B17-8F98-496B-A70D-C104908F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3D089-0819-4C38-9B6B-E5F1E27D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D3EB-BE6A-4BC7-B6CF-4E2FA8AD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43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6F0B-E3ED-4BEA-BA9B-EAE58A0FB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5B472-32B5-48FC-A7D8-2CC7C026E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827F5-CC03-4ED4-A009-DAF30373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6B5F-3F4F-46DC-9D33-935B095B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CDBBD-FC48-44C0-BAA0-78E4F239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3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65EA-0C8E-4773-843B-3783649B0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8362B-D57A-463D-9AF3-4CF4963A0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08E3F-8BBE-45EB-9B56-79CA3260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8232-96FF-4EED-BABD-39CC1737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6FBA6-D914-4B5F-A2B7-FDBA9796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80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55C7-A9A2-4603-BDC0-9BF6508C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CFD3-C537-4781-8BFB-1623D9B2B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2AA60-CEA8-40A3-A791-A7C749DBA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64B23-18B7-4E38-89A2-8B65C3A5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605E6-E952-4975-95FB-3F754EC2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FFCD2-F161-4F79-A609-1818A7FE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78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DFAD-DA28-4650-963F-78D07D290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77491-7EC0-428C-ADF9-1AA9C911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EB8EA-7239-494B-9857-E30FCD2BC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1B960E-1057-40D2-8CB5-18103EFBE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25EB0-4FC0-44A1-9932-B5D0AE48D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0BB09-54DF-4405-9D9E-E00C52BC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069CF-A2F0-43F8-B623-93C5234C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6D0EF5-0705-4886-861E-FBC6F923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917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01F3-0BBD-4F0A-927F-51533F1A8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C709F-2247-40A6-B0FC-F2940BED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89803-601E-4C76-8776-66196B94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A133E-4EE5-4D89-BFC4-71E1428B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2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FE061-C035-4A10-B956-11EE333E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8EBA2-0763-4217-A8CF-31222837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5F010-F273-4B4B-A0BB-83BB2FA8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6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5723-5C63-4DD0-8D2C-BDD7C06E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372F1-30F7-4158-AD9C-FC89269DE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268CD-BC48-43CF-9152-5CB88BAE7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5AD1D-91E9-4A0B-9FBB-74B0715FA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C79FE-02E9-46F8-B7AB-8CB27EE8D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202CD-6F0C-40B3-9053-11DD9958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3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C04F-DC56-4ED0-BFE5-DADE02D9B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69D57-56F3-47CB-940E-B1BED3BD9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973D1-F439-46B0-8C2E-C525B29CB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35D4C-80C3-4D43-A744-9C04136C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7CD7-A483-4FAC-BB55-3437124A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2AE5C-27F6-4479-A4EC-EAF54388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57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A9877-285C-48B3-99F3-8224322D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8E58F-348B-4AB9-9788-089FC0662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9F07D-4953-4BA3-8BE6-38FB75B3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9FFF2-CDE9-4C31-A07F-08BDAF19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F7311-6E66-4DBF-A9CA-70A2EEE7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3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91B85C-DF51-41B5-904D-47BE598CD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26FCF-BD6D-4371-9DA7-0ED9132CA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E8A83-773E-476A-BFBB-B0D5627C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4303B-41D2-41EA-917F-DD326FF2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BC864-A4E7-4EA6-B089-BF161985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32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5257C3-9BD8-452C-A348-B3B0C43D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70F08-A02A-49AB-A2CF-39194BF65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FEA7A-6624-4B92-8647-329D7B26F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43103-8C26-421D-997B-F1E1E7CD77A7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7C102-5715-4674-9AD4-165AF00E9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55F87-60A2-4797-ABF8-31702E000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BC7EE-6A10-4F6C-A922-926E81612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10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91;p23">
            <a:extLst>
              <a:ext uri="{FF2B5EF4-FFF2-40B4-BE49-F238E27FC236}">
                <a16:creationId xmlns:a16="http://schemas.microsoft.com/office/drawing/2014/main" id="{3E06EB87-E05A-44C8-A212-8E096F1FAA6E}"/>
              </a:ext>
            </a:extLst>
          </p:cNvPr>
          <p:cNvSpPr/>
          <p:nvPr/>
        </p:nvSpPr>
        <p:spPr>
          <a:xfrm>
            <a:off x="-10951" y="3971"/>
            <a:ext cx="473914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E4C8D-7EC8-47FF-A013-C58403587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023" y="318992"/>
            <a:ext cx="4267200" cy="590931"/>
          </a:xfrm>
          <a:prstGeom prst="rect">
            <a:avLst/>
          </a:prstGeom>
        </p:spPr>
        <p:txBody>
          <a:bodyPr vert="horz" wrap="square" lIns="182880" tIns="45720" rIns="182880" bIns="45720" rtlCol="0" anchor="ctr">
            <a:spAutoFit/>
          </a:bodyPr>
          <a:lstStyle/>
          <a:p>
            <a:r>
              <a:rPr lang="en-US" sz="1800" b="0" i="1" kern="1200">
                <a:solidFill>
                  <a:srgbClr val="FFFFFF"/>
                </a:solidFill>
              </a:rPr>
              <a:t>A Real-Time Pedestrian Detection and Tracking System for Intelligent Vehicles</a:t>
            </a:r>
            <a:endParaRPr lang="en-US" sz="2400" kern="1200">
              <a:solidFill>
                <a:srgbClr val="FFFFFF"/>
              </a:solidFill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EAA159C5-C9CB-463D-8117-17B35E7C73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 r="2" b="2"/>
          <a:stretch/>
        </p:blipFill>
        <p:spPr>
          <a:xfrm>
            <a:off x="5847720" y="492573"/>
            <a:ext cx="5165749" cy="58807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7D55E35-5F64-4066-864B-3B1ED5889383}"/>
              </a:ext>
            </a:extLst>
          </p:cNvPr>
          <p:cNvSpPr txBox="1">
            <a:spLocks/>
          </p:cNvSpPr>
          <p:nvPr/>
        </p:nvSpPr>
        <p:spPr>
          <a:xfrm>
            <a:off x="225023" y="3336354"/>
            <a:ext cx="4503174" cy="424732"/>
          </a:xfrm>
          <a:prstGeom prst="rect">
            <a:avLst/>
          </a:prstGeom>
        </p:spPr>
        <p:txBody>
          <a:bodyPr vert="horz" wrap="square" lIns="182880" tIns="45720" rIns="18288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FFFFFF"/>
                </a:solidFill>
              </a:rPr>
              <a:t>Pedestrian Detection Module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E02D4E5-8C60-4E30-A90A-F5F23DCBDE39}"/>
              </a:ext>
            </a:extLst>
          </p:cNvPr>
          <p:cNvSpPr txBox="1">
            <a:spLocks/>
          </p:cNvSpPr>
          <p:nvPr/>
        </p:nvSpPr>
        <p:spPr>
          <a:xfrm>
            <a:off x="163902" y="5310519"/>
            <a:ext cx="4267200" cy="590931"/>
          </a:xfrm>
          <a:prstGeom prst="rect">
            <a:avLst/>
          </a:prstGeom>
        </p:spPr>
        <p:txBody>
          <a:bodyPr vert="horz" wrap="square" lIns="182880" tIns="45720" rIns="182880" bIns="4572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solidFill>
                  <a:srgbClr val="FFFFFF"/>
                </a:solidFill>
              </a:rPr>
              <a:t>Nikhil </a:t>
            </a:r>
            <a:r>
              <a:rPr lang="en-US" sz="1800" err="1">
                <a:solidFill>
                  <a:srgbClr val="FFFFFF"/>
                </a:solidFill>
              </a:rPr>
              <a:t>Komari</a:t>
            </a:r>
            <a:r>
              <a:rPr lang="en-US" sz="1800">
                <a:solidFill>
                  <a:srgbClr val="FFFFFF"/>
                </a:solidFill>
              </a:rPr>
              <a:t> (251086006)</a:t>
            </a:r>
          </a:p>
          <a:p>
            <a:r>
              <a:rPr lang="en-US" sz="1800">
                <a:solidFill>
                  <a:srgbClr val="FFFFFF"/>
                </a:solidFill>
              </a:rPr>
              <a:t>Sumeet Singh (251055497)</a:t>
            </a:r>
          </a:p>
        </p:txBody>
      </p:sp>
    </p:spTree>
    <p:extLst>
      <p:ext uri="{BB962C8B-B14F-4D97-AF65-F5344CB8AC3E}">
        <p14:creationId xmlns:p14="http://schemas.microsoft.com/office/powerpoint/2010/main" val="229231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Previously…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/>
              <a:t>Object detection using various models available through </a:t>
            </a:r>
            <a:r>
              <a:rPr lang="en-IN" err="1"/>
              <a:t>darknet</a:t>
            </a:r>
            <a:r>
              <a:rPr lang="en-IN"/>
              <a:t> (tiny yolo) and </a:t>
            </a:r>
            <a:r>
              <a:rPr lang="en-IN" err="1"/>
              <a:t>TensorFlow</a:t>
            </a:r>
            <a:r>
              <a:rPr lang="en-IN"/>
              <a:t> (SSD, RCNN etc.) frameworks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Selected SSD </a:t>
            </a:r>
            <a:r>
              <a:rPr lang="en-IN" err="1"/>
              <a:t>MobileNet</a:t>
            </a:r>
            <a:r>
              <a:rPr lang="en-IN"/>
              <a:t> model among others as it provides a balance between speed and accuracy.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Selected and pre-processed the dataset.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Custom trained SSD </a:t>
            </a:r>
            <a:r>
              <a:rPr lang="en-IN" err="1"/>
              <a:t>MobileNet</a:t>
            </a:r>
            <a:r>
              <a:rPr lang="en-IN"/>
              <a:t> model using </a:t>
            </a:r>
            <a:r>
              <a:rPr lang="en-IN" err="1"/>
              <a:t>TensorFlow’s</a:t>
            </a:r>
            <a:r>
              <a:rPr lang="en-IN"/>
              <a:t> Training pipeline (Transfer Learning).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Compared performance of custom trained model with pre-trained model.</a:t>
            </a:r>
          </a:p>
          <a:p>
            <a:pPr marL="0" indent="0">
              <a:buNone/>
            </a:pPr>
            <a:endParaRPr lang="en-IN"/>
          </a:p>
          <a:p>
            <a:pPr marL="971550" lvl="1" indent="-514350">
              <a:buFont typeface="+mj-lt"/>
              <a:buAutoNum type="alphaLcParenR"/>
            </a:pPr>
            <a:endParaRPr lang="en-IN"/>
          </a:p>
          <a:p>
            <a:pPr marL="971550" lvl="1" indent="-514350">
              <a:buFont typeface="+mj-lt"/>
              <a:buAutoNum type="alphaLcParenR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562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3394-147B-46C5-A77C-34218BCF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ED54-A213-4CF4-8435-D13EE7682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Performance analysis of Custom-Trained model in different weather scenarios.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Camera Position Selection. </a:t>
            </a:r>
          </a:p>
        </p:txBody>
      </p:sp>
    </p:spTree>
    <p:extLst>
      <p:ext uri="{BB962C8B-B14F-4D97-AF65-F5344CB8AC3E}">
        <p14:creationId xmlns:p14="http://schemas.microsoft.com/office/powerpoint/2010/main" val="176784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A73B-06BB-4520-8C59-F183E6743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775" cy="4351338"/>
          </a:xfrm>
        </p:spPr>
        <p:txBody>
          <a:bodyPr/>
          <a:lstStyle/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 algn="ctr">
              <a:buNone/>
            </a:pPr>
            <a:r>
              <a:rPr lang="en-CA"/>
              <a:t>How model performs in different scenarios ?</a:t>
            </a:r>
          </a:p>
        </p:txBody>
      </p:sp>
    </p:spTree>
    <p:extLst>
      <p:ext uri="{BB962C8B-B14F-4D97-AF65-F5344CB8AC3E}">
        <p14:creationId xmlns:p14="http://schemas.microsoft.com/office/powerpoint/2010/main" val="326050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6102-07F2-4803-8009-FEA8970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About the model….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B8916-5D78-4F19-A791-D68B1190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Model is trained on JAAD Dataset and some images collected from Google.</a:t>
            </a:r>
          </a:p>
          <a:p>
            <a:endParaRPr lang="en-CA"/>
          </a:p>
          <a:p>
            <a:r>
              <a:rPr lang="en-CA"/>
              <a:t>JAAD Dataset consists of images of different weather and lighting conditions.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After model training, need to evaluate the performance of models in different conditions.</a:t>
            </a:r>
          </a:p>
          <a:p>
            <a:pPr marL="0" indent="0">
              <a:buNone/>
            </a:pPr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40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820E-942C-42EB-9A69-465DC7CD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7AEC-78A9-4B2C-9C00-E99E7EDDF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Identified 3 different scenarios</a:t>
            </a:r>
          </a:p>
          <a:p>
            <a:pPr marL="0" indent="0">
              <a:buNone/>
            </a:pPr>
            <a:endParaRPr lang="en-CA"/>
          </a:p>
        </p:txBody>
      </p:sp>
      <p:pic>
        <p:nvPicPr>
          <p:cNvPr id="4" name="Picture 3" descr="A sky view looking up at night&#10;&#10;Description automatically generated">
            <a:extLst>
              <a:ext uri="{FF2B5EF4-FFF2-40B4-BE49-F238E27FC236}">
                <a16:creationId xmlns:a16="http://schemas.microsoft.com/office/drawing/2014/main" id="{157C6147-A37A-4FCE-B93A-CE8AD88A0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340" y="2596791"/>
            <a:ext cx="3796732" cy="3310847"/>
          </a:xfrm>
          <a:prstGeom prst="rect">
            <a:avLst/>
          </a:prstGeom>
        </p:spPr>
      </p:pic>
      <p:pic>
        <p:nvPicPr>
          <p:cNvPr id="6" name="Picture 5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DA907F66-40E8-4274-912F-39CDD9F78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39" y="2596791"/>
            <a:ext cx="3909471" cy="3310847"/>
          </a:xfrm>
          <a:prstGeom prst="rect">
            <a:avLst/>
          </a:prstGeom>
        </p:spPr>
      </p:pic>
      <p:pic>
        <p:nvPicPr>
          <p:cNvPr id="8" name="Picture 7" descr="A group of people walking across a snow covered street&#10;&#10;Description automatically generated">
            <a:extLst>
              <a:ext uri="{FF2B5EF4-FFF2-40B4-BE49-F238E27FC236}">
                <a16:creationId xmlns:a16="http://schemas.microsoft.com/office/drawing/2014/main" id="{D2DC22C2-F230-472E-9856-273790B29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851" y="2596791"/>
            <a:ext cx="3644248" cy="3310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B3597D-AEC8-467A-A4B3-9B722AE65C73}"/>
              </a:ext>
            </a:extLst>
          </p:cNvPr>
          <p:cNvSpPr txBox="1"/>
          <p:nvPr/>
        </p:nvSpPr>
        <p:spPr>
          <a:xfrm>
            <a:off x="4313181" y="6123543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b) Snow Conditions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3FEEA-F8F7-4F5F-A3B4-2A3F1FE51A7C}"/>
              </a:ext>
            </a:extLst>
          </p:cNvPr>
          <p:cNvSpPr txBox="1"/>
          <p:nvPr/>
        </p:nvSpPr>
        <p:spPr>
          <a:xfrm>
            <a:off x="409328" y="6144697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a) Normal Conditions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50AA3-C1E6-4A1D-8BD3-791818A8FA1E}"/>
              </a:ext>
            </a:extLst>
          </p:cNvPr>
          <p:cNvSpPr txBox="1"/>
          <p:nvPr/>
        </p:nvSpPr>
        <p:spPr>
          <a:xfrm>
            <a:off x="8323501" y="6094915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c) Night Scene</a:t>
            </a:r>
          </a:p>
        </p:txBody>
      </p:sp>
    </p:spTree>
    <p:extLst>
      <p:ext uri="{BB962C8B-B14F-4D97-AF65-F5344CB8AC3E}">
        <p14:creationId xmlns:p14="http://schemas.microsoft.com/office/powerpoint/2010/main" val="58381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9EDF-2FAE-470F-A526-9BB3C94F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Comparisons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319016-23EE-4290-BF89-24F1D200C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366715"/>
              </p:ext>
            </p:extLst>
          </p:nvPr>
        </p:nvGraphicFramePr>
        <p:xfrm>
          <a:off x="838198" y="1499599"/>
          <a:ext cx="10315292" cy="4200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7646">
                  <a:extLst>
                    <a:ext uri="{9D8B030D-6E8A-4147-A177-3AD203B41FA5}">
                      <a16:colId xmlns:a16="http://schemas.microsoft.com/office/drawing/2014/main" val="1450287170"/>
                    </a:ext>
                  </a:extLst>
                </a:gridCol>
                <a:gridCol w="5157646">
                  <a:extLst>
                    <a:ext uri="{9D8B030D-6E8A-4147-A177-3AD203B41FA5}">
                      <a16:colId xmlns:a16="http://schemas.microsoft.com/office/drawing/2014/main" val="3605661010"/>
                    </a:ext>
                  </a:extLst>
                </a:gridCol>
              </a:tblGrid>
              <a:tr h="90411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Weather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Custom-trained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71142"/>
                  </a:ext>
                </a:extLst>
              </a:tr>
              <a:tr h="109874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   0.53 </a:t>
                      </a:r>
                      <a:r>
                        <a:rPr lang="en-IN" err="1"/>
                        <a:t>mAP</a:t>
                      </a:r>
                      <a:endParaRPr lang="en-IN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0.63 AR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979968"/>
                  </a:ext>
                </a:extLst>
              </a:tr>
              <a:tr h="109874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Snow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   0.46 </a:t>
                      </a:r>
                      <a:r>
                        <a:rPr lang="en-IN" err="1"/>
                        <a:t>mAP</a:t>
                      </a:r>
                      <a:endParaRPr lang="en-IN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0.52 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65398"/>
                  </a:ext>
                </a:extLst>
              </a:tr>
              <a:tr h="109874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   0.32 </a:t>
                      </a:r>
                      <a:r>
                        <a:rPr lang="en-IN" err="1">
                          <a:solidFill>
                            <a:srgbClr val="FF0000"/>
                          </a:solidFill>
                        </a:rPr>
                        <a:t>mAP</a:t>
                      </a:r>
                      <a:endParaRPr lang="en-IN">
                        <a:solidFill>
                          <a:srgbClr val="FF0000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0.49 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5617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BB3104-ECA6-4040-B5A3-6B23D33C474E}"/>
              </a:ext>
            </a:extLst>
          </p:cNvPr>
          <p:cNvSpPr txBox="1"/>
          <p:nvPr/>
        </p:nvSpPr>
        <p:spPr>
          <a:xfrm>
            <a:off x="838198" y="5755189"/>
            <a:ext cx="637222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en-CA"/>
              <a:t>*mAP: All mAP values are recorded at </a:t>
            </a:r>
            <a:r>
              <a:rPr lang="en-CA" err="1"/>
              <a:t>IoU</a:t>
            </a:r>
            <a:r>
              <a:rPr lang="en-CA"/>
              <a:t> = 0.50 : 0.95</a:t>
            </a:r>
          </a:p>
          <a:p>
            <a:r>
              <a:rPr lang="en-CA"/>
              <a:t>*AR: AR@100 Detections</a:t>
            </a:r>
          </a:p>
        </p:txBody>
      </p:sp>
    </p:spTree>
    <p:extLst>
      <p:ext uri="{BB962C8B-B14F-4D97-AF65-F5344CB8AC3E}">
        <p14:creationId xmlns:p14="http://schemas.microsoft.com/office/powerpoint/2010/main" val="248169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87F9-939C-45C1-9631-4FACE922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Train Model with Night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4438-200A-4169-9C2F-C95DB5505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/>
              <a:t>JAAD dataset consists of night videos as well.</a:t>
            </a:r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r>
              <a:rPr lang="en-CA"/>
              <a:t>Prepared a new dataset consisting of night images in addition to other scenarios.</a:t>
            </a:r>
          </a:p>
          <a:p>
            <a:r>
              <a:rPr lang="en-CA"/>
              <a:t>Trained a pretrained SSD MobileNet model for 80k steps and evaluated its performance in different scenarios.</a:t>
            </a:r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</p:txBody>
      </p:sp>
      <p:pic>
        <p:nvPicPr>
          <p:cNvPr id="7" name="Picture 6" descr="A picture containing car, light, driving, street&#10;&#10;Description automatically generated">
            <a:extLst>
              <a:ext uri="{FF2B5EF4-FFF2-40B4-BE49-F238E27FC236}">
                <a16:creationId xmlns:a16="http://schemas.microsoft.com/office/drawing/2014/main" id="{38E46253-809B-4F2F-8175-74E4CA8D6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960" y="2420992"/>
            <a:ext cx="3584028" cy="2016016"/>
          </a:xfrm>
          <a:prstGeom prst="rect">
            <a:avLst/>
          </a:prstGeom>
        </p:spPr>
      </p:pic>
      <p:pic>
        <p:nvPicPr>
          <p:cNvPr id="9" name="Picture 8" descr="A picture containing track, train, steel, night&#10;&#10;Description automatically generated">
            <a:extLst>
              <a:ext uri="{FF2B5EF4-FFF2-40B4-BE49-F238E27FC236}">
                <a16:creationId xmlns:a16="http://schemas.microsoft.com/office/drawing/2014/main" id="{CF41A622-96AB-4FFB-8286-E28527B23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013" y="2420992"/>
            <a:ext cx="3584028" cy="201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30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F9EDF-2FAE-470F-A526-9BB3C94F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Comparisons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319016-23EE-4290-BF89-24F1D200C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477377"/>
              </p:ext>
            </p:extLst>
          </p:nvPr>
        </p:nvGraphicFramePr>
        <p:xfrm>
          <a:off x="838199" y="1499598"/>
          <a:ext cx="10326240" cy="4202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158">
                  <a:extLst>
                    <a:ext uri="{9D8B030D-6E8A-4147-A177-3AD203B41FA5}">
                      <a16:colId xmlns:a16="http://schemas.microsoft.com/office/drawing/2014/main" val="1450287170"/>
                    </a:ext>
                  </a:extLst>
                </a:gridCol>
                <a:gridCol w="3849002">
                  <a:extLst>
                    <a:ext uri="{9D8B030D-6E8A-4147-A177-3AD203B41FA5}">
                      <a16:colId xmlns:a16="http://schemas.microsoft.com/office/drawing/2014/main" val="3605661010"/>
                    </a:ext>
                  </a:extLst>
                </a:gridCol>
                <a:gridCol w="3442080">
                  <a:extLst>
                    <a:ext uri="{9D8B030D-6E8A-4147-A177-3AD203B41FA5}">
                      <a16:colId xmlns:a16="http://schemas.microsoft.com/office/drawing/2014/main" val="545302865"/>
                    </a:ext>
                  </a:extLst>
                </a:gridCol>
              </a:tblGrid>
              <a:tr h="1047348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Weather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Custom-trained model(without 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Custom-trained (with Night)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71142"/>
                  </a:ext>
                </a:extLst>
              </a:tr>
              <a:tr h="1047348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   0.53 </a:t>
                      </a:r>
                      <a:r>
                        <a:rPr lang="en-IN" err="1"/>
                        <a:t>mAP</a:t>
                      </a:r>
                      <a:endParaRPr lang="en-IN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0.63 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0.35 mAP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0.49 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979968"/>
                  </a:ext>
                </a:extLst>
              </a:tr>
              <a:tr h="1047348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Snow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   0.46 </a:t>
                      </a:r>
                      <a:r>
                        <a:rPr lang="en-IN" err="1"/>
                        <a:t>mAP</a:t>
                      </a:r>
                      <a:endParaRPr lang="en-IN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0.52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0.32 mAP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0.43 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65398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baseline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IN">
                          <a:solidFill>
                            <a:srgbClr val="FF0000"/>
                          </a:solidFill>
                        </a:rPr>
                        <a:t>0.32 </a:t>
                      </a:r>
                      <a:r>
                        <a:rPr lang="en-IN" err="1">
                          <a:solidFill>
                            <a:srgbClr val="FF0000"/>
                          </a:solidFill>
                        </a:rPr>
                        <a:t>mAP</a:t>
                      </a:r>
                      <a:endParaRPr lang="en-IN">
                        <a:solidFill>
                          <a:srgbClr val="FF0000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0.47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0.368 </a:t>
                      </a:r>
                      <a:r>
                        <a:rPr lang="en-IN" err="1">
                          <a:solidFill>
                            <a:srgbClr val="FF0000"/>
                          </a:solidFill>
                        </a:rPr>
                        <a:t>mAP</a:t>
                      </a:r>
                      <a:endParaRPr lang="en-IN">
                        <a:solidFill>
                          <a:srgbClr val="FF0000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0.49 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5617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BB3104-ECA6-4040-B5A3-6B23D33C474E}"/>
              </a:ext>
            </a:extLst>
          </p:cNvPr>
          <p:cNvSpPr txBox="1"/>
          <p:nvPr/>
        </p:nvSpPr>
        <p:spPr>
          <a:xfrm>
            <a:off x="838199" y="5919452"/>
            <a:ext cx="637222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en-CA"/>
              <a:t>*mAP: All mAP values are recorded at </a:t>
            </a:r>
            <a:r>
              <a:rPr lang="en-CA" err="1"/>
              <a:t>IoU</a:t>
            </a:r>
            <a:r>
              <a:rPr lang="en-CA"/>
              <a:t> = 0.50 : 0.95 </a:t>
            </a:r>
          </a:p>
          <a:p>
            <a:r>
              <a:rPr lang="en-CA"/>
              <a:t>*AR: AR@100 Detections  </a:t>
            </a:r>
          </a:p>
        </p:txBody>
      </p:sp>
    </p:spTree>
    <p:extLst>
      <p:ext uri="{BB962C8B-B14F-4D97-AF65-F5344CB8AC3E}">
        <p14:creationId xmlns:p14="http://schemas.microsoft.com/office/powerpoint/2010/main" val="351585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A2FF-7464-4A7C-9227-C21E3AB4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754"/>
            <a:ext cx="10515600" cy="1325563"/>
          </a:xfrm>
        </p:spPr>
        <p:txBody>
          <a:bodyPr/>
          <a:lstStyle/>
          <a:p>
            <a:r>
              <a:rPr lang="en-CA"/>
              <a:t>Image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32A9FF-30BB-49D0-ADD9-FDC66D52D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6125" y="4048076"/>
            <a:ext cx="4643918" cy="2620556"/>
          </a:xfrm>
        </p:spPr>
      </p:pic>
      <p:pic>
        <p:nvPicPr>
          <p:cNvPr id="7" name="Picture 6" descr="A sky view looking up at night&#10;&#10;Description automatically generated">
            <a:extLst>
              <a:ext uri="{FF2B5EF4-FFF2-40B4-BE49-F238E27FC236}">
                <a16:creationId xmlns:a16="http://schemas.microsoft.com/office/drawing/2014/main" id="{52CF7F97-626E-4E00-B87F-25EEE33EE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7" y="4172462"/>
            <a:ext cx="4142785" cy="2371784"/>
          </a:xfrm>
          <a:prstGeom prst="rect">
            <a:avLst/>
          </a:prstGeom>
        </p:spPr>
      </p:pic>
      <p:pic>
        <p:nvPicPr>
          <p:cNvPr id="9" name="Picture 8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B57AA1C3-59F2-4FFC-B226-C14DE8024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7" y="1567857"/>
            <a:ext cx="4142785" cy="2371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24BAA-880A-42AB-BB50-B9FA7DE01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744" y="1451100"/>
            <a:ext cx="4686299" cy="26052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4D07E4-05C5-4DF0-B977-6C0CCCAC1305}"/>
              </a:ext>
            </a:extLst>
          </p:cNvPr>
          <p:cNvSpPr txBox="1"/>
          <p:nvPr/>
        </p:nvSpPr>
        <p:spPr>
          <a:xfrm>
            <a:off x="9761595" y="2604813"/>
            <a:ext cx="243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a) Daylight 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068EDB-F19C-4C58-96BE-088CC44A10AE}"/>
              </a:ext>
            </a:extLst>
          </p:cNvPr>
          <p:cNvSpPr txBox="1"/>
          <p:nvPr/>
        </p:nvSpPr>
        <p:spPr>
          <a:xfrm>
            <a:off x="10014588" y="5037568"/>
            <a:ext cx="192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b) Night Image</a:t>
            </a:r>
          </a:p>
        </p:txBody>
      </p:sp>
    </p:spTree>
    <p:extLst>
      <p:ext uri="{BB962C8B-B14F-4D97-AF65-F5344CB8AC3E}">
        <p14:creationId xmlns:p14="http://schemas.microsoft.com/office/powerpoint/2010/main" val="365535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949B-C82B-4323-82E0-B402B8BE0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Contrast Enhancement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68185-DD3F-45A9-A973-37D090594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Histogram Equalization</a:t>
            </a:r>
            <a:endParaRPr lang="en-US"/>
          </a:p>
          <a:p>
            <a:pPr lvl="1"/>
            <a:r>
              <a:rPr lang="en-US"/>
              <a:t>Improves the contrast in an image, in order to stretch out the intensity range.</a:t>
            </a:r>
          </a:p>
          <a:p>
            <a:pPr lvl="1"/>
            <a:r>
              <a:rPr lang="en-US"/>
              <a:t>Stretches out the intensity range considering global contrast of image.</a:t>
            </a:r>
          </a:p>
          <a:p>
            <a:pPr lvl="1"/>
            <a:r>
              <a:rPr lang="en-US"/>
              <a:t>Can lose information due to over brightness in images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CA">
                <a:solidFill>
                  <a:srgbClr val="00B050"/>
                </a:solidFill>
              </a:rPr>
              <a:t>CLAHE(Contrast Limited Adaptive Histogram Equalization)</a:t>
            </a:r>
          </a:p>
          <a:p>
            <a:pPr lvl="1"/>
            <a:r>
              <a:rPr lang="en-CA"/>
              <a:t>Images are divided into blocks called tiles</a:t>
            </a:r>
          </a:p>
          <a:p>
            <a:pPr lvl="1"/>
            <a:r>
              <a:rPr lang="en-CA"/>
              <a:t>Each block is histogram equalised as usual.</a:t>
            </a:r>
          </a:p>
          <a:p>
            <a:pPr lvl="1"/>
            <a:endParaRPr lang="en-CA"/>
          </a:p>
          <a:p>
            <a:pPr marL="0" indent="0"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9397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5EFE-F395-484C-ABC9-130E3775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Adaptive Histogram Equalization</a:t>
            </a:r>
          </a:p>
        </p:txBody>
      </p:sp>
      <p:pic>
        <p:nvPicPr>
          <p:cNvPr id="4" name="Content Placeholder 3" descr="A sky view looking up at night&#10;&#10;Description automatically generated">
            <a:extLst>
              <a:ext uri="{FF2B5EF4-FFF2-40B4-BE49-F238E27FC236}">
                <a16:creationId xmlns:a16="http://schemas.microsoft.com/office/drawing/2014/main" id="{7196603D-95D1-4354-9EC6-FB0A318BE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196" y="1555374"/>
            <a:ext cx="3723496" cy="25381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BCE699-920B-44BA-A644-80AF5CCE2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299" y="4093510"/>
            <a:ext cx="4360121" cy="253813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4C79B26-F8B6-48CE-AD8E-7A557FF68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800" y="1553212"/>
            <a:ext cx="4341620" cy="2512044"/>
          </a:xfrm>
          <a:prstGeom prst="rect">
            <a:avLst/>
          </a:prstGeom>
        </p:spPr>
      </p:pic>
      <p:pic>
        <p:nvPicPr>
          <p:cNvPr id="9" name="Picture 8" descr="A picture containing outdoor, building, night, street&#10;&#10;Description automatically generated">
            <a:extLst>
              <a:ext uri="{FF2B5EF4-FFF2-40B4-BE49-F238E27FC236}">
                <a16:creationId xmlns:a16="http://schemas.microsoft.com/office/drawing/2014/main" id="{E872F2E0-2E22-4FDD-8ED4-F75B0F89C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196" y="4225714"/>
            <a:ext cx="3702429" cy="23973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E4090B-AF15-426B-8028-3D169D64ED8D}"/>
              </a:ext>
            </a:extLst>
          </p:cNvPr>
          <p:cNvSpPr txBox="1"/>
          <p:nvPr/>
        </p:nvSpPr>
        <p:spPr>
          <a:xfrm>
            <a:off x="9727601" y="2338101"/>
            <a:ext cx="243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a) Normal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B42DA-D622-4C3F-8DB9-91919C32D3CA}"/>
              </a:ext>
            </a:extLst>
          </p:cNvPr>
          <p:cNvSpPr txBox="1"/>
          <p:nvPr/>
        </p:nvSpPr>
        <p:spPr>
          <a:xfrm>
            <a:off x="9727600" y="4925589"/>
            <a:ext cx="243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b) Contrast Enhanced Image</a:t>
            </a:r>
          </a:p>
        </p:txBody>
      </p:sp>
    </p:spTree>
    <p:extLst>
      <p:ext uri="{BB962C8B-B14F-4D97-AF65-F5344CB8AC3E}">
        <p14:creationId xmlns:p14="http://schemas.microsoft.com/office/powerpoint/2010/main" val="3150217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70B7E-C26C-4634-9BD8-C4BC2E47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Adaptive Histogram Equalization</a:t>
            </a:r>
          </a:p>
        </p:txBody>
      </p:sp>
      <p:pic>
        <p:nvPicPr>
          <p:cNvPr id="5" name="Content Placeholder 4" descr="A picture containing outdoor, night, street, dark&#10;&#10;Description automatically generated">
            <a:extLst>
              <a:ext uri="{FF2B5EF4-FFF2-40B4-BE49-F238E27FC236}">
                <a16:creationId xmlns:a16="http://schemas.microsoft.com/office/drawing/2014/main" id="{F9BBC786-5B63-45F9-8897-3857122BA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192" y="4133013"/>
            <a:ext cx="2162240" cy="1243544"/>
          </a:xfrm>
        </p:spPr>
      </p:pic>
      <p:pic>
        <p:nvPicPr>
          <p:cNvPr id="7" name="Picture 6" descr="A picture containing outdoor, night, street, dark&#10;&#10;Description automatically generated">
            <a:extLst>
              <a:ext uri="{FF2B5EF4-FFF2-40B4-BE49-F238E27FC236}">
                <a16:creationId xmlns:a16="http://schemas.microsoft.com/office/drawing/2014/main" id="{17F5939C-DFA6-47AD-940A-F11B6D38222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798" y="2938890"/>
            <a:ext cx="2304550" cy="1243544"/>
          </a:xfrm>
          <a:prstGeom prst="rect">
            <a:avLst/>
          </a:prstGeom>
        </p:spPr>
      </p:pic>
      <p:pic>
        <p:nvPicPr>
          <p:cNvPr id="9" name="Picture 8" descr="A sign lit up at night&#10;&#10;Description automatically generated">
            <a:extLst>
              <a:ext uri="{FF2B5EF4-FFF2-40B4-BE49-F238E27FC236}">
                <a16:creationId xmlns:a16="http://schemas.microsoft.com/office/drawing/2014/main" id="{71F31895-F73A-4B41-8137-F128C35E866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276" y="4141337"/>
            <a:ext cx="2446576" cy="1243545"/>
          </a:xfrm>
          <a:prstGeom prst="rect">
            <a:avLst/>
          </a:prstGeom>
        </p:spPr>
      </p:pic>
      <p:pic>
        <p:nvPicPr>
          <p:cNvPr id="11" name="Picture 10" descr="A sign lit up at night&#10;&#10;Description automatically generated">
            <a:extLst>
              <a:ext uri="{FF2B5EF4-FFF2-40B4-BE49-F238E27FC236}">
                <a16:creationId xmlns:a16="http://schemas.microsoft.com/office/drawing/2014/main" id="{214FD789-A64E-4740-B38D-D8CC7320EC7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247" y="1728122"/>
            <a:ext cx="2304551" cy="1243545"/>
          </a:xfrm>
          <a:prstGeom prst="rect">
            <a:avLst/>
          </a:prstGeom>
        </p:spPr>
      </p:pic>
      <p:pic>
        <p:nvPicPr>
          <p:cNvPr id="13" name="Picture 12" descr="A street sign at night&#10;&#10;Description automatically generated">
            <a:extLst>
              <a:ext uri="{FF2B5EF4-FFF2-40B4-BE49-F238E27FC236}">
                <a16:creationId xmlns:a16="http://schemas.microsoft.com/office/drawing/2014/main" id="{DEE51526-6DC7-4BEC-891A-E9A6507AC9D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798" y="1728121"/>
            <a:ext cx="2304551" cy="1243545"/>
          </a:xfrm>
          <a:prstGeom prst="rect">
            <a:avLst/>
          </a:prstGeom>
        </p:spPr>
      </p:pic>
      <p:pic>
        <p:nvPicPr>
          <p:cNvPr id="15" name="Picture 14" descr="A street sign at night&#10;&#10;Description automatically generated">
            <a:extLst>
              <a:ext uri="{FF2B5EF4-FFF2-40B4-BE49-F238E27FC236}">
                <a16:creationId xmlns:a16="http://schemas.microsoft.com/office/drawing/2014/main" id="{3E383534-BA30-40FF-814E-5908F7648C9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247" y="2930568"/>
            <a:ext cx="2446576" cy="1243545"/>
          </a:xfrm>
          <a:prstGeom prst="rect">
            <a:avLst/>
          </a:prstGeom>
        </p:spPr>
      </p:pic>
      <p:pic>
        <p:nvPicPr>
          <p:cNvPr id="17" name="Picture 16" descr="A street sign at night&#10;&#10;Description automatically generated">
            <a:extLst>
              <a:ext uri="{FF2B5EF4-FFF2-40B4-BE49-F238E27FC236}">
                <a16:creationId xmlns:a16="http://schemas.microsoft.com/office/drawing/2014/main" id="{0F92AB3E-ADA8-42E7-BAA3-FBFA51EB504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311" y="1754661"/>
            <a:ext cx="2436228" cy="1222996"/>
          </a:xfrm>
          <a:prstGeom prst="rect">
            <a:avLst/>
          </a:prstGeom>
        </p:spPr>
      </p:pic>
      <p:pic>
        <p:nvPicPr>
          <p:cNvPr id="19" name="Picture 18" descr="A sky view looking up at night&#10;&#10;Description automatically generated">
            <a:extLst>
              <a:ext uri="{FF2B5EF4-FFF2-40B4-BE49-F238E27FC236}">
                <a16:creationId xmlns:a16="http://schemas.microsoft.com/office/drawing/2014/main" id="{AB1BF2FD-10EE-4C63-BE51-810D6358320D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37" y="2965807"/>
            <a:ext cx="2463032" cy="1204778"/>
          </a:xfrm>
          <a:prstGeom prst="rect">
            <a:avLst/>
          </a:prstGeom>
        </p:spPr>
      </p:pic>
      <p:pic>
        <p:nvPicPr>
          <p:cNvPr id="21" name="Picture 20" descr="A picture containing outdoor, night, street, dark&#10;&#10;Description automatically generated">
            <a:extLst>
              <a:ext uri="{FF2B5EF4-FFF2-40B4-BE49-F238E27FC236}">
                <a16:creationId xmlns:a16="http://schemas.microsoft.com/office/drawing/2014/main" id="{2C3F947A-F510-4FD0-945D-7189E6725552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4" y="4124513"/>
            <a:ext cx="2404183" cy="1422310"/>
          </a:xfrm>
          <a:prstGeom prst="rect">
            <a:avLst/>
          </a:prstGeom>
        </p:spPr>
      </p:pic>
      <p:pic>
        <p:nvPicPr>
          <p:cNvPr id="23" name="Picture 22" descr="A picture containing outdoor, road, night, street&#10;&#10;Description automatically generated">
            <a:extLst>
              <a:ext uri="{FF2B5EF4-FFF2-40B4-BE49-F238E27FC236}">
                <a16:creationId xmlns:a16="http://schemas.microsoft.com/office/drawing/2014/main" id="{F85B33FD-9C8F-4C76-9562-08714279BD24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515" y="2954810"/>
            <a:ext cx="2436228" cy="1226772"/>
          </a:xfrm>
          <a:prstGeom prst="rect">
            <a:avLst/>
          </a:prstGeom>
        </p:spPr>
      </p:pic>
      <p:pic>
        <p:nvPicPr>
          <p:cNvPr id="25" name="Picture 24" descr="A sign lit up at night&#10;&#10;Description automatically generated">
            <a:extLst>
              <a:ext uri="{FF2B5EF4-FFF2-40B4-BE49-F238E27FC236}">
                <a16:creationId xmlns:a16="http://schemas.microsoft.com/office/drawing/2014/main" id="{437EA741-F396-4FB5-93C8-D6CFD4658883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539" y="4176445"/>
            <a:ext cx="2436228" cy="1370378"/>
          </a:xfrm>
          <a:prstGeom prst="rect">
            <a:avLst/>
          </a:prstGeom>
        </p:spPr>
      </p:pic>
      <p:pic>
        <p:nvPicPr>
          <p:cNvPr id="27" name="Picture 26" descr="A lit up city at night&#10;&#10;Description automatically generated">
            <a:extLst>
              <a:ext uri="{FF2B5EF4-FFF2-40B4-BE49-F238E27FC236}">
                <a16:creationId xmlns:a16="http://schemas.microsoft.com/office/drawing/2014/main" id="{51EFFA70-06AD-4B51-AD2E-84A612089BE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35" y="1754661"/>
            <a:ext cx="2446576" cy="122299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88921E-9F35-47B5-A45A-7C452B6A228B}"/>
              </a:ext>
            </a:extLst>
          </p:cNvPr>
          <p:cNvSpPr txBox="1"/>
          <p:nvPr/>
        </p:nvSpPr>
        <p:spPr>
          <a:xfrm>
            <a:off x="1580194" y="5810766"/>
            <a:ext cx="243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a) Unprocessed Images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7D520E-9EC1-42FB-B5BF-4C5906CE92ED}"/>
              </a:ext>
            </a:extLst>
          </p:cNvPr>
          <p:cNvSpPr txBox="1"/>
          <p:nvPr/>
        </p:nvSpPr>
        <p:spPr>
          <a:xfrm>
            <a:off x="7611124" y="5623211"/>
            <a:ext cx="243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a) Equalized Images</a:t>
            </a:r>
          </a:p>
        </p:txBody>
      </p:sp>
    </p:spTree>
    <p:extLst>
      <p:ext uri="{BB962C8B-B14F-4D97-AF65-F5344CB8AC3E}">
        <p14:creationId xmlns:p14="http://schemas.microsoft.com/office/powerpoint/2010/main" val="2174800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0CCC-0D08-4D09-8E30-A5AB0A80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Model Performance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2E74CDB-DD63-45B3-807C-834DBD823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628840"/>
              </p:ext>
            </p:extLst>
          </p:nvPr>
        </p:nvGraphicFramePr>
        <p:xfrm>
          <a:off x="838200" y="1646720"/>
          <a:ext cx="10515597" cy="3064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9948335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56170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22459955"/>
                    </a:ext>
                  </a:extLst>
                </a:gridCol>
              </a:tblGrid>
              <a:tr h="102162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Without Histogram Equalization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With Histogram Equalization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015039"/>
                  </a:ext>
                </a:extLst>
              </a:tr>
              <a:tr h="102162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 b="1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7.27 FPS</a:t>
                      </a:r>
                      <a:endParaRPr lang="en-CA" sz="1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CA" sz="1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5.70 FPS*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67260"/>
                  </a:ext>
                </a:extLst>
              </a:tr>
              <a:tr h="102162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CA" sz="1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0.32 </a:t>
                      </a:r>
                      <a:r>
                        <a:rPr lang="en-CA" sz="1800" b="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mAP</a:t>
                      </a:r>
                      <a:endParaRPr lang="en-CA" sz="18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CA" sz="1800" b="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0.47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CA" sz="18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0.36 mAP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CA" sz="1800" b="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0.48 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3581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7B70D1-F8EA-4240-A269-6DCB5C0A8654}"/>
              </a:ext>
            </a:extLst>
          </p:cNvPr>
          <p:cNvSpPr txBox="1"/>
          <p:nvPr/>
        </p:nvSpPr>
        <p:spPr>
          <a:xfrm>
            <a:off x="838200" y="5211280"/>
            <a:ext cx="637222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en-CA"/>
              <a:t>*</a:t>
            </a:r>
            <a:r>
              <a:rPr lang="en-CA" err="1"/>
              <a:t>mAP</a:t>
            </a:r>
            <a:r>
              <a:rPr lang="en-CA"/>
              <a:t>: All </a:t>
            </a:r>
            <a:r>
              <a:rPr lang="en-CA" err="1"/>
              <a:t>mAP</a:t>
            </a:r>
            <a:r>
              <a:rPr lang="en-CA"/>
              <a:t> values are recorded at </a:t>
            </a:r>
            <a:r>
              <a:rPr lang="en-CA" err="1"/>
              <a:t>IoU</a:t>
            </a:r>
            <a:r>
              <a:rPr lang="en-CA"/>
              <a:t> = 0.50 : 0.95 </a:t>
            </a:r>
          </a:p>
          <a:p>
            <a:r>
              <a:rPr lang="en-CA"/>
              <a:t>*AR: AR@100 Detections  </a:t>
            </a:r>
          </a:p>
          <a:p>
            <a:r>
              <a:rPr lang="en-CA"/>
              <a:t>*subjected to the image size (1280 * 720)</a:t>
            </a:r>
          </a:p>
        </p:txBody>
      </p:sp>
    </p:spTree>
    <p:extLst>
      <p:ext uri="{BB962C8B-B14F-4D97-AF65-F5344CB8AC3E}">
        <p14:creationId xmlns:p14="http://schemas.microsoft.com/office/powerpoint/2010/main" val="1911123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FE11-224C-4357-82A3-B753DF0A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4B60-5A98-4F06-B132-FC7CC60F8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/>
              <a:t>Night scenes generally have poor contrast.</a:t>
            </a:r>
          </a:p>
          <a:p>
            <a:r>
              <a:rPr lang="en-CA"/>
              <a:t>Can use Histogram Equalization methods to improve the contrast.</a:t>
            </a:r>
          </a:p>
          <a:p>
            <a:r>
              <a:rPr lang="en-CA"/>
              <a:t>Adaptive Histogram Equalization (CLAHE) method is an additional preprocessing steps before the inference step.</a:t>
            </a:r>
          </a:p>
          <a:p>
            <a:r>
              <a:rPr lang="en-CA"/>
              <a:t>Histogram Equalization method slightly improves the night detection.</a:t>
            </a:r>
          </a:p>
          <a:p>
            <a:r>
              <a:rPr lang="en-CA"/>
              <a:t>CLAHE suffers from lack of adaptability to night scenes as the optimised parameters(Clip Limit; block dimensions) can vary from scene to scene. </a:t>
            </a:r>
          </a:p>
          <a:p>
            <a:r>
              <a:rPr lang="en-CA"/>
              <a:t>More the size of image; more the reduction in speed of inference. </a:t>
            </a:r>
          </a:p>
        </p:txBody>
      </p:sp>
    </p:spTree>
    <p:extLst>
      <p:ext uri="{BB962C8B-B14F-4D97-AF65-F5344CB8AC3E}">
        <p14:creationId xmlns:p14="http://schemas.microsoft.com/office/powerpoint/2010/main" val="181330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A73B-06BB-4520-8C59-F183E6743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775" cy="4351338"/>
          </a:xfrm>
        </p:spPr>
        <p:txBody>
          <a:bodyPr/>
          <a:lstStyle/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r>
              <a:rPr lang="en-CA"/>
              <a:t>What should be the best position of camera deployed for our problem ?</a:t>
            </a:r>
          </a:p>
        </p:txBody>
      </p:sp>
    </p:spTree>
    <p:extLst>
      <p:ext uri="{BB962C8B-B14F-4D97-AF65-F5344CB8AC3E}">
        <p14:creationId xmlns:p14="http://schemas.microsoft.com/office/powerpoint/2010/main" val="269732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74C7-E3D0-4DE0-9D69-910D3CDE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Possible Camera Positions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07DC1-A61E-4EA6-9159-A7CB162CA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Camera deployed at the edge of crosswalk recording the front and back angles of pedestrians.</a:t>
            </a:r>
          </a:p>
          <a:p>
            <a:r>
              <a:rPr lang="en-CA"/>
              <a:t>Camera deployed at the center of crosswalk on some pole just before the crosswalk recording the side view of pedestrians.</a:t>
            </a:r>
          </a:p>
          <a:p>
            <a:pPr marL="0" indent="0">
              <a:buNone/>
            </a:pPr>
            <a:endParaRPr lang="en-CA"/>
          </a:p>
        </p:txBody>
      </p:sp>
      <p:pic>
        <p:nvPicPr>
          <p:cNvPr id="4" name="Picture 3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3DE89824-D430-44F4-BC60-28ABB7994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351" y="3718960"/>
            <a:ext cx="4320473" cy="2584508"/>
          </a:xfrm>
          <a:prstGeom prst="rect">
            <a:avLst/>
          </a:prstGeom>
          <a:effectLst>
            <a:outerShdw blurRad="127000" dist="50800" dir="5400000" sx="105000" sy="105000" algn="ctr" rotWithShape="0">
              <a:schemeClr val="bg1">
                <a:alpha val="76000"/>
              </a:schemeClr>
            </a:outerShdw>
          </a:effectLst>
        </p:spPr>
      </p:pic>
      <p:pic>
        <p:nvPicPr>
          <p:cNvPr id="5" name="Picture 4" descr="People walking on a city street&#10;&#10;Description automatically generated">
            <a:extLst>
              <a:ext uri="{FF2B5EF4-FFF2-40B4-BE49-F238E27FC236}">
                <a16:creationId xmlns:a16="http://schemas.microsoft.com/office/drawing/2014/main" id="{0CD41935-8311-4A5D-9805-E1A720878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446" y="3710528"/>
            <a:ext cx="4609672" cy="259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50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97B1-1E11-46E4-991D-886F1F01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3660D-554A-4FDF-981B-5DF28E40D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Taking SSD Mobile Net as the base model, employ Transfer Learning to train 3 different models. </a:t>
            </a:r>
          </a:p>
          <a:p>
            <a:pPr lvl="1"/>
            <a:r>
              <a:rPr lang="en-CA"/>
              <a:t>Model α –  train on images covering front and back view of pedestrians.</a:t>
            </a:r>
          </a:p>
          <a:p>
            <a:pPr lvl="1"/>
            <a:r>
              <a:rPr lang="en-CA"/>
              <a:t>Model </a:t>
            </a:r>
            <a:r>
              <a:rPr lang="el-GR"/>
              <a:t>β</a:t>
            </a:r>
            <a:r>
              <a:rPr lang="en-CA"/>
              <a:t> – train on images covering side view of pedestrians</a:t>
            </a:r>
          </a:p>
          <a:p>
            <a:pPr lvl="1"/>
            <a:r>
              <a:rPr lang="en-CA"/>
              <a:t>Model (α + </a:t>
            </a:r>
            <a:r>
              <a:rPr lang="el-GR"/>
              <a:t>β</a:t>
            </a:r>
            <a:r>
              <a:rPr lang="en-CA"/>
              <a:t>) – train on combined images of first two scenarios.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Evaluate and compare all models on separate test images of both views.</a:t>
            </a:r>
          </a:p>
          <a:p>
            <a:endParaRPr lang="en-CA"/>
          </a:p>
          <a:p>
            <a:endParaRPr lang="en-CA"/>
          </a:p>
          <a:p>
            <a:endParaRPr lang="en-CA"/>
          </a:p>
          <a:p>
            <a:pPr marL="457200" lvl="1" indent="0"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482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BAE4-B129-403F-B031-B1317DFF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Training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97F37-1C07-4CB2-A9EC-CF84D4401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>
                <a:solidFill>
                  <a:srgbClr val="FF0000"/>
                </a:solidFill>
              </a:rPr>
              <a:t>Acquire Training &amp; Test Dataset</a:t>
            </a:r>
          </a:p>
          <a:p>
            <a:pPr lvl="1"/>
            <a:r>
              <a:rPr lang="en-CA">
                <a:solidFill>
                  <a:srgbClr val="FF0000"/>
                </a:solidFill>
              </a:rPr>
              <a:t>Preprocess the Datasets</a:t>
            </a:r>
          </a:p>
          <a:p>
            <a:pPr lvl="1"/>
            <a:endParaRPr lang="en-CA"/>
          </a:p>
          <a:p>
            <a:r>
              <a:rPr lang="en-CA"/>
              <a:t>Model Creation : </a:t>
            </a:r>
            <a:r>
              <a:rPr lang="en-CA" err="1"/>
              <a:t>TensorFlow</a:t>
            </a:r>
            <a:r>
              <a:rPr lang="en-CA"/>
              <a:t> SSD Mobile net (Base Model) 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Loss Function: Localization loss + Classification Loss</a:t>
            </a:r>
          </a:p>
          <a:p>
            <a:pPr marL="0" indent="0">
              <a:buNone/>
            </a:pPr>
            <a:endParaRPr lang="en-CA"/>
          </a:p>
          <a:p>
            <a:r>
              <a:rPr lang="en-CA"/>
              <a:t>Model Evaluation: Mean Average Precision (IoU:0.5)</a:t>
            </a:r>
          </a:p>
        </p:txBody>
      </p:sp>
    </p:spTree>
    <p:extLst>
      <p:ext uri="{BB962C8B-B14F-4D97-AF65-F5344CB8AC3E}">
        <p14:creationId xmlns:p14="http://schemas.microsoft.com/office/powerpoint/2010/main" val="1864096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3DF6-7D52-490F-901E-294793B5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 (Side 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EB8F5-436A-4B83-BD30-CBCBEBA06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JAAD Dataset</a:t>
            </a:r>
          </a:p>
          <a:p>
            <a:pPr lvl="1"/>
            <a:r>
              <a:rPr lang="en-CA"/>
              <a:t>Recorded from on board camera. Covers side view of pedestrians.</a:t>
            </a:r>
          </a:p>
          <a:p>
            <a:pPr lvl="1"/>
            <a:r>
              <a:rPr lang="en-CA"/>
              <a:t>Annotated in JAAD specific XML format.</a:t>
            </a:r>
          </a:p>
          <a:p>
            <a:pPr lvl="1"/>
            <a:r>
              <a:rPr lang="en-CA"/>
              <a:t>Preprocessed data to convert into PASCAL VOC format, suitable for TensorFlow’s Training pipeline.</a:t>
            </a:r>
          </a:p>
          <a:p>
            <a:pPr marL="457200" lvl="1" indent="0">
              <a:buNone/>
            </a:pPr>
            <a:endParaRPr lang="en-CA"/>
          </a:p>
          <a:p>
            <a:pPr marL="457200" lvl="1" indent="0">
              <a:buNone/>
            </a:pPr>
            <a:endParaRPr lang="en-CA"/>
          </a:p>
          <a:p>
            <a:pPr lvl="1"/>
            <a:endParaRPr lang="en-CA"/>
          </a:p>
          <a:p>
            <a:endParaRPr lang="en-CA"/>
          </a:p>
        </p:txBody>
      </p:sp>
      <p:pic>
        <p:nvPicPr>
          <p:cNvPr id="4" name="Picture 3" descr="People walking on a city street&#10;&#10;Description automatically generated">
            <a:extLst>
              <a:ext uri="{FF2B5EF4-FFF2-40B4-BE49-F238E27FC236}">
                <a16:creationId xmlns:a16="http://schemas.microsoft.com/office/drawing/2014/main" id="{0CAF624C-3B3B-4B0F-BAD2-89C4E9AB1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328" y="3866793"/>
            <a:ext cx="4609672" cy="2626081"/>
          </a:xfrm>
          <a:prstGeom prst="rect">
            <a:avLst/>
          </a:prstGeom>
        </p:spPr>
      </p:pic>
      <p:pic>
        <p:nvPicPr>
          <p:cNvPr id="5" name="Picture 4" descr="A view of a city street&#10;&#10;Description automatically generated">
            <a:extLst>
              <a:ext uri="{FF2B5EF4-FFF2-40B4-BE49-F238E27FC236}">
                <a16:creationId xmlns:a16="http://schemas.microsoft.com/office/drawing/2014/main" id="{49D8D530-55A6-4441-848C-939D6A8AE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975" y="3899935"/>
            <a:ext cx="3917179" cy="259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57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B6B2-476B-4D74-871E-6146D707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 (Front 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93091-9604-4C42-A0F5-3449E8B79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Images were manually gathered from the internet and labelled using </a:t>
            </a:r>
            <a:r>
              <a:rPr lang="en-IN" err="1"/>
              <a:t>LabelImg</a:t>
            </a:r>
            <a:r>
              <a:rPr lang="en-IN"/>
              <a:t> (image annotating tool).</a:t>
            </a:r>
          </a:p>
          <a:p>
            <a:r>
              <a:rPr lang="en-IN"/>
              <a:t>The annotation (details) of each image is contained in the corresponding XML file.</a:t>
            </a:r>
          </a:p>
          <a:p>
            <a:pPr marL="0" indent="0">
              <a:buNone/>
            </a:pPr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</p:txBody>
      </p:sp>
      <p:pic>
        <p:nvPicPr>
          <p:cNvPr id="4" name="Content Placeholder 8" descr="A group of people walking on a street corner near a crosswalk&#10;&#10;Description automatically generated">
            <a:extLst>
              <a:ext uri="{FF2B5EF4-FFF2-40B4-BE49-F238E27FC236}">
                <a16:creationId xmlns:a16="http://schemas.microsoft.com/office/drawing/2014/main" id="{88FD4874-AD6A-4E83-9082-E2E458731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9" y="3629302"/>
            <a:ext cx="2966020" cy="2682597"/>
          </a:xfrm>
          <a:prstGeom prst="rect">
            <a:avLst/>
          </a:prstGeom>
        </p:spPr>
      </p:pic>
      <p:pic>
        <p:nvPicPr>
          <p:cNvPr id="5" name="Picture 4" descr="A group of people walking on a city street&#10;&#10;Description automatically generated">
            <a:extLst>
              <a:ext uri="{FF2B5EF4-FFF2-40B4-BE49-F238E27FC236}">
                <a16:creationId xmlns:a16="http://schemas.microsoft.com/office/drawing/2014/main" id="{AF74335C-43B0-47A4-A1D3-851829404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986" y="3629302"/>
            <a:ext cx="2900968" cy="2682597"/>
          </a:xfrm>
          <a:prstGeom prst="rect">
            <a:avLst/>
          </a:prstGeom>
        </p:spPr>
      </p:pic>
      <p:pic>
        <p:nvPicPr>
          <p:cNvPr id="6" name="Picture 5" descr="A group of people walking down the street&#10;&#10;Description automatically generated">
            <a:extLst>
              <a:ext uri="{FF2B5EF4-FFF2-40B4-BE49-F238E27FC236}">
                <a16:creationId xmlns:a16="http://schemas.microsoft.com/office/drawing/2014/main" id="{EC939E06-300D-4596-9B65-880410572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041" y="3629302"/>
            <a:ext cx="3127759" cy="268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08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3D9A-6754-4407-B53B-55DDA3BC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 (Front 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39654-42B2-4015-86EE-299441C97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Sample image labelling in LabelImg and its corresponding XML file.</a:t>
            </a:r>
          </a:p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BBE735-4087-498F-9F09-4C6A174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337636"/>
            <a:ext cx="5800898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4ADD75-8410-409B-B562-0D827031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1" y="2337636"/>
            <a:ext cx="5231597" cy="4246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75AB8-8F69-48D8-B0E0-281F1F2EC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1" y="6583680"/>
            <a:ext cx="2133598" cy="10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09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CF75E-F97B-4E24-9C63-3CD8A2CF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Dataset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220287A-2B46-4928-BE55-25756B324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365747"/>
              </p:ext>
            </p:extLst>
          </p:nvPr>
        </p:nvGraphicFramePr>
        <p:xfrm>
          <a:off x="838200" y="2079625"/>
          <a:ext cx="10515597" cy="3988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4568487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491638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23227681"/>
                    </a:ext>
                  </a:extLst>
                </a:gridCol>
              </a:tblGrid>
              <a:tr h="68182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Model α (Front)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Model </a:t>
                      </a:r>
                      <a:r>
                        <a:rPr lang="el-GR"/>
                        <a:t>β</a:t>
                      </a:r>
                      <a:r>
                        <a:rPr lang="en-CA"/>
                        <a:t> (Side)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CA"/>
                        <a:t>Model (α + </a:t>
                      </a:r>
                      <a:r>
                        <a:rPr lang="el-GR"/>
                        <a:t>β</a:t>
                      </a:r>
                      <a:r>
                        <a:rPr lang="en-CA"/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797984"/>
                  </a:ext>
                </a:extLst>
              </a:tr>
              <a:tr h="323866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Train Dataset: 168 images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515 Bounding Boxes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CA"/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Test Dataset: 40 images; 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115 Bounding Boxes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Train Dataset: 235 images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1227 Bounding Boxes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CA"/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Test Dataset: 47 images; 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251 Bounding Boxes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Train Dataset: 235 images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999 Bounding Boxes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CA"/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Test Dataset: 67 images; 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CA"/>
                        <a:t>300 Bounding Boxes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CA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392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041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BFFA-4FA3-41C0-9185-F9A87677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Training (Total Loss)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95A30B-332C-4DF8-AFB7-298F562AC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9336" y="1832546"/>
            <a:ext cx="3663950" cy="3390477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FDB3BB-F666-4F8C-8667-0B9942B3B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307" y="1828793"/>
            <a:ext cx="3495862" cy="3390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63C9EF-1700-4CEB-B268-CA6E534CD1F1}"/>
              </a:ext>
            </a:extLst>
          </p:cNvPr>
          <p:cNvSpPr txBox="1"/>
          <p:nvPr/>
        </p:nvSpPr>
        <p:spPr>
          <a:xfrm>
            <a:off x="4584175" y="5521763"/>
            <a:ext cx="3017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>
                <a:solidFill>
                  <a:schemeClr val="bg2">
                    <a:lumMod val="50000"/>
                  </a:schemeClr>
                </a:solidFill>
              </a:rPr>
              <a:t>Model (Side) – 25K Steps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EA9E5-32B6-4E56-9324-7E24281FE05F}"/>
              </a:ext>
            </a:extLst>
          </p:cNvPr>
          <p:cNvSpPr txBox="1"/>
          <p:nvPr/>
        </p:nvSpPr>
        <p:spPr>
          <a:xfrm>
            <a:off x="8153061" y="5521763"/>
            <a:ext cx="3283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>
                <a:solidFill>
                  <a:schemeClr val="bg2">
                    <a:lumMod val="50000"/>
                  </a:schemeClr>
                </a:solidFill>
              </a:rPr>
              <a:t>Model (Front + Side) – 20K steps</a:t>
            </a:r>
          </a:p>
        </p:txBody>
      </p:sp>
      <p:pic>
        <p:nvPicPr>
          <p:cNvPr id="3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1C8387D3-3C5E-4301-8831-467F842D7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25" y="1826493"/>
            <a:ext cx="3331508" cy="33974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49CBF7-7E3F-420B-A1C7-855A0FA80E53}"/>
              </a:ext>
            </a:extLst>
          </p:cNvPr>
          <p:cNvSpPr txBox="1"/>
          <p:nvPr/>
        </p:nvSpPr>
        <p:spPr>
          <a:xfrm>
            <a:off x="768571" y="5521763"/>
            <a:ext cx="301797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CA" i="1">
                <a:solidFill>
                  <a:schemeClr val="bg2">
                    <a:lumMod val="50000"/>
                  </a:schemeClr>
                </a:solidFill>
              </a:rPr>
              <a:t>Model (Front) – 9K Steps</a:t>
            </a:r>
          </a:p>
        </p:txBody>
      </p:sp>
    </p:spTree>
    <p:extLst>
      <p:ext uri="{BB962C8B-B14F-4D97-AF65-F5344CB8AC3E}">
        <p14:creationId xmlns:p14="http://schemas.microsoft.com/office/powerpoint/2010/main" val="4293260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C40B-C295-49E7-A262-1CA36DB2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EB2D8-BDD2-4BCC-A112-21D10842B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147"/>
            <a:ext cx="10515600" cy="4351338"/>
          </a:xfrm>
        </p:spPr>
        <p:txBody>
          <a:bodyPr/>
          <a:lstStyle/>
          <a:p>
            <a:r>
              <a:rPr lang="en-CA"/>
              <a:t>Models α, </a:t>
            </a:r>
            <a:r>
              <a:rPr lang="el-GR"/>
              <a:t>β</a:t>
            </a:r>
            <a:r>
              <a:rPr lang="en-IN"/>
              <a:t> and </a:t>
            </a:r>
            <a:r>
              <a:rPr lang="en-CA"/>
              <a:t>(α + </a:t>
            </a:r>
            <a:r>
              <a:rPr lang="el-GR"/>
              <a:t>β</a:t>
            </a:r>
            <a:r>
              <a:rPr lang="en-CA"/>
              <a:t>) were evaluated using two datasets, one containing side-view images and the other containing front-view images.</a:t>
            </a:r>
            <a:r>
              <a:rPr lang="en-IN"/>
              <a:t> </a:t>
            </a:r>
            <a:r>
              <a:rPr lang="en-CA"/>
              <a:t>  </a:t>
            </a:r>
          </a:p>
          <a:p>
            <a:pPr marL="0" indent="0">
              <a:buNone/>
            </a:pPr>
            <a:endParaRPr lang="en-CA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21C7E6-F1D5-461A-AA13-479F57404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171338"/>
              </p:ext>
            </p:extLst>
          </p:nvPr>
        </p:nvGraphicFramePr>
        <p:xfrm>
          <a:off x="1150452" y="2786380"/>
          <a:ext cx="81280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901582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91779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Side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Front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0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20 Images</a:t>
                      </a:r>
                    </a:p>
                    <a:p>
                      <a:endParaRPr lang="en-IN"/>
                    </a:p>
                    <a:p>
                      <a:r>
                        <a:rPr lang="en-IN"/>
                        <a:t>Bounding Boxes : 26 (Persons)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20 Images</a:t>
                      </a:r>
                    </a:p>
                    <a:p>
                      <a:endParaRPr lang="en-IN"/>
                    </a:p>
                    <a:p>
                      <a:r>
                        <a:rPr lang="en-IN"/>
                        <a:t>Bounding Boxes: 41 (Persons)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859235"/>
                  </a:ext>
                </a:extLst>
              </a:tr>
            </a:tbl>
          </a:graphicData>
        </a:graphic>
      </p:graphicFrame>
      <p:pic>
        <p:nvPicPr>
          <p:cNvPr id="7" name="Picture 6" descr="A group of people walking on a city street filled with lots of traffic&#10;&#10;Description automatically generated">
            <a:extLst>
              <a:ext uri="{FF2B5EF4-FFF2-40B4-BE49-F238E27FC236}">
                <a16:creationId xmlns:a16="http://schemas.microsoft.com/office/drawing/2014/main" id="{4C981CEB-12F3-4F82-9DF1-EAE88984D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452" y="4189772"/>
            <a:ext cx="2258360" cy="1915752"/>
          </a:xfrm>
          <a:prstGeom prst="rect">
            <a:avLst/>
          </a:prstGeom>
        </p:spPr>
      </p:pic>
      <p:pic>
        <p:nvPicPr>
          <p:cNvPr id="9" name="Picture 8" descr="A group of people crossing a city street&#10;&#10;Description automatically generated">
            <a:extLst>
              <a:ext uri="{FF2B5EF4-FFF2-40B4-BE49-F238E27FC236}">
                <a16:creationId xmlns:a16="http://schemas.microsoft.com/office/drawing/2014/main" id="{915D9CC6-E74F-47DA-BA04-F25278FE7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356" y="4209435"/>
            <a:ext cx="2428875" cy="1876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2566E0-523E-42DE-8E09-21A57E94ED20}"/>
              </a:ext>
            </a:extLst>
          </p:cNvPr>
          <p:cNvSpPr txBox="1"/>
          <p:nvPr/>
        </p:nvSpPr>
        <p:spPr>
          <a:xfrm>
            <a:off x="2477395" y="5740453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a) Side 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EB1085-8510-48CA-A6F8-376DB3C9C2EA}"/>
              </a:ext>
            </a:extLst>
          </p:cNvPr>
          <p:cNvSpPr txBox="1"/>
          <p:nvPr/>
        </p:nvSpPr>
        <p:spPr>
          <a:xfrm>
            <a:off x="7228009" y="5734569"/>
            <a:ext cx="313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i="1">
                <a:solidFill>
                  <a:schemeClr val="tx1">
                    <a:lumMod val="65000"/>
                    <a:lumOff val="35000"/>
                  </a:schemeClr>
                </a:solidFill>
              </a:rPr>
              <a:t>b) Front View</a:t>
            </a:r>
          </a:p>
        </p:txBody>
      </p:sp>
    </p:spTree>
    <p:extLst>
      <p:ext uri="{BB962C8B-B14F-4D97-AF65-F5344CB8AC3E}">
        <p14:creationId xmlns:p14="http://schemas.microsoft.com/office/powerpoint/2010/main" val="1107628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260F9-F6B8-40B7-9F18-CC2F1B81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Results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4825101-ABC8-40B1-AC46-AB68D6EB9D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983082"/>
              </p:ext>
            </p:extLst>
          </p:nvPr>
        </p:nvGraphicFramePr>
        <p:xfrm>
          <a:off x="838203" y="1828800"/>
          <a:ext cx="10515596" cy="3315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3066785242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620303649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475059546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2773204222"/>
                    </a:ext>
                  </a:extLst>
                </a:gridCol>
              </a:tblGrid>
              <a:tr h="107632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/>
                        <a:t>Model (Side 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/>
                        <a:t>Model (Front 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/>
                        <a:t>Model (Side + Front)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831386"/>
                  </a:ext>
                </a:extLst>
              </a:tr>
              <a:tr h="111944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     0.61 mAP*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0.39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0.65 mAP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0.41 AR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0.69 mAP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 AR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230312"/>
                  </a:ext>
                </a:extLst>
              </a:tr>
              <a:tr h="111944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/>
                        <a:t>   0.63 mAP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/>
                        <a:t>0.48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0.96 mAP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 AR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0.92 mAP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 AR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9114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85006D-E379-4535-A551-3FD7E568D9A2}"/>
              </a:ext>
            </a:extLst>
          </p:cNvPr>
          <p:cNvSpPr txBox="1"/>
          <p:nvPr/>
        </p:nvSpPr>
        <p:spPr>
          <a:xfrm>
            <a:off x="838200" y="5486891"/>
            <a:ext cx="637222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en-CA"/>
              <a:t>*mAP: mAP @IOU=0.50</a:t>
            </a:r>
          </a:p>
          <a:p>
            <a:r>
              <a:rPr lang="en-CA"/>
              <a:t>*AR: AR@100 Detections  </a:t>
            </a:r>
          </a:p>
        </p:txBody>
      </p:sp>
    </p:spTree>
    <p:extLst>
      <p:ext uri="{BB962C8B-B14F-4D97-AF65-F5344CB8AC3E}">
        <p14:creationId xmlns:p14="http://schemas.microsoft.com/office/powerpoint/2010/main" val="3711379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76F1B-A2CD-443F-AD92-B581E2DA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BE731-E95A-491F-A41C-64B326469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719"/>
            <a:ext cx="10535292" cy="4276244"/>
          </a:xfrm>
        </p:spPr>
        <p:txBody>
          <a:bodyPr/>
          <a:lstStyle/>
          <a:p>
            <a:r>
              <a:rPr lang="en-CA"/>
              <a:t>All Models whether trained on front or side angles, performed better while detecting pedestrians in front angles.</a:t>
            </a:r>
          </a:p>
          <a:p>
            <a:r>
              <a:rPr lang="en-CA"/>
              <a:t>Total number of cameras on a crosswalk is an infrastructural decision. More cameras at a crosswalk more the safety.</a:t>
            </a:r>
          </a:p>
          <a:p>
            <a:r>
              <a:rPr lang="en-CA"/>
              <a:t>Also, the selected model performs more accurately in detecting large objects. Hence, less chances of false negatives on a crosswalk.</a:t>
            </a:r>
          </a:p>
          <a:p>
            <a:r>
              <a:rPr lang="en-CA"/>
              <a:t>But if ever choice is to be made on deciding the position of camera, camera should be deployed on the edge of crosswalk to capture front view.</a:t>
            </a:r>
          </a:p>
        </p:txBody>
      </p:sp>
    </p:spTree>
    <p:extLst>
      <p:ext uri="{BB962C8B-B14F-4D97-AF65-F5344CB8AC3E}">
        <p14:creationId xmlns:p14="http://schemas.microsoft.com/office/powerpoint/2010/main" val="1717908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4D7C-4DD8-4028-875B-C0B1C9E7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Tasks Completed- (Pedestrian Detection Module)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46F6-0A3E-4AE9-A3F7-E71EE1A3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/>
              <a:t>Base Model Selection.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Dataset Selection.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Data Pre-Processing.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Transfer Learning using TensorFlow’s Training pipeline.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Model performance comparison of custom trained model with pre-trained model.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Evaluating Custom trained Model’s Performance in different scenarios.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Camera Angle Selection.</a:t>
            </a:r>
          </a:p>
          <a:p>
            <a:endParaRPr lang="en-CA"/>
          </a:p>
          <a:p>
            <a:pPr marL="0" indent="0">
              <a:buNone/>
            </a:pPr>
            <a:endParaRPr lang="en-CA"/>
          </a:p>
          <a:p>
            <a:endParaRPr lang="en-CA"/>
          </a:p>
        </p:txBody>
      </p:sp>
      <p:pic>
        <p:nvPicPr>
          <p:cNvPr id="5" name="Graphic 4" descr="Checkmark">
            <a:extLst>
              <a:ext uri="{FF2B5EF4-FFF2-40B4-BE49-F238E27FC236}">
                <a16:creationId xmlns:a16="http://schemas.microsoft.com/office/drawing/2014/main" id="{D6394EBF-F265-4CDA-A931-EC448404500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6868" y="1783154"/>
            <a:ext cx="474323" cy="474323"/>
          </a:xfrm>
          <a:prstGeom prst="rect">
            <a:avLst/>
          </a:prstGeom>
        </p:spPr>
      </p:pic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C76376CF-9D19-45DC-9DA5-99F7C712A5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9254" y="2336246"/>
            <a:ext cx="474323" cy="474323"/>
          </a:xfrm>
          <a:prstGeom prst="rect">
            <a:avLst/>
          </a:prstGeom>
        </p:spPr>
      </p:pic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3B20A748-2168-4858-B339-A0DD7B6B295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9432" y="2810569"/>
            <a:ext cx="474323" cy="474323"/>
          </a:xfrm>
          <a:prstGeom prst="rect">
            <a:avLst/>
          </a:prstGeom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B0A2D4D6-1364-4758-BA5D-F5FE8ACAB94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6608" y="3284892"/>
            <a:ext cx="474323" cy="474323"/>
          </a:xfrm>
          <a:prstGeom prst="rect">
            <a:avLst/>
          </a:prstGeom>
        </p:spPr>
      </p:pic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0B6C5455-7BEB-4EF4-996F-58BA7D446B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6867" y="4195278"/>
            <a:ext cx="474323" cy="474323"/>
          </a:xfrm>
          <a:prstGeom prst="rect">
            <a:avLst/>
          </a:prstGeom>
        </p:spPr>
      </p:pic>
      <p:pic>
        <p:nvPicPr>
          <p:cNvPr id="10" name="Graphic 9" descr="Checkmark">
            <a:extLst>
              <a:ext uri="{FF2B5EF4-FFF2-40B4-BE49-F238E27FC236}">
                <a16:creationId xmlns:a16="http://schemas.microsoft.com/office/drawing/2014/main" id="{9133A2EE-DEAD-4A21-813E-BDC15C50DE3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6896" y="5099168"/>
            <a:ext cx="474323" cy="474323"/>
          </a:xfrm>
          <a:prstGeom prst="rect">
            <a:avLst/>
          </a:prstGeom>
        </p:spPr>
      </p:pic>
      <p:pic>
        <p:nvPicPr>
          <p:cNvPr id="11" name="Graphic 10" descr="Checkmark">
            <a:extLst>
              <a:ext uri="{FF2B5EF4-FFF2-40B4-BE49-F238E27FC236}">
                <a16:creationId xmlns:a16="http://schemas.microsoft.com/office/drawing/2014/main" id="{13CB8CC6-FA8F-446D-B1F8-642822BA8EA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3127" y="5573491"/>
            <a:ext cx="474323" cy="47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52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B02A3-C250-4E76-9778-DC2806C288E0}"/>
              </a:ext>
            </a:extLst>
          </p:cNvPr>
          <p:cNvSpPr txBox="1"/>
          <p:nvPr/>
        </p:nvSpPr>
        <p:spPr>
          <a:xfrm>
            <a:off x="2246738" y="3044279"/>
            <a:ext cx="7331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0165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58F261202C947A85ABE95A5312016" ma:contentTypeVersion="11" ma:contentTypeDescription="Create a new document." ma:contentTypeScope="" ma:versionID="a639042913b5adb9300e639359024ccb">
  <xsd:schema xmlns:xsd="http://www.w3.org/2001/XMLSchema" xmlns:xs="http://www.w3.org/2001/XMLSchema" xmlns:p="http://schemas.microsoft.com/office/2006/metadata/properties" xmlns:ns3="97a5cae0-082b-4ce2-b6dd-f4e659e6d106" xmlns:ns4="6b4ee8b9-1789-4a1a-b12b-cda6c73a5446" targetNamespace="http://schemas.microsoft.com/office/2006/metadata/properties" ma:root="true" ma:fieldsID="7820bcbcf978926d627eefca929354d7" ns3:_="" ns4:_="">
    <xsd:import namespace="97a5cae0-082b-4ce2-b6dd-f4e659e6d106"/>
    <xsd:import namespace="6b4ee8b9-1789-4a1a-b12b-cda6c73a544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a5cae0-082b-4ce2-b6dd-f4e659e6d10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ee8b9-1789-4a1a-b12b-cda6c73a54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5E55C8-7E1A-4E07-9606-49FEC6CC4197}">
  <ds:schemaRefs>
    <ds:schemaRef ds:uri="6b4ee8b9-1789-4a1a-b12b-cda6c73a5446"/>
    <ds:schemaRef ds:uri="97a5cae0-082b-4ce2-b6dd-f4e659e6d1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689F035-2330-4FA0-B82A-3C9B2CDA52F6}">
  <ds:schemaRefs>
    <ds:schemaRef ds:uri="6b4ee8b9-1789-4a1a-b12b-cda6c73a5446"/>
    <ds:schemaRef ds:uri="97a5cae0-082b-4ce2-b6dd-f4e659e6d1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2C1A638-4151-45F0-9F32-7C1A71FC0E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29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A Real-Time Pedestrian Detection and Tracking System for Intelligent Vehicles</vt:lpstr>
      <vt:lpstr>Previously…</vt:lpstr>
      <vt:lpstr>Objectives</vt:lpstr>
      <vt:lpstr>PowerPoint Presentation</vt:lpstr>
      <vt:lpstr>About the model….</vt:lpstr>
      <vt:lpstr>Scenarios</vt:lpstr>
      <vt:lpstr>Comparisons</vt:lpstr>
      <vt:lpstr>Train Model with Night images</vt:lpstr>
      <vt:lpstr>Comparisons</vt:lpstr>
      <vt:lpstr>Image Analysis</vt:lpstr>
      <vt:lpstr>Contrast Enhancement Techniques</vt:lpstr>
      <vt:lpstr>Adaptive Histogram Equalization</vt:lpstr>
      <vt:lpstr>Adaptive Histogram Equalization</vt:lpstr>
      <vt:lpstr>Model Performance</vt:lpstr>
      <vt:lpstr>Discussion</vt:lpstr>
      <vt:lpstr>PowerPoint Presentation</vt:lpstr>
      <vt:lpstr>Possible Camera Positions</vt:lpstr>
      <vt:lpstr>Approach</vt:lpstr>
      <vt:lpstr>Training Pipeline</vt:lpstr>
      <vt:lpstr>Dataset (Side View)</vt:lpstr>
      <vt:lpstr>Dataset (Front view)</vt:lpstr>
      <vt:lpstr>Dataset (Front view)</vt:lpstr>
      <vt:lpstr>Dataset</vt:lpstr>
      <vt:lpstr>Training (Total Loss)</vt:lpstr>
      <vt:lpstr>Evaluation</vt:lpstr>
      <vt:lpstr>Results</vt:lpstr>
      <vt:lpstr>Conclusion</vt:lpstr>
      <vt:lpstr>Tasks Completed- (Pedestrian Detection Module)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Real-Time Pedestrian Detection and Tracking System for Intelligent Vehicles</dc:title>
  <dc:creator>Sumeet Singh</dc:creator>
  <cp:revision>1</cp:revision>
  <dcterms:created xsi:type="dcterms:W3CDTF">2020-07-26T19:43:37Z</dcterms:created>
  <dcterms:modified xsi:type="dcterms:W3CDTF">2020-08-05T19:35:01Z</dcterms:modified>
</cp:coreProperties>
</file>