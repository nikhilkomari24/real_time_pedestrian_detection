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662" r:id="rId5"/>
  </p:sldMasterIdLst>
  <p:notesMasterIdLst>
    <p:notesMasterId r:id="rId37"/>
  </p:notesMasterIdLst>
  <p:handoutMasterIdLst>
    <p:handoutMasterId r:id="rId38"/>
  </p:handoutMasterIdLst>
  <p:sldIdLst>
    <p:sldId id="257" r:id="rId6"/>
    <p:sldId id="358" r:id="rId7"/>
    <p:sldId id="278" r:id="rId8"/>
    <p:sldId id="351" r:id="rId9"/>
    <p:sldId id="348" r:id="rId10"/>
    <p:sldId id="353" r:id="rId11"/>
    <p:sldId id="354" r:id="rId12"/>
    <p:sldId id="359" r:id="rId13"/>
    <p:sldId id="356" r:id="rId14"/>
    <p:sldId id="343" r:id="rId15"/>
    <p:sldId id="297" r:id="rId16"/>
    <p:sldId id="341" r:id="rId17"/>
    <p:sldId id="342" r:id="rId18"/>
    <p:sldId id="357" r:id="rId19"/>
    <p:sldId id="298" r:id="rId20"/>
    <p:sldId id="323" r:id="rId21"/>
    <p:sldId id="327" r:id="rId22"/>
    <p:sldId id="324" r:id="rId23"/>
    <p:sldId id="302" r:id="rId24"/>
    <p:sldId id="320" r:id="rId25"/>
    <p:sldId id="321" r:id="rId26"/>
    <p:sldId id="344" r:id="rId27"/>
    <p:sldId id="285" r:id="rId28"/>
    <p:sldId id="294" r:id="rId29"/>
    <p:sldId id="295" r:id="rId30"/>
    <p:sldId id="292" r:id="rId31"/>
    <p:sldId id="326" r:id="rId32"/>
    <p:sldId id="336" r:id="rId33"/>
    <p:sldId id="337" r:id="rId34"/>
    <p:sldId id="349" r:id="rId35"/>
    <p:sldId id="350"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FFDB"/>
    <a:srgbClr val="004D0D"/>
    <a:srgbClr val="FFCC4C"/>
    <a:srgbClr val="A2B969"/>
    <a:srgbClr val="E6E6E6"/>
    <a:srgbClr val="C13018"/>
    <a:srgbClr val="E0CAC6"/>
    <a:srgbClr val="F7931F"/>
    <a:srgbClr val="4CC1EF"/>
    <a:srgbClr val="3A5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631849A-FE2E-4D2F-A2E6-41A2D3869678}" v="1581" dt="2020-04-02T21:08:24.917"/>
    <p1510:client id="{03077534-8BFE-0752-ACD3-0296A49B8FF8}" v="928" dt="2020-04-03T15:58:23.416"/>
    <p1510:client id="{5596A10D-2B1B-40B8-AAB5-7487B1CC7759}" v="871" dt="2020-04-03T16:15:51.481"/>
    <p1510:client id="{0AEFEA31-B41B-F018-D503-000C324A624A}" v="1056" dt="2020-04-03T00:37:24.581"/>
    <p1510:client id="{E2C5769F-3502-A8E8-8934-77052D40240C}" v="2" dt="2020-04-03T00:02:23.941"/>
    <p1510:client id="{2B49994C-D0FF-4E19-BC48-03658E3DDF18}" v="241" dt="2020-04-03T16:18:21.935"/>
    <p1510:client id="{A6418C6A-E5BF-40F0-BF92-9994DA755851}" v="6" dt="2020-04-03T01:10:05.09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guide orient="horz" pos="2160"/>
        <p:guide pos="3840"/>
      </p:guideLst>
    </p:cSldViewPr>
  </p:slide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presProps" Target="presProps.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microsoft.com/office/2016/11/relationships/changesInfo" Target="changesInfos/changesInfo1.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khil Komari" userId="S::nkomari@uwo.ca::ee4f86d3-d7a1-47d5-a712-fe853323f13a" providerId="AD" clId="Web-{0AEFEA31-B41B-F018-D503-000C324A624A}"/>
    <pc:docChg chg="delSld modSld">
      <pc:chgData name="Nikhil Komari" userId="S::nkomari@uwo.ca::ee4f86d3-d7a1-47d5-a712-fe853323f13a" providerId="AD" clId="Web-{0AEFEA31-B41B-F018-D503-000C324A624A}" dt="2020-04-03T00:37:24.581" v="1047" actId="1076"/>
      <pc:docMkLst>
        <pc:docMk/>
      </pc:docMkLst>
      <pc:sldChg chg="modSp">
        <pc:chgData name="Nikhil Komari" userId="S::nkomari@uwo.ca::ee4f86d3-d7a1-47d5-a712-fe853323f13a" providerId="AD" clId="Web-{0AEFEA31-B41B-F018-D503-000C324A624A}" dt="2020-04-02T23:40:12.164" v="393" actId="14100"/>
        <pc:sldMkLst>
          <pc:docMk/>
          <pc:sldMk cId="419909929" sldId="278"/>
        </pc:sldMkLst>
        <pc:spChg chg="mod">
          <ac:chgData name="Nikhil Komari" userId="S::nkomari@uwo.ca::ee4f86d3-d7a1-47d5-a712-fe853323f13a" providerId="AD" clId="Web-{0AEFEA31-B41B-F018-D503-000C324A624A}" dt="2020-04-02T23:26:08.641" v="110" actId="20577"/>
          <ac:spMkLst>
            <pc:docMk/>
            <pc:sldMk cId="419909929" sldId="278"/>
            <ac:spMk id="76" creationId="{D216A61B-3DF3-4D40-8C87-A25067323C6E}"/>
          </ac:spMkLst>
        </pc:spChg>
        <pc:spChg chg="mod">
          <ac:chgData name="Nikhil Komari" userId="S::nkomari@uwo.ca::ee4f86d3-d7a1-47d5-a712-fe853323f13a" providerId="AD" clId="Web-{0AEFEA31-B41B-F018-D503-000C324A624A}" dt="2020-04-02T23:38:39.553" v="315" actId="14100"/>
          <ac:spMkLst>
            <pc:docMk/>
            <pc:sldMk cId="419909929" sldId="278"/>
            <ac:spMk id="78" creationId="{DFC94A83-F455-41F4-8621-4230A9025442}"/>
          </ac:spMkLst>
        </pc:spChg>
        <pc:spChg chg="mod">
          <ac:chgData name="Nikhil Komari" userId="S::nkomari@uwo.ca::ee4f86d3-d7a1-47d5-a712-fe853323f13a" providerId="AD" clId="Web-{0AEFEA31-B41B-F018-D503-000C324A624A}" dt="2020-04-02T23:39:24.804" v="316" actId="1076"/>
          <ac:spMkLst>
            <pc:docMk/>
            <pc:sldMk cId="419909929" sldId="278"/>
            <ac:spMk id="80" creationId="{2849C472-4163-4EE0-8DF5-0FD1BE1708E2}"/>
          </ac:spMkLst>
        </pc:spChg>
        <pc:spChg chg="mod">
          <ac:chgData name="Nikhil Komari" userId="S::nkomari@uwo.ca::ee4f86d3-d7a1-47d5-a712-fe853323f13a" providerId="AD" clId="Web-{0AEFEA31-B41B-F018-D503-000C324A624A}" dt="2020-04-02T23:38:18.584" v="311" actId="20577"/>
          <ac:spMkLst>
            <pc:docMk/>
            <pc:sldMk cId="419909929" sldId="278"/>
            <ac:spMk id="103" creationId="{2DDF0D9E-7623-437B-8955-CAF87C68D505}"/>
          </ac:spMkLst>
        </pc:spChg>
        <pc:spChg chg="mod">
          <ac:chgData name="Nikhil Komari" userId="S::nkomari@uwo.ca::ee4f86d3-d7a1-47d5-a712-fe853323f13a" providerId="AD" clId="Web-{0AEFEA31-B41B-F018-D503-000C324A624A}" dt="2020-04-02T23:20:23.357" v="2" actId="20577"/>
          <ac:spMkLst>
            <pc:docMk/>
            <pc:sldMk cId="419909929" sldId="278"/>
            <ac:spMk id="119" creationId="{A00B4CF8-2594-4457-AD9C-83293FD35777}"/>
          </ac:spMkLst>
        </pc:spChg>
        <pc:spChg chg="mod">
          <ac:chgData name="Nikhil Komari" userId="S::nkomari@uwo.ca::ee4f86d3-d7a1-47d5-a712-fe853323f13a" providerId="AD" clId="Web-{0AEFEA31-B41B-F018-D503-000C324A624A}" dt="2020-04-02T23:40:12.164" v="393" actId="14100"/>
          <ac:spMkLst>
            <pc:docMk/>
            <pc:sldMk cId="419909929" sldId="278"/>
            <ac:spMk id="127" creationId="{E7D82850-54ED-44E2-B7E8-D9A04360EC63}"/>
          </ac:spMkLst>
        </pc:spChg>
        <pc:grpChg chg="mod">
          <ac:chgData name="Nikhil Komari" userId="S::nkomari@uwo.ca::ee4f86d3-d7a1-47d5-a712-fe853323f13a" providerId="AD" clId="Web-{0AEFEA31-B41B-F018-D503-000C324A624A}" dt="2020-04-02T23:26:22.438" v="113" actId="1076"/>
          <ac:grpSpMkLst>
            <pc:docMk/>
            <pc:sldMk cId="419909929" sldId="278"/>
            <ac:grpSpMk id="73" creationId="{DDDD9CA7-EC21-4FFC-B3D9-18AA009F3669}"/>
          </ac:grpSpMkLst>
        </pc:grpChg>
        <pc:grpChg chg="mod">
          <ac:chgData name="Nikhil Komari" userId="S::nkomari@uwo.ca::ee4f86d3-d7a1-47d5-a712-fe853323f13a" providerId="AD" clId="Web-{0AEFEA31-B41B-F018-D503-000C324A624A}" dt="2020-04-02T23:38:26.835" v="314" actId="14100"/>
          <ac:grpSpMkLst>
            <pc:docMk/>
            <pc:sldMk cId="419909929" sldId="278"/>
            <ac:grpSpMk id="77" creationId="{395030C4-D71C-481B-BA3F-54BDFFBE2F12}"/>
          </ac:grpSpMkLst>
        </pc:grpChg>
      </pc:sldChg>
      <pc:sldChg chg="modSp">
        <pc:chgData name="Nikhil Komari" userId="S::nkomari@uwo.ca::ee4f86d3-d7a1-47d5-a712-fe853323f13a" providerId="AD" clId="Web-{0AEFEA31-B41B-F018-D503-000C324A624A}" dt="2020-04-03T00:16:55.243" v="904" actId="20577"/>
        <pc:sldMkLst>
          <pc:docMk/>
          <pc:sldMk cId="2712270058" sldId="285"/>
        </pc:sldMkLst>
        <pc:spChg chg="mod">
          <ac:chgData name="Nikhil Komari" userId="S::nkomari@uwo.ca::ee4f86d3-d7a1-47d5-a712-fe853323f13a" providerId="AD" clId="Web-{0AEFEA31-B41B-F018-D503-000C324A624A}" dt="2020-04-03T00:16:55.243" v="904" actId="20577"/>
          <ac:spMkLst>
            <pc:docMk/>
            <pc:sldMk cId="2712270058" sldId="285"/>
            <ac:spMk id="20" creationId="{80D993F9-6136-467F-9736-C46E90A2E191}"/>
          </ac:spMkLst>
        </pc:spChg>
      </pc:sldChg>
      <pc:sldChg chg="modSp">
        <pc:chgData name="Nikhil Komari" userId="S::nkomari@uwo.ca::ee4f86d3-d7a1-47d5-a712-fe853323f13a" providerId="AD" clId="Web-{0AEFEA31-B41B-F018-D503-000C324A624A}" dt="2020-04-03T00:37:24.581" v="1047" actId="1076"/>
        <pc:sldMkLst>
          <pc:docMk/>
          <pc:sldMk cId="3446036230" sldId="291"/>
        </pc:sldMkLst>
        <pc:spChg chg="mod">
          <ac:chgData name="Nikhil Komari" userId="S::nkomari@uwo.ca::ee4f86d3-d7a1-47d5-a712-fe853323f13a" providerId="AD" clId="Web-{0AEFEA31-B41B-F018-D503-000C324A624A}" dt="2020-04-03T00:19:39.573" v="938" actId="20577"/>
          <ac:spMkLst>
            <pc:docMk/>
            <pc:sldMk cId="3446036230" sldId="291"/>
            <ac:spMk id="42" creationId="{E11EC0FA-EFA9-4A6E-BD97-0C93FF484FE4}"/>
          </ac:spMkLst>
        </pc:spChg>
        <pc:spChg chg="mod">
          <ac:chgData name="Nikhil Komari" userId="S::nkomari@uwo.ca::ee4f86d3-d7a1-47d5-a712-fe853323f13a" providerId="AD" clId="Web-{0AEFEA31-B41B-F018-D503-000C324A624A}" dt="2020-04-03T00:20:07.917" v="1045" actId="20577"/>
          <ac:spMkLst>
            <pc:docMk/>
            <pc:sldMk cId="3446036230" sldId="291"/>
            <ac:spMk id="54" creationId="{5A0B9849-37EC-4804-94E9-F338778109B0}"/>
          </ac:spMkLst>
        </pc:spChg>
        <pc:picChg chg="mod">
          <ac:chgData name="Nikhil Komari" userId="S::nkomari@uwo.ca::ee4f86d3-d7a1-47d5-a712-fe853323f13a" providerId="AD" clId="Web-{0AEFEA31-B41B-F018-D503-000C324A624A}" dt="2020-04-03T00:37:24.581" v="1047" actId="1076"/>
          <ac:picMkLst>
            <pc:docMk/>
            <pc:sldMk cId="3446036230" sldId="291"/>
            <ac:picMk id="9" creationId="{280197B6-8000-4D71-B1DE-892FEE79D5FB}"/>
          </ac:picMkLst>
        </pc:picChg>
      </pc:sldChg>
      <pc:sldChg chg="modSp">
        <pc:chgData name="Nikhil Komari" userId="S::nkomari@uwo.ca::ee4f86d3-d7a1-47d5-a712-fe853323f13a" providerId="AD" clId="Web-{0AEFEA31-B41B-F018-D503-000C324A624A}" dt="2020-04-03T00:08:12.036" v="767" actId="20577"/>
        <pc:sldMkLst>
          <pc:docMk/>
          <pc:sldMk cId="115831481" sldId="298"/>
        </pc:sldMkLst>
        <pc:spChg chg="mod">
          <ac:chgData name="Nikhil Komari" userId="S::nkomari@uwo.ca::ee4f86d3-d7a1-47d5-a712-fe853323f13a" providerId="AD" clId="Web-{0AEFEA31-B41B-F018-D503-000C324A624A}" dt="2020-04-03T00:08:12.036" v="767" actId="20577"/>
          <ac:spMkLst>
            <pc:docMk/>
            <pc:sldMk cId="115831481" sldId="298"/>
            <ac:spMk id="6" creationId="{152ADB85-0025-4E0A-B62D-0D6377972C2F}"/>
          </ac:spMkLst>
        </pc:spChg>
      </pc:sldChg>
      <pc:sldChg chg="addSp delSp modSp">
        <pc:chgData name="Nikhil Komari" userId="S::nkomari@uwo.ca::ee4f86d3-d7a1-47d5-a712-fe853323f13a" providerId="AD" clId="Web-{0AEFEA31-B41B-F018-D503-000C324A624A}" dt="2020-04-03T00:13:58.976" v="872" actId="1076"/>
        <pc:sldMkLst>
          <pc:docMk/>
          <pc:sldMk cId="1346420906" sldId="302"/>
        </pc:sldMkLst>
        <pc:spChg chg="mod">
          <ac:chgData name="Nikhil Komari" userId="S::nkomari@uwo.ca::ee4f86d3-d7a1-47d5-a712-fe853323f13a" providerId="AD" clId="Web-{0AEFEA31-B41B-F018-D503-000C324A624A}" dt="2020-04-03T00:11:20.631" v="834" actId="20577"/>
          <ac:spMkLst>
            <pc:docMk/>
            <pc:sldMk cId="1346420906" sldId="302"/>
            <ac:spMk id="58" creationId="{A8C28D86-F6F7-447E-882E-15D59AC30E95}"/>
          </ac:spMkLst>
        </pc:spChg>
        <pc:grpChg chg="del">
          <ac:chgData name="Nikhil Komari" userId="S::nkomari@uwo.ca::ee4f86d3-d7a1-47d5-a712-fe853323f13a" providerId="AD" clId="Web-{0AEFEA31-B41B-F018-D503-000C324A624A}" dt="2020-04-03T00:13:39.945" v="868"/>
          <ac:grpSpMkLst>
            <pc:docMk/>
            <pc:sldMk cId="1346420906" sldId="302"/>
            <ac:grpSpMk id="53" creationId="{4D6F0702-BFD3-427B-817E-B81205291C66}"/>
          </ac:grpSpMkLst>
        </pc:grpChg>
        <pc:picChg chg="add mod">
          <ac:chgData name="Nikhil Komari" userId="S::nkomari@uwo.ca::ee4f86d3-d7a1-47d5-a712-fe853323f13a" providerId="AD" clId="Web-{0AEFEA31-B41B-F018-D503-000C324A624A}" dt="2020-04-03T00:13:58.976" v="872" actId="1076"/>
          <ac:picMkLst>
            <pc:docMk/>
            <pc:sldMk cId="1346420906" sldId="302"/>
            <ac:picMk id="867" creationId="{D374F5FA-57A3-42BC-A6B4-A42DD2A9E7A8}"/>
          </ac:picMkLst>
        </pc:picChg>
        <pc:cxnChg chg="mod">
          <ac:chgData name="Nikhil Komari" userId="S::nkomari@uwo.ca::ee4f86d3-d7a1-47d5-a712-fe853323f13a" providerId="AD" clId="Web-{0AEFEA31-B41B-F018-D503-000C324A624A}" dt="2020-04-03T00:13:39.945" v="868"/>
          <ac:cxnSpMkLst>
            <pc:docMk/>
            <pc:sldMk cId="1346420906" sldId="302"/>
            <ac:cxnSpMk id="56" creationId="{BA080D14-4281-4F1A-A9E1-E9B25ADA71BE}"/>
          </ac:cxnSpMkLst>
        </pc:cxnChg>
        <pc:cxnChg chg="mod">
          <ac:chgData name="Nikhil Komari" userId="S::nkomari@uwo.ca::ee4f86d3-d7a1-47d5-a712-fe853323f13a" providerId="AD" clId="Web-{0AEFEA31-B41B-F018-D503-000C324A624A}" dt="2020-04-03T00:13:39.945" v="868"/>
          <ac:cxnSpMkLst>
            <pc:docMk/>
            <pc:sldMk cId="1346420906" sldId="302"/>
            <ac:cxnSpMk id="57" creationId="{733694BE-487B-4369-8ED8-056B6A90DB96}"/>
          </ac:cxnSpMkLst>
        </pc:cxnChg>
        <pc:cxnChg chg="mod">
          <ac:chgData name="Nikhil Komari" userId="S::nkomari@uwo.ca::ee4f86d3-d7a1-47d5-a712-fe853323f13a" providerId="AD" clId="Web-{0AEFEA31-B41B-F018-D503-000C324A624A}" dt="2020-04-03T00:13:39.945" v="868"/>
          <ac:cxnSpMkLst>
            <pc:docMk/>
            <pc:sldMk cId="1346420906" sldId="302"/>
            <ac:cxnSpMk id="59" creationId="{731DF071-4F67-44FF-9343-F2D85B24F3A3}"/>
          </ac:cxnSpMkLst>
        </pc:cxnChg>
      </pc:sldChg>
      <pc:sldChg chg="addSp delSp modSp">
        <pc:chgData name="Nikhil Komari" userId="S::nkomari@uwo.ca::ee4f86d3-d7a1-47d5-a712-fe853323f13a" providerId="AD" clId="Web-{0AEFEA31-B41B-F018-D503-000C324A624A}" dt="2020-04-03T00:14:54.992" v="880" actId="14100"/>
        <pc:sldMkLst>
          <pc:docMk/>
          <pc:sldMk cId="3101472418" sldId="320"/>
        </pc:sldMkLst>
        <pc:grpChg chg="del">
          <ac:chgData name="Nikhil Komari" userId="S::nkomari@uwo.ca::ee4f86d3-d7a1-47d5-a712-fe853323f13a" providerId="AD" clId="Web-{0AEFEA31-B41B-F018-D503-000C324A624A}" dt="2020-04-03T00:14:36.649" v="874"/>
          <ac:grpSpMkLst>
            <pc:docMk/>
            <pc:sldMk cId="3101472418" sldId="320"/>
            <ac:grpSpMk id="31" creationId="{D78E79D7-A864-4D58-BEFA-13597F0FB49C}"/>
          </ac:grpSpMkLst>
        </pc:grpChg>
        <pc:picChg chg="add mod">
          <ac:chgData name="Nikhil Komari" userId="S::nkomari@uwo.ca::ee4f86d3-d7a1-47d5-a712-fe853323f13a" providerId="AD" clId="Web-{0AEFEA31-B41B-F018-D503-000C324A624A}" dt="2020-04-03T00:14:54.992" v="880" actId="14100"/>
          <ac:picMkLst>
            <pc:docMk/>
            <pc:sldMk cId="3101472418" sldId="320"/>
            <ac:picMk id="93" creationId="{36844AC5-6C9F-4513-93C4-4E44C7815B50}"/>
          </ac:picMkLst>
        </pc:picChg>
        <pc:cxnChg chg="mod">
          <ac:chgData name="Nikhil Komari" userId="S::nkomari@uwo.ca::ee4f86d3-d7a1-47d5-a712-fe853323f13a" providerId="AD" clId="Web-{0AEFEA31-B41B-F018-D503-000C324A624A}" dt="2020-04-03T00:14:36.649" v="874"/>
          <ac:cxnSpMkLst>
            <pc:docMk/>
            <pc:sldMk cId="3101472418" sldId="320"/>
            <ac:cxnSpMk id="34" creationId="{75CCFB60-169F-4D1C-B69E-0A0BA3A21484}"/>
          </ac:cxnSpMkLst>
        </pc:cxnChg>
        <pc:cxnChg chg="mod">
          <ac:chgData name="Nikhil Komari" userId="S::nkomari@uwo.ca::ee4f86d3-d7a1-47d5-a712-fe853323f13a" providerId="AD" clId="Web-{0AEFEA31-B41B-F018-D503-000C324A624A}" dt="2020-04-03T00:14:36.649" v="874"/>
          <ac:cxnSpMkLst>
            <pc:docMk/>
            <pc:sldMk cId="3101472418" sldId="320"/>
            <ac:cxnSpMk id="35" creationId="{DD878D63-4C88-4300-9710-7094E1F61021}"/>
          </ac:cxnSpMkLst>
        </pc:cxnChg>
        <pc:cxnChg chg="mod">
          <ac:chgData name="Nikhil Komari" userId="S::nkomari@uwo.ca::ee4f86d3-d7a1-47d5-a712-fe853323f13a" providerId="AD" clId="Web-{0AEFEA31-B41B-F018-D503-000C324A624A}" dt="2020-04-03T00:14:36.649" v="874"/>
          <ac:cxnSpMkLst>
            <pc:docMk/>
            <pc:sldMk cId="3101472418" sldId="320"/>
            <ac:cxnSpMk id="37" creationId="{ED80C140-53D4-406E-8232-F1A9073D2848}"/>
          </ac:cxnSpMkLst>
        </pc:cxnChg>
      </pc:sldChg>
      <pc:sldChg chg="addSp delSp modSp">
        <pc:chgData name="Nikhil Komari" userId="S::nkomari@uwo.ca::ee4f86d3-d7a1-47d5-a712-fe853323f13a" providerId="AD" clId="Web-{0AEFEA31-B41B-F018-D503-000C324A624A}" dt="2020-04-03T00:16:03.368" v="888" actId="14100"/>
        <pc:sldMkLst>
          <pc:docMk/>
          <pc:sldMk cId="1621998222" sldId="321"/>
        </pc:sldMkLst>
        <pc:spChg chg="mod">
          <ac:chgData name="Nikhil Komari" userId="S::nkomari@uwo.ca::ee4f86d3-d7a1-47d5-a712-fe853323f13a" providerId="AD" clId="Web-{0AEFEA31-B41B-F018-D503-000C324A624A}" dt="2020-04-03T00:15:48.524" v="884"/>
          <ac:spMkLst>
            <pc:docMk/>
            <pc:sldMk cId="1621998222" sldId="321"/>
            <ac:spMk id="4" creationId="{49830AE6-3D29-4888-9A98-CA7098D82180}"/>
          </ac:spMkLst>
        </pc:spChg>
        <pc:spChg chg="mod">
          <ac:chgData name="Nikhil Komari" userId="S::nkomari@uwo.ca::ee4f86d3-d7a1-47d5-a712-fe853323f13a" providerId="AD" clId="Web-{0AEFEA31-B41B-F018-D503-000C324A624A}" dt="2020-04-03T00:15:48.524" v="884"/>
          <ac:spMkLst>
            <pc:docMk/>
            <pc:sldMk cId="1621998222" sldId="321"/>
            <ac:spMk id="5" creationId="{88E4AEF1-BCC1-469A-84F6-93FCBF447C7B}"/>
          </ac:spMkLst>
        </pc:spChg>
        <pc:spChg chg="mod">
          <ac:chgData name="Nikhil Komari" userId="S::nkomari@uwo.ca::ee4f86d3-d7a1-47d5-a712-fe853323f13a" providerId="AD" clId="Web-{0AEFEA31-B41B-F018-D503-000C324A624A}" dt="2020-04-03T00:15:48.524" v="884"/>
          <ac:spMkLst>
            <pc:docMk/>
            <pc:sldMk cId="1621998222" sldId="321"/>
            <ac:spMk id="6" creationId="{152ADB85-0025-4E0A-B62D-0D6377972C2F}"/>
          </ac:spMkLst>
        </pc:spChg>
        <pc:spChg chg="add del">
          <ac:chgData name="Nikhil Komari" userId="S::nkomari@uwo.ca::ee4f86d3-d7a1-47d5-a712-fe853323f13a" providerId="AD" clId="Web-{0AEFEA31-B41B-F018-D503-000C324A624A}" dt="2020-04-03T00:11:54.725" v="836"/>
          <ac:spMkLst>
            <pc:docMk/>
            <pc:sldMk cId="1621998222" sldId="321"/>
            <ac:spMk id="12" creationId="{3DFACC08-755E-465D-B69B-8A4B71EB4D96}"/>
          </ac:spMkLst>
        </pc:spChg>
        <pc:spChg chg="add del">
          <ac:chgData name="Nikhil Komari" userId="S::nkomari@uwo.ca::ee4f86d3-d7a1-47d5-a712-fe853323f13a" providerId="AD" clId="Web-{0AEFEA31-B41B-F018-D503-000C324A624A}" dt="2020-04-03T00:15:48.524" v="884"/>
          <ac:spMkLst>
            <pc:docMk/>
            <pc:sldMk cId="1621998222" sldId="321"/>
            <ac:spMk id="13" creationId="{4C608BEB-860E-4094-8511-78603564A75E}"/>
          </ac:spMkLst>
        </pc:spChg>
        <pc:spChg chg="add del">
          <ac:chgData name="Nikhil Komari" userId="S::nkomari@uwo.ca::ee4f86d3-d7a1-47d5-a712-fe853323f13a" providerId="AD" clId="Web-{0AEFEA31-B41B-F018-D503-000C324A624A}" dt="2020-04-03T00:15:48.524" v="884"/>
          <ac:spMkLst>
            <pc:docMk/>
            <pc:sldMk cId="1621998222" sldId="321"/>
            <ac:spMk id="124" creationId="{1707FC24-6981-43D9-B525-C7832BA22463}"/>
          </ac:spMkLst>
        </pc:spChg>
        <pc:grpChg chg="del">
          <ac:chgData name="Nikhil Komari" userId="S::nkomari@uwo.ca::ee4f86d3-d7a1-47d5-a712-fe853323f13a" providerId="AD" clId="Web-{0AEFEA31-B41B-F018-D503-000C324A624A}" dt="2020-04-03T00:15:20.571" v="881"/>
          <ac:grpSpMkLst>
            <pc:docMk/>
            <pc:sldMk cId="1621998222" sldId="321"/>
            <ac:grpSpMk id="7" creationId="{636D6CE5-A44E-49D9-9B9F-8742A20BE5BF}"/>
          </ac:grpSpMkLst>
        </pc:grpChg>
        <pc:picChg chg="add mod ord">
          <ac:chgData name="Nikhil Komari" userId="S::nkomari@uwo.ca::ee4f86d3-d7a1-47d5-a712-fe853323f13a" providerId="AD" clId="Web-{0AEFEA31-B41B-F018-D503-000C324A624A}" dt="2020-04-03T00:16:03.368" v="888" actId="14100"/>
          <ac:picMkLst>
            <pc:docMk/>
            <pc:sldMk cId="1621998222" sldId="321"/>
            <ac:picMk id="183" creationId="{75C5DCD3-A9F4-4BB2-91F7-6F0EF9CF759E}"/>
          </ac:picMkLst>
        </pc:picChg>
        <pc:cxnChg chg="mod">
          <ac:chgData name="Nikhil Komari" userId="S::nkomari@uwo.ca::ee4f86d3-d7a1-47d5-a712-fe853323f13a" providerId="AD" clId="Web-{0AEFEA31-B41B-F018-D503-000C324A624A}" dt="2020-04-03T00:15:20.571" v="881"/>
          <ac:cxnSpMkLst>
            <pc:docMk/>
            <pc:sldMk cId="1621998222" sldId="321"/>
            <ac:cxnSpMk id="10" creationId="{B80DA223-6D0F-4C5C-B9EA-C39D1E49ABD9}"/>
          </ac:cxnSpMkLst>
        </pc:cxnChg>
        <pc:cxnChg chg="mod">
          <ac:chgData name="Nikhil Komari" userId="S::nkomari@uwo.ca::ee4f86d3-d7a1-47d5-a712-fe853323f13a" providerId="AD" clId="Web-{0AEFEA31-B41B-F018-D503-000C324A624A}" dt="2020-04-03T00:15:20.571" v="881"/>
          <ac:cxnSpMkLst>
            <pc:docMk/>
            <pc:sldMk cId="1621998222" sldId="321"/>
            <ac:cxnSpMk id="11" creationId="{CD469D9A-B4D8-4908-B1F2-AD9C88DFCCAC}"/>
          </ac:cxnSpMkLst>
        </pc:cxnChg>
        <pc:cxnChg chg="mod">
          <ac:chgData name="Nikhil Komari" userId="S::nkomari@uwo.ca::ee4f86d3-d7a1-47d5-a712-fe853323f13a" providerId="AD" clId="Web-{0AEFEA31-B41B-F018-D503-000C324A624A}" dt="2020-04-03T00:15:20.571" v="881"/>
          <ac:cxnSpMkLst>
            <pc:docMk/>
            <pc:sldMk cId="1621998222" sldId="321"/>
            <ac:cxnSpMk id="14" creationId="{DA08C0D9-42D7-41D7-A4C4-C2920830E45F}"/>
          </ac:cxnSpMkLst>
        </pc:cxnChg>
        <pc:cxnChg chg="add del">
          <ac:chgData name="Nikhil Komari" userId="S::nkomari@uwo.ca::ee4f86d3-d7a1-47d5-a712-fe853323f13a" providerId="AD" clId="Web-{0AEFEA31-B41B-F018-D503-000C324A624A}" dt="2020-04-03T00:15:48.524" v="884"/>
          <ac:cxnSpMkLst>
            <pc:docMk/>
            <pc:sldMk cId="1621998222" sldId="321"/>
            <ac:cxnSpMk id="15" creationId="{1F16A8D4-FE87-4604-88B2-394B5D1EB437}"/>
          </ac:cxnSpMkLst>
        </pc:cxnChg>
      </pc:sldChg>
      <pc:sldChg chg="modSp">
        <pc:chgData name="Nikhil Komari" userId="S::nkomari@uwo.ca::ee4f86d3-d7a1-47d5-a712-fe853323f13a" providerId="AD" clId="Web-{0AEFEA31-B41B-F018-D503-000C324A624A}" dt="2020-04-03T00:08:43.161" v="780" actId="20577"/>
        <pc:sldMkLst>
          <pc:docMk/>
          <pc:sldMk cId="1992484284" sldId="323"/>
        </pc:sldMkLst>
        <pc:spChg chg="mod">
          <ac:chgData name="Nikhil Komari" userId="S::nkomari@uwo.ca::ee4f86d3-d7a1-47d5-a712-fe853323f13a" providerId="AD" clId="Web-{0AEFEA31-B41B-F018-D503-000C324A624A}" dt="2020-04-03T00:08:43.161" v="780" actId="20577"/>
          <ac:spMkLst>
            <pc:docMk/>
            <pc:sldMk cId="1992484284" sldId="323"/>
            <ac:spMk id="6" creationId="{152ADB85-0025-4E0A-B62D-0D6377972C2F}"/>
          </ac:spMkLst>
        </pc:spChg>
      </pc:sldChg>
      <pc:sldChg chg="modSp">
        <pc:chgData name="Nikhil Komari" userId="S::nkomari@uwo.ca::ee4f86d3-d7a1-47d5-a712-fe853323f13a" providerId="AD" clId="Web-{0AEFEA31-B41B-F018-D503-000C324A624A}" dt="2020-04-03T00:12:00.975" v="864" actId="20577"/>
        <pc:sldMkLst>
          <pc:docMk/>
          <pc:sldMk cId="1516909487" sldId="324"/>
        </pc:sldMkLst>
        <pc:spChg chg="mod">
          <ac:chgData name="Nikhil Komari" userId="S::nkomari@uwo.ca::ee4f86d3-d7a1-47d5-a712-fe853323f13a" providerId="AD" clId="Web-{0AEFEA31-B41B-F018-D503-000C324A624A}" dt="2020-04-03T00:12:00.975" v="864" actId="20577"/>
          <ac:spMkLst>
            <pc:docMk/>
            <pc:sldMk cId="1516909487" sldId="324"/>
            <ac:spMk id="6" creationId="{152ADB85-0025-4E0A-B62D-0D6377972C2F}"/>
          </ac:spMkLst>
        </pc:spChg>
      </pc:sldChg>
      <pc:sldChg chg="modSp">
        <pc:chgData name="Nikhil Komari" userId="S::nkomari@uwo.ca::ee4f86d3-d7a1-47d5-a712-fe853323f13a" providerId="AD" clId="Web-{0AEFEA31-B41B-F018-D503-000C324A624A}" dt="2020-04-03T00:08:54.677" v="793" actId="20577"/>
        <pc:sldMkLst>
          <pc:docMk/>
          <pc:sldMk cId="1142560619" sldId="327"/>
        </pc:sldMkLst>
        <pc:spChg chg="mod">
          <ac:chgData name="Nikhil Komari" userId="S::nkomari@uwo.ca::ee4f86d3-d7a1-47d5-a712-fe853323f13a" providerId="AD" clId="Web-{0AEFEA31-B41B-F018-D503-000C324A624A}" dt="2020-04-03T00:08:54.677" v="793" actId="20577"/>
          <ac:spMkLst>
            <pc:docMk/>
            <pc:sldMk cId="1142560619" sldId="327"/>
            <ac:spMk id="6" creationId="{152ADB85-0025-4E0A-B62D-0D6377972C2F}"/>
          </ac:spMkLst>
        </pc:spChg>
      </pc:sldChg>
      <pc:sldChg chg="modSp">
        <pc:chgData name="Nikhil Komari" userId="S::nkomari@uwo.ca::ee4f86d3-d7a1-47d5-a712-fe853323f13a" providerId="AD" clId="Web-{0AEFEA31-B41B-F018-D503-000C324A624A}" dt="2020-04-02T23:49:15.730" v="508" actId="20577"/>
        <pc:sldMkLst>
          <pc:docMk/>
          <pc:sldMk cId="1839219276" sldId="351"/>
        </pc:sldMkLst>
        <pc:spChg chg="mod">
          <ac:chgData name="Nikhil Komari" userId="S::nkomari@uwo.ca::ee4f86d3-d7a1-47d5-a712-fe853323f13a" providerId="AD" clId="Web-{0AEFEA31-B41B-F018-D503-000C324A624A}" dt="2020-04-02T23:40:59.664" v="420" actId="20577"/>
          <ac:spMkLst>
            <pc:docMk/>
            <pc:sldMk cId="1839219276" sldId="351"/>
            <ac:spMk id="6" creationId="{152ADB85-0025-4E0A-B62D-0D6377972C2F}"/>
          </ac:spMkLst>
        </pc:spChg>
        <pc:graphicFrameChg chg="modGraphic">
          <ac:chgData name="Nikhil Komari" userId="S::nkomari@uwo.ca::ee4f86d3-d7a1-47d5-a712-fe853323f13a" providerId="AD" clId="Web-{0AEFEA31-B41B-F018-D503-000C324A624A}" dt="2020-04-02T23:49:15.730" v="508" actId="20577"/>
          <ac:graphicFrameMkLst>
            <pc:docMk/>
            <pc:sldMk cId="1839219276" sldId="351"/>
            <ac:graphicFrameMk id="17" creationId="{16ABED77-31FE-4EDA-A472-E0B431693583}"/>
          </ac:graphicFrameMkLst>
        </pc:graphicFrameChg>
      </pc:sldChg>
      <pc:sldChg chg="del">
        <pc:chgData name="Nikhil Komari" userId="S::nkomari@uwo.ca::ee4f86d3-d7a1-47d5-a712-fe853323f13a" providerId="AD" clId="Web-{0AEFEA31-B41B-F018-D503-000C324A624A}" dt="2020-04-02T23:51:33.591" v="509"/>
        <pc:sldMkLst>
          <pc:docMk/>
          <pc:sldMk cId="306272127" sldId="352"/>
        </pc:sldMkLst>
      </pc:sldChg>
      <pc:sldChg chg="addSp delSp modSp">
        <pc:chgData name="Nikhil Komari" userId="S::nkomari@uwo.ca::ee4f86d3-d7a1-47d5-a712-fe853323f13a" providerId="AD" clId="Web-{0AEFEA31-B41B-F018-D503-000C324A624A}" dt="2020-04-03T00:07:50.817" v="758" actId="20577"/>
        <pc:sldMkLst>
          <pc:docMk/>
          <pc:sldMk cId="2721782479" sldId="357"/>
        </pc:sldMkLst>
        <pc:spChg chg="mod">
          <ac:chgData name="Nikhil Komari" userId="S::nkomari@uwo.ca::ee4f86d3-d7a1-47d5-a712-fe853323f13a" providerId="AD" clId="Web-{0AEFEA31-B41B-F018-D503-000C324A624A}" dt="2020-04-02T23:57:49.094" v="522" actId="20577"/>
          <ac:spMkLst>
            <pc:docMk/>
            <pc:sldMk cId="2721782479" sldId="357"/>
            <ac:spMk id="6" creationId="{152ADB85-0025-4E0A-B62D-0D6377972C2F}"/>
          </ac:spMkLst>
        </pc:spChg>
        <pc:graphicFrameChg chg="add del modGraphic">
          <ac:chgData name="Nikhil Komari" userId="S::nkomari@uwo.ca::ee4f86d3-d7a1-47d5-a712-fe853323f13a" providerId="AD" clId="Web-{0AEFEA31-B41B-F018-D503-000C324A624A}" dt="2020-04-03T00:03:02.909" v="558"/>
          <ac:graphicFrameMkLst>
            <pc:docMk/>
            <pc:sldMk cId="2721782479" sldId="357"/>
            <ac:graphicFrameMk id="17" creationId="{16ABED77-31FE-4EDA-A472-E0B431693583}"/>
          </ac:graphicFrameMkLst>
        </pc:graphicFrameChg>
        <pc:graphicFrameChg chg="add mod modGraphic">
          <ac:chgData name="Nikhil Komari" userId="S::nkomari@uwo.ca::ee4f86d3-d7a1-47d5-a712-fe853323f13a" providerId="AD" clId="Web-{0AEFEA31-B41B-F018-D503-000C324A624A}" dt="2020-04-03T00:07:50.817" v="758" actId="20577"/>
          <ac:graphicFrameMkLst>
            <pc:docMk/>
            <pc:sldMk cId="2721782479" sldId="357"/>
            <ac:graphicFrameMk id="625" creationId="{E12EF7C9-60FE-4EFE-9370-EE6A5CDD7934}"/>
          </ac:graphicFrameMkLst>
        </pc:graphicFrameChg>
      </pc:sldChg>
      <pc:sldChg chg="del">
        <pc:chgData name="Nikhil Komari" userId="S::nkomari@uwo.ca::ee4f86d3-d7a1-47d5-a712-fe853323f13a" providerId="AD" clId="Web-{0AEFEA31-B41B-F018-D503-000C324A624A}" dt="2020-04-02T23:54:22.889" v="510"/>
        <pc:sldMkLst>
          <pc:docMk/>
          <pc:sldMk cId="1783047013" sldId="359"/>
        </pc:sldMkLst>
      </pc:sldChg>
      <pc:sldChg chg="del">
        <pc:chgData name="Nikhil Komari" userId="S::nkomari@uwo.ca::ee4f86d3-d7a1-47d5-a712-fe853323f13a" providerId="AD" clId="Web-{0AEFEA31-B41B-F018-D503-000C324A624A}" dt="2020-04-02T23:57:04.593" v="511"/>
        <pc:sldMkLst>
          <pc:docMk/>
          <pc:sldMk cId="921578843" sldId="360"/>
        </pc:sldMkLst>
      </pc:sldChg>
    </pc:docChg>
  </pc:docChgLst>
  <pc:docChgLst>
    <pc:chgData name="Nikhil Komari" userId="S::nkomari@uwo.ca::ee4f86d3-d7a1-47d5-a712-fe853323f13a" providerId="AD" clId="Web-{03077534-8BFE-0752-ACD3-0296A49B8FF8}"/>
    <pc:docChg chg="addSld delSld modSld">
      <pc:chgData name="Nikhil Komari" userId="S::nkomari@uwo.ca::ee4f86d3-d7a1-47d5-a712-fe853323f13a" providerId="AD" clId="Web-{03077534-8BFE-0752-ACD3-0296A49B8FF8}" dt="2020-04-03T15:58:23.416" v="923" actId="20577"/>
      <pc:docMkLst>
        <pc:docMk/>
      </pc:docMkLst>
      <pc:sldChg chg="addSp delSp modSp">
        <pc:chgData name="Nikhil Komari" userId="S::nkomari@uwo.ca::ee4f86d3-d7a1-47d5-a712-fe853323f13a" providerId="AD" clId="Web-{03077534-8BFE-0752-ACD3-0296A49B8FF8}" dt="2020-04-03T03:23:02.066" v="82" actId="20577"/>
        <pc:sldMkLst>
          <pc:docMk/>
          <pc:sldMk cId="457554112" sldId="336"/>
        </pc:sldMkLst>
        <pc:spChg chg="del">
          <ac:chgData name="Nikhil Komari" userId="S::nkomari@uwo.ca::ee4f86d3-d7a1-47d5-a712-fe853323f13a" providerId="AD" clId="Web-{03077534-8BFE-0752-ACD3-0296A49B8FF8}" dt="2020-04-03T03:20:01.893" v="62"/>
          <ac:spMkLst>
            <pc:docMk/>
            <pc:sldMk cId="457554112" sldId="336"/>
            <ac:spMk id="130" creationId="{FB7A65AA-AB31-488C-A688-057852F2E0F1}"/>
          </ac:spMkLst>
        </pc:spChg>
        <pc:spChg chg="del">
          <ac:chgData name="Nikhil Komari" userId="S::nkomari@uwo.ca::ee4f86d3-d7a1-47d5-a712-fe853323f13a" providerId="AD" clId="Web-{03077534-8BFE-0752-ACD3-0296A49B8FF8}" dt="2020-04-03T03:19:55.706" v="61"/>
          <ac:spMkLst>
            <pc:docMk/>
            <pc:sldMk cId="457554112" sldId="336"/>
            <ac:spMk id="131" creationId="{7BF2789E-68BC-4A0E-83D9-AE4FCC5A3DEB}"/>
          </ac:spMkLst>
        </pc:spChg>
        <pc:spChg chg="mod">
          <ac:chgData name="Nikhil Komari" userId="S::nkomari@uwo.ca::ee4f86d3-d7a1-47d5-a712-fe853323f13a" providerId="AD" clId="Web-{03077534-8BFE-0752-ACD3-0296A49B8FF8}" dt="2020-04-03T03:22:37.503" v="78" actId="20577"/>
          <ac:spMkLst>
            <pc:docMk/>
            <pc:sldMk cId="457554112" sldId="336"/>
            <ac:spMk id="212" creationId="{E568E3B0-0C7D-4AD1-8226-DCD3369A7887}"/>
          </ac:spMkLst>
        </pc:spChg>
        <pc:spChg chg="add del mod">
          <ac:chgData name="Nikhil Komari" userId="S::nkomari@uwo.ca::ee4f86d3-d7a1-47d5-a712-fe853323f13a" providerId="AD" clId="Web-{03077534-8BFE-0752-ACD3-0296A49B8FF8}" dt="2020-04-03T03:23:02.066" v="82" actId="20577"/>
          <ac:spMkLst>
            <pc:docMk/>
            <pc:sldMk cId="457554112" sldId="336"/>
            <ac:spMk id="213" creationId="{91FD6CC1-5C6E-4C6F-9787-C954F65241DA}"/>
          </ac:spMkLst>
        </pc:spChg>
        <pc:spChg chg="mod">
          <ac:chgData name="Nikhil Komari" userId="S::nkomari@uwo.ca::ee4f86d3-d7a1-47d5-a712-fe853323f13a" providerId="AD" clId="Web-{03077534-8BFE-0752-ACD3-0296A49B8FF8}" dt="2020-04-03T03:20:33.894" v="65" actId="20577"/>
          <ac:spMkLst>
            <pc:docMk/>
            <pc:sldMk cId="457554112" sldId="336"/>
            <ac:spMk id="237" creationId="{5A2AF31E-BEEC-40F4-A5F4-A352BC814D07}"/>
          </ac:spMkLst>
        </pc:spChg>
        <pc:spChg chg="del mod">
          <ac:chgData name="Nikhil Komari" userId="S::nkomari@uwo.ca::ee4f86d3-d7a1-47d5-a712-fe853323f13a" providerId="AD" clId="Web-{03077534-8BFE-0752-ACD3-0296A49B8FF8}" dt="2020-04-03T03:20:41.237" v="69"/>
          <ac:spMkLst>
            <pc:docMk/>
            <pc:sldMk cId="457554112" sldId="336"/>
            <ac:spMk id="238" creationId="{A4534A46-0DA5-463E-B5EB-5F3505EC6C93}"/>
          </ac:spMkLst>
        </pc:spChg>
      </pc:sldChg>
      <pc:sldChg chg="modSp">
        <pc:chgData name="Nikhil Komari" userId="S::nkomari@uwo.ca::ee4f86d3-d7a1-47d5-a712-fe853323f13a" providerId="AD" clId="Web-{03077534-8BFE-0752-ACD3-0296A49B8FF8}" dt="2020-04-03T04:24:57.815" v="636" actId="1076"/>
        <pc:sldMkLst>
          <pc:docMk/>
          <pc:sldMk cId="3638135901" sldId="337"/>
        </pc:sldMkLst>
        <pc:graphicFrameChg chg="mod modGraphic">
          <ac:chgData name="Nikhil Komari" userId="S::nkomari@uwo.ca::ee4f86d3-d7a1-47d5-a712-fe853323f13a" providerId="AD" clId="Web-{03077534-8BFE-0752-ACD3-0296A49B8FF8}" dt="2020-04-03T04:24:57.815" v="636" actId="1076"/>
          <ac:graphicFrameMkLst>
            <pc:docMk/>
            <pc:sldMk cId="3638135901" sldId="337"/>
            <ac:graphicFrameMk id="17" creationId="{16ABED77-31FE-4EDA-A472-E0B431693583}"/>
          </ac:graphicFrameMkLst>
        </pc:graphicFrameChg>
      </pc:sldChg>
      <pc:sldChg chg="modSp">
        <pc:chgData name="Nikhil Komari" userId="S::nkomari@uwo.ca::ee4f86d3-d7a1-47d5-a712-fe853323f13a" providerId="AD" clId="Web-{03077534-8BFE-0752-ACD3-0296A49B8FF8}" dt="2020-04-03T03:29:30.941" v="284" actId="14100"/>
        <pc:sldMkLst>
          <pc:docMk/>
          <pc:sldMk cId="1269246693" sldId="349"/>
        </pc:sldMkLst>
        <pc:spChg chg="mod">
          <ac:chgData name="Nikhil Komari" userId="S::nkomari@uwo.ca::ee4f86d3-d7a1-47d5-a712-fe853323f13a" providerId="AD" clId="Web-{03077534-8BFE-0752-ACD3-0296A49B8FF8}" dt="2020-04-03T03:29:30.941" v="284" actId="14100"/>
          <ac:spMkLst>
            <pc:docMk/>
            <pc:sldMk cId="1269246693" sldId="349"/>
            <ac:spMk id="2" creationId="{56D3E20F-BBB9-42F4-AB6D-702DF5176EBE}"/>
          </ac:spMkLst>
        </pc:spChg>
        <pc:spChg chg="mod">
          <ac:chgData name="Nikhil Komari" userId="S::nkomari@uwo.ca::ee4f86d3-d7a1-47d5-a712-fe853323f13a" providerId="AD" clId="Web-{03077534-8BFE-0752-ACD3-0296A49B8FF8}" dt="2020-04-03T03:27:37.676" v="271" actId="20577"/>
          <ac:spMkLst>
            <pc:docMk/>
            <pc:sldMk cId="1269246693" sldId="349"/>
            <ac:spMk id="6" creationId="{152ADB85-0025-4E0A-B62D-0D6377972C2F}"/>
          </ac:spMkLst>
        </pc:spChg>
      </pc:sldChg>
      <pc:sldChg chg="modSp">
        <pc:chgData name="Nikhil Komari" userId="S::nkomari@uwo.ca::ee4f86d3-d7a1-47d5-a712-fe853323f13a" providerId="AD" clId="Web-{03077534-8BFE-0752-ACD3-0296A49B8FF8}" dt="2020-04-03T15:58:23.416" v="922" actId="20577"/>
        <pc:sldMkLst>
          <pc:docMk/>
          <pc:sldMk cId="2211065045" sldId="353"/>
        </pc:sldMkLst>
        <pc:spChg chg="mod">
          <ac:chgData name="Nikhil Komari" userId="S::nkomari@uwo.ca::ee4f86d3-d7a1-47d5-a712-fe853323f13a" providerId="AD" clId="Web-{03077534-8BFE-0752-ACD3-0296A49B8FF8}" dt="2020-04-03T15:58:23.416" v="922" actId="20577"/>
          <ac:spMkLst>
            <pc:docMk/>
            <pc:sldMk cId="2211065045" sldId="353"/>
            <ac:spMk id="11" creationId="{BB003D32-00BD-4546-BB15-66F3DB626FE6}"/>
          </ac:spMkLst>
        </pc:spChg>
      </pc:sldChg>
      <pc:sldChg chg="del">
        <pc:chgData name="Nikhil Komari" userId="S::nkomari@uwo.ca::ee4f86d3-d7a1-47d5-a712-fe853323f13a" providerId="AD" clId="Web-{03077534-8BFE-0752-ACD3-0296A49B8FF8}" dt="2020-04-03T15:07:11.632" v="781"/>
        <pc:sldMkLst>
          <pc:docMk/>
          <pc:sldMk cId="2486860040" sldId="355"/>
        </pc:sldMkLst>
      </pc:sldChg>
      <pc:sldChg chg="modSp">
        <pc:chgData name="Nikhil Komari" userId="S::nkomari@uwo.ca::ee4f86d3-d7a1-47d5-a712-fe853323f13a" providerId="AD" clId="Web-{03077534-8BFE-0752-ACD3-0296A49B8FF8}" dt="2020-04-03T03:37:20.911" v="635" actId="14100"/>
        <pc:sldMkLst>
          <pc:docMk/>
          <pc:sldMk cId="143463365" sldId="358"/>
        </pc:sldMkLst>
        <pc:spChg chg="mod">
          <ac:chgData name="Nikhil Komari" userId="S::nkomari@uwo.ca::ee4f86d3-d7a1-47d5-a712-fe853323f13a" providerId="AD" clId="Web-{03077534-8BFE-0752-ACD3-0296A49B8FF8}" dt="2020-04-03T03:37:20.911" v="635" actId="14100"/>
          <ac:spMkLst>
            <pc:docMk/>
            <pc:sldMk cId="143463365" sldId="358"/>
            <ac:spMk id="11" creationId="{BB003D32-00BD-4546-BB15-66F3DB626FE6}"/>
          </ac:spMkLst>
        </pc:spChg>
      </pc:sldChg>
      <pc:sldChg chg="addSp delSp modSp new">
        <pc:chgData name="Nikhil Komari" userId="S::nkomari@uwo.ca::ee4f86d3-d7a1-47d5-a712-fe853323f13a" providerId="AD" clId="Web-{03077534-8BFE-0752-ACD3-0296A49B8FF8}" dt="2020-04-03T15:25:26.373" v="809"/>
        <pc:sldMkLst>
          <pc:docMk/>
          <pc:sldMk cId="2632022199" sldId="359"/>
        </pc:sldMkLst>
        <pc:spChg chg="mod">
          <ac:chgData name="Nikhil Komari" userId="S::nkomari@uwo.ca::ee4f86d3-d7a1-47d5-a712-fe853323f13a" providerId="AD" clId="Web-{03077534-8BFE-0752-ACD3-0296A49B8FF8}" dt="2020-04-03T14:56:06.722" v="705" actId="20577"/>
          <ac:spMkLst>
            <pc:docMk/>
            <pc:sldMk cId="2632022199" sldId="359"/>
            <ac:spMk id="2" creationId="{0E270CAD-D97C-4A0E-B3C3-F96FDD995F9F}"/>
          </ac:spMkLst>
        </pc:spChg>
        <pc:spChg chg="del">
          <ac:chgData name="Nikhil Komari" userId="S::nkomari@uwo.ca::ee4f86d3-d7a1-47d5-a712-fe853323f13a" providerId="AD" clId="Web-{03077534-8BFE-0752-ACD3-0296A49B8FF8}" dt="2020-04-03T14:39:07.934" v="638"/>
          <ac:spMkLst>
            <pc:docMk/>
            <pc:sldMk cId="2632022199" sldId="359"/>
            <ac:spMk id="3" creationId="{85E651F5-338E-469F-9F59-26C311C4F756}"/>
          </ac:spMkLst>
        </pc:spChg>
        <pc:spChg chg="add del mod">
          <ac:chgData name="Nikhil Komari" userId="S::nkomari@uwo.ca::ee4f86d3-d7a1-47d5-a712-fe853323f13a" providerId="AD" clId="Web-{03077534-8BFE-0752-ACD3-0296A49B8FF8}" dt="2020-04-03T14:39:30.903" v="640"/>
          <ac:spMkLst>
            <pc:docMk/>
            <pc:sldMk cId="2632022199" sldId="359"/>
            <ac:spMk id="9" creationId="{55492375-0A22-4D55-AE5B-D52FC614D0CE}"/>
          </ac:spMkLst>
        </pc:spChg>
        <pc:graphicFrameChg chg="add del mod ord modGraphic">
          <ac:chgData name="Nikhil Komari" userId="S::nkomari@uwo.ca::ee4f86d3-d7a1-47d5-a712-fe853323f13a" providerId="AD" clId="Web-{03077534-8BFE-0752-ACD3-0296A49B8FF8}" dt="2020-04-03T14:39:22.372" v="639"/>
          <ac:graphicFrameMkLst>
            <pc:docMk/>
            <pc:sldMk cId="2632022199" sldId="359"/>
            <ac:graphicFrameMk id="6" creationId="{C929871C-1F2C-4C0D-9BB9-815CF3237012}"/>
          </ac:graphicFrameMkLst>
        </pc:graphicFrameChg>
        <pc:graphicFrameChg chg="add mod ord modGraphic">
          <ac:chgData name="Nikhil Komari" userId="S::nkomari@uwo.ca::ee4f86d3-d7a1-47d5-a712-fe853323f13a" providerId="AD" clId="Web-{03077534-8BFE-0752-ACD3-0296A49B8FF8}" dt="2020-04-03T15:25:26.373" v="809"/>
          <ac:graphicFrameMkLst>
            <pc:docMk/>
            <pc:sldMk cId="2632022199" sldId="359"/>
            <ac:graphicFrameMk id="10" creationId="{A7C45D59-E844-4ED8-9352-DA20FA04BFB4}"/>
          </ac:graphicFrameMkLst>
        </pc:graphicFrameChg>
      </pc:sldChg>
      <pc:sldChg chg="new del">
        <pc:chgData name="Nikhil Komari" userId="S::nkomari@uwo.ca::ee4f86d3-d7a1-47d5-a712-fe853323f13a" providerId="AD" clId="Web-{03077534-8BFE-0752-ACD3-0296A49B8FF8}" dt="2020-04-03T15:42:13.332" v="811"/>
        <pc:sldMkLst>
          <pc:docMk/>
          <pc:sldMk cId="420579652" sldId="360"/>
        </pc:sldMkLst>
      </pc:sldChg>
    </pc:docChg>
  </pc:docChgLst>
  <pc:docChgLst>
    <pc:chgData name="Deep Singh" userId="691de62b-f606-4f41-8936-1ade9fc66103" providerId="ADAL" clId="{5596A10D-2B1B-40B8-AAB5-7487B1CC7759}"/>
    <pc:docChg chg="undo redo custSel addSld delSld modSld sldOrd">
      <pc:chgData name="Deep Singh" userId="691de62b-f606-4f41-8936-1ade9fc66103" providerId="ADAL" clId="{5596A10D-2B1B-40B8-AAB5-7487B1CC7759}" dt="2020-04-03T16:15:51.480" v="2571" actId="164"/>
      <pc:docMkLst>
        <pc:docMk/>
      </pc:docMkLst>
      <pc:sldChg chg="delSp modSp">
        <pc:chgData name="Deep Singh" userId="691de62b-f606-4f41-8936-1ade9fc66103" providerId="ADAL" clId="{5596A10D-2B1B-40B8-AAB5-7487B1CC7759}" dt="2020-04-03T01:41:58.340" v="1754" actId="1037"/>
        <pc:sldMkLst>
          <pc:docMk/>
          <pc:sldMk cId="2712270058" sldId="285"/>
        </pc:sldMkLst>
        <pc:spChg chg="mod">
          <ac:chgData name="Deep Singh" userId="691de62b-f606-4f41-8936-1ade9fc66103" providerId="ADAL" clId="{5596A10D-2B1B-40B8-AAB5-7487B1CC7759}" dt="2020-04-02T23:21:35.287" v="1547" actId="27636"/>
          <ac:spMkLst>
            <pc:docMk/>
            <pc:sldMk cId="2712270058" sldId="285"/>
            <ac:spMk id="20" creationId="{80D993F9-6136-467F-9736-C46E90A2E191}"/>
          </ac:spMkLst>
        </pc:spChg>
        <pc:spChg chg="mod">
          <ac:chgData name="Deep Singh" userId="691de62b-f606-4f41-8936-1ade9fc66103" providerId="ADAL" clId="{5596A10D-2B1B-40B8-AAB5-7487B1CC7759}" dt="2020-04-03T01:41:58.340" v="1754" actId="1037"/>
          <ac:spMkLst>
            <pc:docMk/>
            <pc:sldMk cId="2712270058" sldId="285"/>
            <ac:spMk id="21" creationId="{C3CD0FBF-F292-4EEF-86F5-76486342E380}"/>
          </ac:spMkLst>
        </pc:spChg>
        <pc:spChg chg="mod">
          <ac:chgData name="Deep Singh" userId="691de62b-f606-4f41-8936-1ade9fc66103" providerId="ADAL" clId="{5596A10D-2B1B-40B8-AAB5-7487B1CC7759}" dt="2020-04-03T01:41:58.340" v="1754" actId="1037"/>
          <ac:spMkLst>
            <pc:docMk/>
            <pc:sldMk cId="2712270058" sldId="285"/>
            <ac:spMk id="22" creationId="{E9DAEF54-2714-4509-A0AA-828250ADF659}"/>
          </ac:spMkLst>
        </pc:spChg>
        <pc:spChg chg="mod">
          <ac:chgData name="Deep Singh" userId="691de62b-f606-4f41-8936-1ade9fc66103" providerId="ADAL" clId="{5596A10D-2B1B-40B8-AAB5-7487B1CC7759}" dt="2020-04-03T01:41:58.340" v="1754" actId="1037"/>
          <ac:spMkLst>
            <pc:docMk/>
            <pc:sldMk cId="2712270058" sldId="285"/>
            <ac:spMk id="37" creationId="{358AEACC-457B-4D31-90FE-068A1D6B5B3F}"/>
          </ac:spMkLst>
        </pc:spChg>
        <pc:spChg chg="mod">
          <ac:chgData name="Deep Singh" userId="691de62b-f606-4f41-8936-1ade9fc66103" providerId="ADAL" clId="{5596A10D-2B1B-40B8-AAB5-7487B1CC7759}" dt="2020-04-03T01:41:58.340" v="1754" actId="1037"/>
          <ac:spMkLst>
            <pc:docMk/>
            <pc:sldMk cId="2712270058" sldId="285"/>
            <ac:spMk id="38" creationId="{8A56B29E-E6AB-4277-8D33-5B6D8D32C263}"/>
          </ac:spMkLst>
        </pc:spChg>
        <pc:spChg chg="mod">
          <ac:chgData name="Deep Singh" userId="691de62b-f606-4f41-8936-1ade9fc66103" providerId="ADAL" clId="{5596A10D-2B1B-40B8-AAB5-7487B1CC7759}" dt="2020-04-03T01:41:58.340" v="1754" actId="1037"/>
          <ac:spMkLst>
            <pc:docMk/>
            <pc:sldMk cId="2712270058" sldId="285"/>
            <ac:spMk id="39" creationId="{FC600905-D24E-4782-AD4F-938A835C882D}"/>
          </ac:spMkLst>
        </pc:spChg>
        <pc:spChg chg="del">
          <ac:chgData name="Deep Singh" userId="691de62b-f606-4f41-8936-1ade9fc66103" providerId="ADAL" clId="{5596A10D-2B1B-40B8-AAB5-7487B1CC7759}" dt="2020-04-03T01:40:26.393" v="1623" actId="478"/>
          <ac:spMkLst>
            <pc:docMk/>
            <pc:sldMk cId="2712270058" sldId="285"/>
            <ac:spMk id="40" creationId="{40779E1D-6B63-4DB9-96FA-FE73314FEC42}"/>
          </ac:spMkLst>
        </pc:spChg>
        <pc:spChg chg="del">
          <ac:chgData name="Deep Singh" userId="691de62b-f606-4f41-8936-1ade9fc66103" providerId="ADAL" clId="{5596A10D-2B1B-40B8-AAB5-7487B1CC7759}" dt="2020-04-03T01:40:20.262" v="1622" actId="478"/>
          <ac:spMkLst>
            <pc:docMk/>
            <pc:sldMk cId="2712270058" sldId="285"/>
            <ac:spMk id="41" creationId="{11B18783-14B5-4DA5-ADE4-39B1ABCD9DDC}"/>
          </ac:spMkLst>
        </pc:spChg>
        <pc:spChg chg="del">
          <ac:chgData name="Deep Singh" userId="691de62b-f606-4f41-8936-1ade9fc66103" providerId="ADAL" clId="{5596A10D-2B1B-40B8-AAB5-7487B1CC7759}" dt="2020-04-03T01:41:40.408" v="1699" actId="478"/>
          <ac:spMkLst>
            <pc:docMk/>
            <pc:sldMk cId="2712270058" sldId="285"/>
            <ac:spMk id="42" creationId="{E11EC0FA-EFA9-4A6E-BD97-0C93FF484FE4}"/>
          </ac:spMkLst>
        </pc:spChg>
        <pc:spChg chg="mod">
          <ac:chgData name="Deep Singh" userId="691de62b-f606-4f41-8936-1ade9fc66103" providerId="ADAL" clId="{5596A10D-2B1B-40B8-AAB5-7487B1CC7759}" dt="2020-04-03T01:41:58.340" v="1754" actId="1037"/>
          <ac:spMkLst>
            <pc:docMk/>
            <pc:sldMk cId="2712270058" sldId="285"/>
            <ac:spMk id="43" creationId="{04B3DD6E-AD75-4E01-9401-9780AAA4BDAD}"/>
          </ac:spMkLst>
        </pc:spChg>
        <pc:spChg chg="mod">
          <ac:chgData name="Deep Singh" userId="691de62b-f606-4f41-8936-1ade9fc66103" providerId="ADAL" clId="{5596A10D-2B1B-40B8-AAB5-7487B1CC7759}" dt="2020-04-03T01:41:58.340" v="1754" actId="1037"/>
          <ac:spMkLst>
            <pc:docMk/>
            <pc:sldMk cId="2712270058" sldId="285"/>
            <ac:spMk id="44" creationId="{865EDF38-1842-45DD-931E-F37C9832FEC9}"/>
          </ac:spMkLst>
        </pc:spChg>
        <pc:spChg chg="mod">
          <ac:chgData name="Deep Singh" userId="691de62b-f606-4f41-8936-1ade9fc66103" providerId="ADAL" clId="{5596A10D-2B1B-40B8-AAB5-7487B1CC7759}" dt="2020-04-03T01:41:58.340" v="1754" actId="1037"/>
          <ac:spMkLst>
            <pc:docMk/>
            <pc:sldMk cId="2712270058" sldId="285"/>
            <ac:spMk id="45" creationId="{2DDD7A5B-22AF-45E2-94D6-140155308E0E}"/>
          </ac:spMkLst>
        </pc:spChg>
        <pc:spChg chg="mod">
          <ac:chgData name="Deep Singh" userId="691de62b-f606-4f41-8936-1ade9fc66103" providerId="ADAL" clId="{5596A10D-2B1B-40B8-AAB5-7487B1CC7759}" dt="2020-04-03T01:41:05.222" v="1668" actId="20577"/>
          <ac:spMkLst>
            <pc:docMk/>
            <pc:sldMk cId="2712270058" sldId="285"/>
            <ac:spMk id="47" creationId="{86ECBBAE-D181-45A4-A2DB-04E13725C5AB}"/>
          </ac:spMkLst>
        </pc:spChg>
        <pc:spChg chg="mod">
          <ac:chgData name="Deep Singh" userId="691de62b-f606-4f41-8936-1ade9fc66103" providerId="ADAL" clId="{5596A10D-2B1B-40B8-AAB5-7487B1CC7759}" dt="2020-04-03T01:41:16.897" v="1669" actId="20577"/>
          <ac:spMkLst>
            <pc:docMk/>
            <pc:sldMk cId="2712270058" sldId="285"/>
            <ac:spMk id="48" creationId="{0AA09125-DC9F-4640-8284-E34513AD7732}"/>
          </ac:spMkLst>
        </pc:spChg>
        <pc:spChg chg="mod">
          <ac:chgData name="Deep Singh" userId="691de62b-f606-4f41-8936-1ade9fc66103" providerId="ADAL" clId="{5596A10D-2B1B-40B8-AAB5-7487B1CC7759}" dt="2020-04-03T01:41:01.050" v="1667" actId="20577"/>
          <ac:spMkLst>
            <pc:docMk/>
            <pc:sldMk cId="2712270058" sldId="285"/>
            <ac:spMk id="50" creationId="{6ED75F4F-5043-479D-9724-29FACD3ABB7E}"/>
          </ac:spMkLst>
        </pc:spChg>
        <pc:spChg chg="mod">
          <ac:chgData name="Deep Singh" userId="691de62b-f606-4f41-8936-1ade9fc66103" providerId="ADAL" clId="{5596A10D-2B1B-40B8-AAB5-7487B1CC7759}" dt="2020-04-03T01:41:34.292" v="1697" actId="20577"/>
          <ac:spMkLst>
            <pc:docMk/>
            <pc:sldMk cId="2712270058" sldId="285"/>
            <ac:spMk id="51" creationId="{96D999F2-29F2-4BF6-80F7-79968E1F01E9}"/>
          </ac:spMkLst>
        </pc:spChg>
        <pc:spChg chg="mod">
          <ac:chgData name="Deep Singh" userId="691de62b-f606-4f41-8936-1ade9fc66103" providerId="ADAL" clId="{5596A10D-2B1B-40B8-AAB5-7487B1CC7759}" dt="2020-04-03T01:40:40.468" v="1625" actId="20577"/>
          <ac:spMkLst>
            <pc:docMk/>
            <pc:sldMk cId="2712270058" sldId="285"/>
            <ac:spMk id="56" creationId="{79111299-57BA-4309-992D-C304E00EADF6}"/>
          </ac:spMkLst>
        </pc:spChg>
        <pc:spChg chg="mod">
          <ac:chgData name="Deep Singh" userId="691de62b-f606-4f41-8936-1ade9fc66103" providerId="ADAL" clId="{5596A10D-2B1B-40B8-AAB5-7487B1CC7759}" dt="2020-04-03T01:40:45.635" v="1626" actId="20577"/>
          <ac:spMkLst>
            <pc:docMk/>
            <pc:sldMk cId="2712270058" sldId="285"/>
            <ac:spMk id="57" creationId="{E0D2959E-E992-4B01-B1C9-4C53F1213143}"/>
          </ac:spMkLst>
        </pc:spChg>
        <pc:grpChg chg="mod">
          <ac:chgData name="Deep Singh" userId="691de62b-f606-4f41-8936-1ade9fc66103" providerId="ADAL" clId="{5596A10D-2B1B-40B8-AAB5-7487B1CC7759}" dt="2020-04-03T01:41:58.340" v="1754" actId="1037"/>
          <ac:grpSpMkLst>
            <pc:docMk/>
            <pc:sldMk cId="2712270058" sldId="285"/>
            <ac:grpSpMk id="46" creationId="{E1F18B7B-027D-4470-9626-1DCBA32262B2}"/>
          </ac:grpSpMkLst>
        </pc:grpChg>
        <pc:grpChg chg="mod">
          <ac:chgData name="Deep Singh" userId="691de62b-f606-4f41-8936-1ade9fc66103" providerId="ADAL" clId="{5596A10D-2B1B-40B8-AAB5-7487B1CC7759}" dt="2020-04-03T01:41:58.340" v="1754" actId="1037"/>
          <ac:grpSpMkLst>
            <pc:docMk/>
            <pc:sldMk cId="2712270058" sldId="285"/>
            <ac:grpSpMk id="49" creationId="{A6DA75F5-4717-4EEC-9C77-5B418B281EDA}"/>
          </ac:grpSpMkLst>
        </pc:grpChg>
        <pc:grpChg chg="del">
          <ac:chgData name="Deep Singh" userId="691de62b-f606-4f41-8936-1ade9fc66103" providerId="ADAL" clId="{5596A10D-2B1B-40B8-AAB5-7487B1CC7759}" dt="2020-04-03T01:41:42.741" v="1700" actId="478"/>
          <ac:grpSpMkLst>
            <pc:docMk/>
            <pc:sldMk cId="2712270058" sldId="285"/>
            <ac:grpSpMk id="52" creationId="{2AC22BD6-20AC-47D5-9E7D-DAF995097A5C}"/>
          </ac:grpSpMkLst>
        </pc:grpChg>
        <pc:grpChg chg="mod">
          <ac:chgData name="Deep Singh" userId="691de62b-f606-4f41-8936-1ade9fc66103" providerId="ADAL" clId="{5596A10D-2B1B-40B8-AAB5-7487B1CC7759}" dt="2020-04-03T01:41:58.340" v="1754" actId="1037"/>
          <ac:grpSpMkLst>
            <pc:docMk/>
            <pc:sldMk cId="2712270058" sldId="285"/>
            <ac:grpSpMk id="55" creationId="{C973E429-A742-405C-A954-D74E998D9920}"/>
          </ac:grpSpMkLst>
        </pc:grpChg>
        <pc:picChg chg="mod">
          <ac:chgData name="Deep Singh" userId="691de62b-f606-4f41-8936-1ade9fc66103" providerId="ADAL" clId="{5596A10D-2B1B-40B8-AAB5-7487B1CC7759}" dt="2020-04-03T01:41:58.340" v="1754" actId="1037"/>
          <ac:picMkLst>
            <pc:docMk/>
            <pc:sldMk cId="2712270058" sldId="285"/>
            <ac:picMk id="58" creationId="{DE7793AB-20C9-490D-8DB4-0F1840E470AB}"/>
          </ac:picMkLst>
        </pc:picChg>
        <pc:picChg chg="del">
          <ac:chgData name="Deep Singh" userId="691de62b-f606-4f41-8936-1ade9fc66103" providerId="ADAL" clId="{5596A10D-2B1B-40B8-AAB5-7487B1CC7759}" dt="2020-04-03T01:41:37.323" v="1698" actId="478"/>
          <ac:picMkLst>
            <pc:docMk/>
            <pc:sldMk cId="2712270058" sldId="285"/>
            <ac:picMk id="59" creationId="{783B87F1-8D02-4A15-843A-E52E38EC883C}"/>
          </ac:picMkLst>
        </pc:picChg>
        <pc:picChg chg="mod">
          <ac:chgData name="Deep Singh" userId="691de62b-f606-4f41-8936-1ade9fc66103" providerId="ADAL" clId="{5596A10D-2B1B-40B8-AAB5-7487B1CC7759}" dt="2020-04-03T01:41:58.340" v="1754" actId="1037"/>
          <ac:picMkLst>
            <pc:docMk/>
            <pc:sldMk cId="2712270058" sldId="285"/>
            <ac:picMk id="60" creationId="{28F93E0E-5167-450A-92D8-036786257553}"/>
          </ac:picMkLst>
        </pc:picChg>
        <pc:picChg chg="mod">
          <ac:chgData name="Deep Singh" userId="691de62b-f606-4f41-8936-1ade9fc66103" providerId="ADAL" clId="{5596A10D-2B1B-40B8-AAB5-7487B1CC7759}" dt="2020-04-03T01:41:58.340" v="1754" actId="1037"/>
          <ac:picMkLst>
            <pc:docMk/>
            <pc:sldMk cId="2712270058" sldId="285"/>
            <ac:picMk id="61" creationId="{50C2A500-EC48-42AB-A5BD-65C777C51FAE}"/>
          </ac:picMkLst>
        </pc:picChg>
      </pc:sldChg>
      <pc:sldChg chg="addSp delSp modSp del">
        <pc:chgData name="Deep Singh" userId="691de62b-f606-4f41-8936-1ade9fc66103" providerId="ADAL" clId="{5596A10D-2B1B-40B8-AAB5-7487B1CC7759}" dt="2020-04-03T01:36:52.677" v="1570" actId="47"/>
        <pc:sldMkLst>
          <pc:docMk/>
          <pc:sldMk cId="3446036230" sldId="291"/>
        </pc:sldMkLst>
        <pc:spChg chg="del">
          <ac:chgData name="Deep Singh" userId="691de62b-f606-4f41-8936-1ade9fc66103" providerId="ADAL" clId="{5596A10D-2B1B-40B8-AAB5-7487B1CC7759}" dt="2020-04-02T22:21:39.202" v="1270" actId="478"/>
          <ac:spMkLst>
            <pc:docMk/>
            <pc:sldMk cId="3446036230" sldId="291"/>
            <ac:spMk id="40" creationId="{40779E1D-6B63-4DB9-96FA-FE73314FEC42}"/>
          </ac:spMkLst>
        </pc:spChg>
        <pc:picChg chg="add mod">
          <ac:chgData name="Deep Singh" userId="691de62b-f606-4f41-8936-1ade9fc66103" providerId="ADAL" clId="{5596A10D-2B1B-40B8-AAB5-7487B1CC7759}" dt="2020-04-03T01:12:43.082" v="1569" actId="1076"/>
          <ac:picMkLst>
            <pc:docMk/>
            <pc:sldMk cId="3446036230" sldId="291"/>
            <ac:picMk id="4" creationId="{2687C5BD-C99F-408D-ADE7-65EBEAC557BD}"/>
          </ac:picMkLst>
        </pc:picChg>
        <pc:picChg chg="del">
          <ac:chgData name="Deep Singh" userId="691de62b-f606-4f41-8936-1ade9fc66103" providerId="ADAL" clId="{5596A10D-2B1B-40B8-AAB5-7487B1CC7759}" dt="2020-04-03T01:12:16.306" v="1563" actId="478"/>
          <ac:picMkLst>
            <pc:docMk/>
            <pc:sldMk cId="3446036230" sldId="291"/>
            <ac:picMk id="9" creationId="{280197B6-8000-4D71-B1DE-892FEE79D5FB}"/>
          </ac:picMkLst>
        </pc:picChg>
      </pc:sldChg>
      <pc:sldChg chg="addSp delSp modSp">
        <pc:chgData name="Deep Singh" userId="691de62b-f606-4f41-8936-1ade9fc66103" providerId="ADAL" clId="{5596A10D-2B1B-40B8-AAB5-7487B1CC7759}" dt="2020-04-03T01:44:02.694" v="1866" actId="1076"/>
        <pc:sldMkLst>
          <pc:docMk/>
          <pc:sldMk cId="3374568400" sldId="292"/>
        </pc:sldMkLst>
        <pc:spChg chg="del">
          <ac:chgData name="Deep Singh" userId="691de62b-f606-4f41-8936-1ade9fc66103" providerId="ADAL" clId="{5596A10D-2B1B-40B8-AAB5-7487B1CC7759}" dt="2020-04-02T22:22:02.159" v="1272" actId="478"/>
          <ac:spMkLst>
            <pc:docMk/>
            <pc:sldMk cId="3374568400" sldId="292"/>
            <ac:spMk id="36" creationId="{0FADA108-09AA-4674-A9D2-34B3F736A3DD}"/>
          </ac:spMkLst>
        </pc:spChg>
        <pc:spChg chg="mod">
          <ac:chgData name="Deep Singh" userId="691de62b-f606-4f41-8936-1ade9fc66103" providerId="ADAL" clId="{5596A10D-2B1B-40B8-AAB5-7487B1CC7759}" dt="2020-04-03T01:42:34.717" v="1761" actId="20577"/>
          <ac:spMkLst>
            <pc:docMk/>
            <pc:sldMk cId="3374568400" sldId="292"/>
            <ac:spMk id="63" creationId="{8B2174FA-71C4-4228-8CAE-8AE9C98CFE94}"/>
          </ac:spMkLst>
        </pc:spChg>
        <pc:spChg chg="mod">
          <ac:chgData name="Deep Singh" userId="691de62b-f606-4f41-8936-1ade9fc66103" providerId="ADAL" clId="{5596A10D-2B1B-40B8-AAB5-7487B1CC7759}" dt="2020-04-03T01:42:40.917" v="1762" actId="20577"/>
          <ac:spMkLst>
            <pc:docMk/>
            <pc:sldMk cId="3374568400" sldId="292"/>
            <ac:spMk id="68" creationId="{2ADB3FDA-10B9-45BF-ABF7-2A977098118B}"/>
          </ac:spMkLst>
        </pc:spChg>
        <pc:picChg chg="add mod">
          <ac:chgData name="Deep Singh" userId="691de62b-f606-4f41-8936-1ade9fc66103" providerId="ADAL" clId="{5596A10D-2B1B-40B8-AAB5-7487B1CC7759}" dt="2020-04-03T01:44:02.694" v="1866" actId="1076"/>
          <ac:picMkLst>
            <pc:docMk/>
            <pc:sldMk cId="3374568400" sldId="292"/>
            <ac:picMk id="4" creationId="{E744A5C3-2A47-4779-ADD4-DB29C570FEFB}"/>
          </ac:picMkLst>
        </pc:picChg>
        <pc:picChg chg="del">
          <ac:chgData name="Deep Singh" userId="691de62b-f606-4f41-8936-1ade9fc66103" providerId="ADAL" clId="{5596A10D-2B1B-40B8-AAB5-7487B1CC7759}" dt="2020-04-03T01:43:55.184" v="1863" actId="478"/>
          <ac:picMkLst>
            <pc:docMk/>
            <pc:sldMk cId="3374568400" sldId="292"/>
            <ac:picMk id="5" creationId="{2CF6ECC7-0F06-4462-AAC2-690B7C0D503C}"/>
          </ac:picMkLst>
        </pc:picChg>
      </pc:sldChg>
      <pc:sldChg chg="del">
        <pc:chgData name="Deep Singh" userId="691de62b-f606-4f41-8936-1ade9fc66103" providerId="ADAL" clId="{5596A10D-2B1B-40B8-AAB5-7487B1CC7759}" dt="2020-04-02T23:08:28.331" v="1273" actId="47"/>
        <pc:sldMkLst>
          <pc:docMk/>
          <pc:sldMk cId="2673105863" sldId="293"/>
        </pc:sldMkLst>
      </pc:sldChg>
      <pc:sldChg chg="addSp delSp modSp">
        <pc:chgData name="Deep Singh" userId="691de62b-f606-4f41-8936-1ade9fc66103" providerId="ADAL" clId="{5596A10D-2B1B-40B8-AAB5-7487B1CC7759}" dt="2020-04-03T01:49:30.575" v="1893" actId="1038"/>
        <pc:sldMkLst>
          <pc:docMk/>
          <pc:sldMk cId="2981203581" sldId="294"/>
        </pc:sldMkLst>
        <pc:spChg chg="del">
          <ac:chgData name="Deep Singh" userId="691de62b-f606-4f41-8936-1ade9fc66103" providerId="ADAL" clId="{5596A10D-2B1B-40B8-AAB5-7487B1CC7759}" dt="2020-04-02T22:21:32.179" v="1269" actId="478"/>
          <ac:spMkLst>
            <pc:docMk/>
            <pc:sldMk cId="2981203581" sldId="294"/>
            <ac:spMk id="40" creationId="{40779E1D-6B63-4DB9-96FA-FE73314FEC42}"/>
          </ac:spMkLst>
        </pc:spChg>
        <pc:spChg chg="mod">
          <ac:chgData name="Deep Singh" userId="691de62b-f606-4f41-8936-1ade9fc66103" providerId="ADAL" clId="{5596A10D-2B1B-40B8-AAB5-7487B1CC7759}" dt="2020-04-03T01:42:11.953" v="1757" actId="20577"/>
          <ac:spMkLst>
            <pc:docMk/>
            <pc:sldMk cId="2981203581" sldId="294"/>
            <ac:spMk id="41" creationId="{11B18783-14B5-4DA5-ADE4-39B1ABCD9DDC}"/>
          </ac:spMkLst>
        </pc:spChg>
        <pc:spChg chg="mod">
          <ac:chgData name="Deep Singh" userId="691de62b-f606-4f41-8936-1ade9fc66103" providerId="ADAL" clId="{5596A10D-2B1B-40B8-AAB5-7487B1CC7759}" dt="2020-04-03T01:42:07.301" v="1755" actId="20577"/>
          <ac:spMkLst>
            <pc:docMk/>
            <pc:sldMk cId="2981203581" sldId="294"/>
            <ac:spMk id="53" creationId="{BF2FACD0-D85B-454E-A276-FD6143C80AEC}"/>
          </ac:spMkLst>
        </pc:spChg>
        <pc:spChg chg="mod">
          <ac:chgData name="Deep Singh" userId="691de62b-f606-4f41-8936-1ade9fc66103" providerId="ADAL" clId="{5596A10D-2B1B-40B8-AAB5-7487B1CC7759}" dt="2020-04-03T01:42:17.571" v="1758" actId="20577"/>
          <ac:spMkLst>
            <pc:docMk/>
            <pc:sldMk cId="2981203581" sldId="294"/>
            <ac:spMk id="54" creationId="{5A0B9849-37EC-4804-94E9-F338778109B0}"/>
          </ac:spMkLst>
        </pc:spChg>
        <pc:picChg chg="del">
          <ac:chgData name="Deep Singh" userId="691de62b-f606-4f41-8936-1ade9fc66103" providerId="ADAL" clId="{5596A10D-2B1B-40B8-AAB5-7487B1CC7759}" dt="2020-04-03T01:11:16.300" v="1556" actId="478"/>
          <ac:picMkLst>
            <pc:docMk/>
            <pc:sldMk cId="2981203581" sldId="294"/>
            <ac:picMk id="4" creationId="{21BDBD29-80EA-4DE6-A5E0-19DCA20DD33F}"/>
          </ac:picMkLst>
        </pc:picChg>
        <pc:picChg chg="add del mod">
          <ac:chgData name="Deep Singh" userId="691de62b-f606-4f41-8936-1ade9fc66103" providerId="ADAL" clId="{5596A10D-2B1B-40B8-AAB5-7487B1CC7759}" dt="2020-04-03T01:37:49.293" v="1571" actId="478"/>
          <ac:picMkLst>
            <pc:docMk/>
            <pc:sldMk cId="2981203581" sldId="294"/>
            <ac:picMk id="6" creationId="{49C0704E-9C69-454F-8969-D084023C3373}"/>
          </ac:picMkLst>
        </pc:picChg>
        <pc:picChg chg="add del mod">
          <ac:chgData name="Deep Singh" userId="691de62b-f606-4f41-8936-1ade9fc66103" providerId="ADAL" clId="{5596A10D-2B1B-40B8-AAB5-7487B1CC7759}" dt="2020-04-03T01:43:21.245" v="1763" actId="478"/>
          <ac:picMkLst>
            <pc:docMk/>
            <pc:sldMk cId="2981203581" sldId="294"/>
            <ac:picMk id="7" creationId="{B24DE2A9-D7D4-45F6-9AA4-4A4041388121}"/>
          </ac:picMkLst>
        </pc:picChg>
        <pc:picChg chg="add del mod">
          <ac:chgData name="Deep Singh" userId="691de62b-f606-4f41-8936-1ade9fc66103" providerId="ADAL" clId="{5596A10D-2B1B-40B8-AAB5-7487B1CC7759}" dt="2020-04-03T01:49:13.762" v="1869" actId="478"/>
          <ac:picMkLst>
            <pc:docMk/>
            <pc:sldMk cId="2981203581" sldId="294"/>
            <ac:picMk id="8" creationId="{DE61011C-5701-43BF-991B-024A5E284253}"/>
          </ac:picMkLst>
        </pc:picChg>
        <pc:picChg chg="add del">
          <ac:chgData name="Deep Singh" userId="691de62b-f606-4f41-8936-1ade9fc66103" providerId="ADAL" clId="{5596A10D-2B1B-40B8-AAB5-7487B1CC7759}" dt="2020-04-03T01:47:12.861" v="1868"/>
          <ac:picMkLst>
            <pc:docMk/>
            <pc:sldMk cId="2981203581" sldId="294"/>
            <ac:picMk id="9" creationId="{B093997E-4BF4-4557-9CF6-1778C639E302}"/>
          </ac:picMkLst>
        </pc:picChg>
        <pc:picChg chg="add mod">
          <ac:chgData name="Deep Singh" userId="691de62b-f606-4f41-8936-1ade9fc66103" providerId="ADAL" clId="{5596A10D-2B1B-40B8-AAB5-7487B1CC7759}" dt="2020-04-03T01:49:30.575" v="1893" actId="1038"/>
          <ac:picMkLst>
            <pc:docMk/>
            <pc:sldMk cId="2981203581" sldId="294"/>
            <ac:picMk id="10" creationId="{1E5DF0A6-34BC-4C3A-9B2F-CDA96F0621F1}"/>
          </ac:picMkLst>
        </pc:picChg>
      </pc:sldChg>
      <pc:sldChg chg="addSp delSp modSp">
        <pc:chgData name="Deep Singh" userId="691de62b-f606-4f41-8936-1ade9fc66103" providerId="ADAL" clId="{5596A10D-2B1B-40B8-AAB5-7487B1CC7759}" dt="2020-04-03T01:43:43.224" v="1862" actId="1037"/>
        <pc:sldMkLst>
          <pc:docMk/>
          <pc:sldMk cId="1726724270" sldId="295"/>
        </pc:sldMkLst>
        <pc:spChg chg="del">
          <ac:chgData name="Deep Singh" userId="691de62b-f606-4f41-8936-1ade9fc66103" providerId="ADAL" clId="{5596A10D-2B1B-40B8-AAB5-7487B1CC7759}" dt="2020-04-02T22:21:42.309" v="1271" actId="478"/>
          <ac:spMkLst>
            <pc:docMk/>
            <pc:sldMk cId="1726724270" sldId="295"/>
            <ac:spMk id="26" creationId="{5CC87B6C-79D3-4DDB-87EB-811F43741597}"/>
          </ac:spMkLst>
        </pc:spChg>
        <pc:spChg chg="mod">
          <ac:chgData name="Deep Singh" userId="691de62b-f606-4f41-8936-1ade9fc66103" providerId="ADAL" clId="{5596A10D-2B1B-40B8-AAB5-7487B1CC7759}" dt="2020-04-03T01:42:23.940" v="1759" actId="20577"/>
          <ac:spMkLst>
            <pc:docMk/>
            <pc:sldMk cId="1726724270" sldId="295"/>
            <ac:spMk id="27" creationId="{12B5CA9D-6CB5-424A-B7AE-A3DCAD055257}"/>
          </ac:spMkLst>
        </pc:spChg>
        <pc:spChg chg="mod">
          <ac:chgData name="Deep Singh" userId="691de62b-f606-4f41-8936-1ade9fc66103" providerId="ADAL" clId="{5596A10D-2B1B-40B8-AAB5-7487B1CC7759}" dt="2020-04-03T01:42:27.464" v="1760" actId="20577"/>
          <ac:spMkLst>
            <pc:docMk/>
            <pc:sldMk cId="1726724270" sldId="295"/>
            <ac:spMk id="32" creationId="{FAB04311-D268-4012-9367-E72D59EC0DF5}"/>
          </ac:spMkLst>
        </pc:spChg>
        <pc:picChg chg="add mod">
          <ac:chgData name="Deep Singh" userId="691de62b-f606-4f41-8936-1ade9fc66103" providerId="ADAL" clId="{5596A10D-2B1B-40B8-AAB5-7487B1CC7759}" dt="2020-04-03T01:43:43.224" v="1862" actId="1037"/>
          <ac:picMkLst>
            <pc:docMk/>
            <pc:sldMk cId="1726724270" sldId="295"/>
            <ac:picMk id="4" creationId="{F4C61811-F221-497D-B43C-9B12B7E96451}"/>
          </ac:picMkLst>
        </pc:picChg>
        <pc:picChg chg="del">
          <ac:chgData name="Deep Singh" userId="691de62b-f606-4f41-8936-1ade9fc66103" providerId="ADAL" clId="{5596A10D-2B1B-40B8-AAB5-7487B1CC7759}" dt="2020-04-03T01:43:37.638" v="1803" actId="478"/>
          <ac:picMkLst>
            <pc:docMk/>
            <pc:sldMk cId="1726724270" sldId="295"/>
            <ac:picMk id="5" creationId="{4B081C29-4315-41E4-AAA7-805E888F65AE}"/>
          </ac:picMkLst>
        </pc:picChg>
      </pc:sldChg>
      <pc:sldChg chg="del ord">
        <pc:chgData name="Deep Singh" userId="691de62b-f606-4f41-8936-1ade9fc66103" providerId="ADAL" clId="{5596A10D-2B1B-40B8-AAB5-7487B1CC7759}" dt="2020-04-02T23:08:28.331" v="1273" actId="47"/>
        <pc:sldMkLst>
          <pc:docMk/>
          <pc:sldMk cId="461704152" sldId="297"/>
        </pc:sldMkLst>
      </pc:sldChg>
      <pc:sldChg chg="modSp">
        <pc:chgData name="Deep Singh" userId="691de62b-f606-4f41-8936-1ade9fc66103" providerId="ADAL" clId="{5596A10D-2B1B-40B8-AAB5-7487B1CC7759}" dt="2020-04-03T04:15:25.773" v="2499" actId="207"/>
        <pc:sldMkLst>
          <pc:docMk/>
          <pc:sldMk cId="115831481" sldId="298"/>
        </pc:sldMkLst>
        <pc:spChg chg="mod">
          <ac:chgData name="Deep Singh" userId="691de62b-f606-4f41-8936-1ade9fc66103" providerId="ADAL" clId="{5596A10D-2B1B-40B8-AAB5-7487B1CC7759}" dt="2020-04-02T23:20:22.881" v="1493" actId="20577"/>
          <ac:spMkLst>
            <pc:docMk/>
            <pc:sldMk cId="115831481" sldId="298"/>
            <ac:spMk id="6" creationId="{152ADB85-0025-4E0A-B62D-0D6377972C2F}"/>
          </ac:spMkLst>
        </pc:spChg>
        <pc:spChg chg="mod">
          <ac:chgData name="Deep Singh" userId="691de62b-f606-4f41-8936-1ade9fc66103" providerId="ADAL" clId="{5596A10D-2B1B-40B8-AAB5-7487B1CC7759}" dt="2020-04-03T04:15:17.785" v="2498" actId="1037"/>
          <ac:spMkLst>
            <pc:docMk/>
            <pc:sldMk cId="115831481" sldId="298"/>
            <ac:spMk id="19" creationId="{D92752F0-F34A-4209-AF2C-0193F7641D6A}"/>
          </ac:spMkLst>
        </pc:spChg>
        <pc:spChg chg="mod">
          <ac:chgData name="Deep Singh" userId="691de62b-f606-4f41-8936-1ade9fc66103" providerId="ADAL" clId="{5596A10D-2B1B-40B8-AAB5-7487B1CC7759}" dt="2020-04-03T04:15:25.773" v="2499" actId="207"/>
          <ac:spMkLst>
            <pc:docMk/>
            <pc:sldMk cId="115831481" sldId="298"/>
            <ac:spMk id="23" creationId="{4EC9E5F5-9F28-47B1-8D3F-F8611D7F2211}"/>
          </ac:spMkLst>
        </pc:spChg>
        <pc:spChg chg="mod">
          <ac:chgData name="Deep Singh" userId="691de62b-f606-4f41-8936-1ade9fc66103" providerId="ADAL" clId="{5596A10D-2B1B-40B8-AAB5-7487B1CC7759}" dt="2020-04-03T04:15:25.773" v="2499" actId="207"/>
          <ac:spMkLst>
            <pc:docMk/>
            <pc:sldMk cId="115831481" sldId="298"/>
            <ac:spMk id="25" creationId="{9A1295E5-34AB-47DB-A274-4B8E2ACB4226}"/>
          </ac:spMkLst>
        </pc:spChg>
        <pc:spChg chg="mod">
          <ac:chgData name="Deep Singh" userId="691de62b-f606-4f41-8936-1ade9fc66103" providerId="ADAL" clId="{5596A10D-2B1B-40B8-AAB5-7487B1CC7759}" dt="2020-04-03T04:14:59.388" v="2452" actId="1035"/>
          <ac:spMkLst>
            <pc:docMk/>
            <pc:sldMk cId="115831481" sldId="298"/>
            <ac:spMk id="26" creationId="{416CA8B5-454F-45FB-B58C-EBE133C74844}"/>
          </ac:spMkLst>
        </pc:spChg>
        <pc:cxnChg chg="mod">
          <ac:chgData name="Deep Singh" userId="691de62b-f606-4f41-8936-1ade9fc66103" providerId="ADAL" clId="{5596A10D-2B1B-40B8-AAB5-7487B1CC7759}" dt="2020-04-03T04:15:17.785" v="2498" actId="1037"/>
          <ac:cxnSpMkLst>
            <pc:docMk/>
            <pc:sldMk cId="115831481" sldId="298"/>
            <ac:cxnSpMk id="22" creationId="{B5758C53-39DF-49D7-8BE0-B8E1339A5F5E}"/>
          </ac:cxnSpMkLst>
        </pc:cxnChg>
        <pc:cxnChg chg="mod">
          <ac:chgData name="Deep Singh" userId="691de62b-f606-4f41-8936-1ade9fc66103" providerId="ADAL" clId="{5596A10D-2B1B-40B8-AAB5-7487B1CC7759}" dt="2020-04-03T04:15:17.785" v="2498" actId="1037"/>
          <ac:cxnSpMkLst>
            <pc:docMk/>
            <pc:sldMk cId="115831481" sldId="298"/>
            <ac:cxnSpMk id="24" creationId="{B279A90F-7342-4C6C-8AA2-69A37CAC72DC}"/>
          </ac:cxnSpMkLst>
        </pc:cxnChg>
        <pc:cxnChg chg="mod">
          <ac:chgData name="Deep Singh" userId="691de62b-f606-4f41-8936-1ade9fc66103" providerId="ADAL" clId="{5596A10D-2B1B-40B8-AAB5-7487B1CC7759}" dt="2020-04-03T04:14:59.388" v="2452" actId="1035"/>
          <ac:cxnSpMkLst>
            <pc:docMk/>
            <pc:sldMk cId="115831481" sldId="298"/>
            <ac:cxnSpMk id="27" creationId="{98E6A45E-490A-4A0B-94CE-3ACD36C080B5}"/>
          </ac:cxnSpMkLst>
        </pc:cxnChg>
      </pc:sldChg>
      <pc:sldChg chg="del">
        <pc:chgData name="Deep Singh" userId="691de62b-f606-4f41-8936-1ade9fc66103" providerId="ADAL" clId="{5596A10D-2B1B-40B8-AAB5-7487B1CC7759}" dt="2020-04-02T22:11:16.499" v="1244" actId="2696"/>
        <pc:sldMkLst>
          <pc:docMk/>
          <pc:sldMk cId="181570054" sldId="299"/>
        </pc:sldMkLst>
      </pc:sldChg>
      <pc:sldChg chg="addSp delSp modSp">
        <pc:chgData name="Deep Singh" userId="691de62b-f606-4f41-8936-1ade9fc66103" providerId="ADAL" clId="{5596A10D-2B1B-40B8-AAB5-7487B1CC7759}" dt="2020-04-03T04:00:12.411" v="2439" actId="1076"/>
        <pc:sldMkLst>
          <pc:docMk/>
          <pc:sldMk cId="1346420906" sldId="302"/>
        </pc:sldMkLst>
        <pc:grpChg chg="add mod">
          <ac:chgData name="Deep Singh" userId="691de62b-f606-4f41-8936-1ade9fc66103" providerId="ADAL" clId="{5596A10D-2B1B-40B8-AAB5-7487B1CC7759}" dt="2020-04-03T04:00:12.411" v="2439" actId="1076"/>
          <ac:grpSpMkLst>
            <pc:docMk/>
            <pc:sldMk cId="1346420906" sldId="302"/>
            <ac:grpSpMk id="20" creationId="{3102A7B8-0C65-4810-94ED-2A2FAA71E2E0}"/>
          </ac:grpSpMkLst>
        </pc:grpChg>
        <pc:picChg chg="del">
          <ac:chgData name="Deep Singh" userId="691de62b-f606-4f41-8936-1ade9fc66103" providerId="ADAL" clId="{5596A10D-2B1B-40B8-AAB5-7487B1CC7759}" dt="2020-04-03T01:51:31.089" v="1993" actId="478"/>
          <ac:picMkLst>
            <pc:docMk/>
            <pc:sldMk cId="1346420906" sldId="302"/>
            <ac:picMk id="867" creationId="{D374F5FA-57A3-42BC-A6B4-A42DD2A9E7A8}"/>
          </ac:picMkLst>
        </pc:picChg>
      </pc:sldChg>
      <pc:sldChg chg="addSp delSp modSp">
        <pc:chgData name="Deep Singh" userId="691de62b-f606-4f41-8936-1ade9fc66103" providerId="ADAL" clId="{5596A10D-2B1B-40B8-AAB5-7487B1CC7759}" dt="2020-04-03T01:51:12.074" v="1992" actId="1038"/>
        <pc:sldMkLst>
          <pc:docMk/>
          <pc:sldMk cId="3101472418" sldId="320"/>
        </pc:sldMkLst>
        <pc:grpChg chg="add mod">
          <ac:chgData name="Deep Singh" userId="691de62b-f606-4f41-8936-1ade9fc66103" providerId="ADAL" clId="{5596A10D-2B1B-40B8-AAB5-7487B1CC7759}" dt="2020-04-03T01:51:12.074" v="1992" actId="1038"/>
          <ac:grpSpMkLst>
            <pc:docMk/>
            <pc:sldMk cId="3101472418" sldId="320"/>
            <ac:grpSpMk id="22" creationId="{9A65C701-D3B1-47BE-AE75-4D5AAB1BEF18}"/>
          </ac:grpSpMkLst>
        </pc:grpChg>
        <pc:picChg chg="del">
          <ac:chgData name="Deep Singh" userId="691de62b-f606-4f41-8936-1ade9fc66103" providerId="ADAL" clId="{5596A10D-2B1B-40B8-AAB5-7487B1CC7759}" dt="2020-04-03T01:50:54.895" v="1936" actId="478"/>
          <ac:picMkLst>
            <pc:docMk/>
            <pc:sldMk cId="3101472418" sldId="320"/>
            <ac:picMk id="93" creationId="{36844AC5-6C9F-4513-93C4-4E44C7815B50}"/>
          </ac:picMkLst>
        </pc:picChg>
      </pc:sldChg>
      <pc:sldChg chg="addSp delSp modSp">
        <pc:chgData name="Deep Singh" userId="691de62b-f606-4f41-8936-1ade9fc66103" providerId="ADAL" clId="{5596A10D-2B1B-40B8-AAB5-7487B1CC7759}" dt="2020-04-03T16:15:51.480" v="2571" actId="164"/>
        <pc:sldMkLst>
          <pc:docMk/>
          <pc:sldMk cId="1621998222" sldId="321"/>
        </pc:sldMkLst>
        <pc:grpChg chg="add mod">
          <ac:chgData name="Deep Singh" userId="691de62b-f606-4f41-8936-1ade9fc66103" providerId="ADAL" clId="{5596A10D-2B1B-40B8-AAB5-7487B1CC7759}" dt="2020-04-03T16:15:51.480" v="2571" actId="164"/>
          <ac:grpSpMkLst>
            <pc:docMk/>
            <pc:sldMk cId="1621998222" sldId="321"/>
            <ac:grpSpMk id="7" creationId="{CFA4ADB0-39C4-40B7-870B-D35FFE5AC9D3}"/>
          </ac:grpSpMkLst>
        </pc:grpChg>
        <pc:grpChg chg="add mod">
          <ac:chgData name="Deep Singh" userId="691de62b-f606-4f41-8936-1ade9fc66103" providerId="ADAL" clId="{5596A10D-2B1B-40B8-AAB5-7487B1CC7759}" dt="2020-04-03T16:15:51.480" v="2571" actId="164"/>
          <ac:grpSpMkLst>
            <pc:docMk/>
            <pc:sldMk cId="1621998222" sldId="321"/>
            <ac:grpSpMk id="23" creationId="{AD777E01-2AF8-411E-AE40-CA44E774D3FC}"/>
          </ac:grpSpMkLst>
        </pc:grpChg>
        <pc:picChg chg="del">
          <ac:chgData name="Deep Singh" userId="691de62b-f606-4f41-8936-1ade9fc66103" providerId="ADAL" clId="{5596A10D-2B1B-40B8-AAB5-7487B1CC7759}" dt="2020-04-03T01:50:21.267" v="1894" actId="478"/>
          <ac:picMkLst>
            <pc:docMk/>
            <pc:sldMk cId="1621998222" sldId="321"/>
            <ac:picMk id="183" creationId="{75C5DCD3-A9F4-4BB2-91F7-6F0EF9CF759E}"/>
          </ac:picMkLst>
        </pc:picChg>
        <pc:cxnChg chg="add mod">
          <ac:chgData name="Deep Singh" userId="691de62b-f606-4f41-8936-1ade9fc66103" providerId="ADAL" clId="{5596A10D-2B1B-40B8-AAB5-7487B1CC7759}" dt="2020-04-03T16:15:51.480" v="2571" actId="164"/>
          <ac:cxnSpMkLst>
            <pc:docMk/>
            <pc:sldMk cId="1621998222" sldId="321"/>
            <ac:cxnSpMk id="3" creationId="{4AF3CD17-DEE3-442B-9BD4-B5B87F9207DA}"/>
          </ac:cxnSpMkLst>
        </pc:cxnChg>
      </pc:sldChg>
      <pc:sldChg chg="modSp del">
        <pc:chgData name="Deep Singh" userId="691de62b-f606-4f41-8936-1ade9fc66103" providerId="ADAL" clId="{5596A10D-2B1B-40B8-AAB5-7487B1CC7759}" dt="2020-04-02T23:08:28.331" v="1273" actId="47"/>
        <pc:sldMkLst>
          <pc:docMk/>
          <pc:sldMk cId="3378493652" sldId="322"/>
        </pc:sldMkLst>
        <pc:spChg chg="mod">
          <ac:chgData name="Deep Singh" userId="691de62b-f606-4f41-8936-1ade9fc66103" providerId="ADAL" clId="{5596A10D-2B1B-40B8-AAB5-7487B1CC7759}" dt="2020-04-02T21:13:39.670" v="4" actId="20577"/>
          <ac:spMkLst>
            <pc:docMk/>
            <pc:sldMk cId="3378493652" sldId="322"/>
            <ac:spMk id="6" creationId="{152ADB85-0025-4E0A-B62D-0D6377972C2F}"/>
          </ac:spMkLst>
        </pc:spChg>
      </pc:sldChg>
      <pc:sldChg chg="addSp delSp modSp">
        <pc:chgData name="Deep Singh" userId="691de62b-f606-4f41-8936-1ade9fc66103" providerId="ADAL" clId="{5596A10D-2B1B-40B8-AAB5-7487B1CC7759}" dt="2020-04-03T03:45:23.017" v="2330" actId="14100"/>
        <pc:sldMkLst>
          <pc:docMk/>
          <pc:sldMk cId="1992484284" sldId="323"/>
        </pc:sldMkLst>
        <pc:spChg chg="add del mod">
          <ac:chgData name="Deep Singh" userId="691de62b-f606-4f41-8936-1ade9fc66103" providerId="ADAL" clId="{5596A10D-2B1B-40B8-AAB5-7487B1CC7759}" dt="2020-04-03T03:28:23.920" v="2303" actId="478"/>
          <ac:spMkLst>
            <pc:docMk/>
            <pc:sldMk cId="1992484284" sldId="323"/>
            <ac:spMk id="2" creationId="{D136BA89-AB59-4B09-B155-B79F42C8AB01}"/>
          </ac:spMkLst>
        </pc:spChg>
        <pc:spChg chg="mod">
          <ac:chgData name="Deep Singh" userId="691de62b-f606-4f41-8936-1ade9fc66103" providerId="ADAL" clId="{5596A10D-2B1B-40B8-AAB5-7487B1CC7759}" dt="2020-04-02T23:20:34.792" v="1501" actId="20577"/>
          <ac:spMkLst>
            <pc:docMk/>
            <pc:sldMk cId="1992484284" sldId="323"/>
            <ac:spMk id="6" creationId="{152ADB85-0025-4E0A-B62D-0D6377972C2F}"/>
          </ac:spMkLst>
        </pc:spChg>
        <pc:spChg chg="ord">
          <ac:chgData name="Deep Singh" userId="691de62b-f606-4f41-8936-1ade9fc66103" providerId="ADAL" clId="{5596A10D-2B1B-40B8-AAB5-7487B1CC7759}" dt="2020-04-03T03:27:58.662" v="2298" actId="167"/>
          <ac:spMkLst>
            <pc:docMk/>
            <pc:sldMk cId="1992484284" sldId="323"/>
            <ac:spMk id="11" creationId="{65674CB1-8B4A-4C9C-B42E-058521EF6439}"/>
          </ac:spMkLst>
        </pc:spChg>
        <pc:spChg chg="mod">
          <ac:chgData name="Deep Singh" userId="691de62b-f606-4f41-8936-1ade9fc66103" providerId="ADAL" clId="{5596A10D-2B1B-40B8-AAB5-7487B1CC7759}" dt="2020-04-03T03:28:02.463" v="2299" actId="1076"/>
          <ac:spMkLst>
            <pc:docMk/>
            <pc:sldMk cId="1992484284" sldId="323"/>
            <ac:spMk id="12" creationId="{66F95122-DD84-4167-87EA-AF56ECCBDBC7}"/>
          </ac:spMkLst>
        </pc:spChg>
        <pc:spChg chg="mod">
          <ac:chgData name="Deep Singh" userId="691de62b-f606-4f41-8936-1ade9fc66103" providerId="ADAL" clId="{5596A10D-2B1B-40B8-AAB5-7487B1CC7759}" dt="2020-04-03T02:34:04.624" v="2084" actId="20577"/>
          <ac:spMkLst>
            <pc:docMk/>
            <pc:sldMk cId="1992484284" sldId="323"/>
            <ac:spMk id="39" creationId="{6EBFD729-397A-4E15-A764-DF2B1A2E2B6E}"/>
          </ac:spMkLst>
        </pc:spChg>
        <pc:grpChg chg="del mod">
          <ac:chgData name="Deep Singh" userId="691de62b-f606-4f41-8936-1ade9fc66103" providerId="ADAL" clId="{5596A10D-2B1B-40B8-AAB5-7487B1CC7759}" dt="2020-04-03T03:44:28.857" v="2304" actId="478"/>
          <ac:grpSpMkLst>
            <pc:docMk/>
            <pc:sldMk cId="1992484284" sldId="323"/>
            <ac:grpSpMk id="8" creationId="{71A0326E-3012-4EDD-9E2E-E8C73C367F02}"/>
          </ac:grpSpMkLst>
        </pc:grpChg>
        <pc:grpChg chg="add mod">
          <ac:chgData name="Deep Singh" userId="691de62b-f606-4f41-8936-1ade9fc66103" providerId="ADAL" clId="{5596A10D-2B1B-40B8-AAB5-7487B1CC7759}" dt="2020-04-03T03:44:39.340" v="2322" actId="1076"/>
          <ac:grpSpMkLst>
            <pc:docMk/>
            <pc:sldMk cId="1992484284" sldId="323"/>
            <ac:grpSpMk id="40" creationId="{2C4AA917-8559-4A60-96B1-0F72B8EF2F2E}"/>
          </ac:grpSpMkLst>
        </pc:grpChg>
        <pc:cxnChg chg="mod">
          <ac:chgData name="Deep Singh" userId="691de62b-f606-4f41-8936-1ade9fc66103" providerId="ADAL" clId="{5596A10D-2B1B-40B8-AAB5-7487B1CC7759}" dt="2020-04-03T03:44:28.857" v="2304" actId="478"/>
          <ac:cxnSpMkLst>
            <pc:docMk/>
            <pc:sldMk cId="1992484284" sldId="323"/>
            <ac:cxnSpMk id="23" creationId="{5714545C-A4DA-4677-ADFC-1C819BEA22B5}"/>
          </ac:cxnSpMkLst>
        </pc:cxnChg>
        <pc:cxnChg chg="mod">
          <ac:chgData name="Deep Singh" userId="691de62b-f606-4f41-8936-1ade9fc66103" providerId="ADAL" clId="{5596A10D-2B1B-40B8-AAB5-7487B1CC7759}" dt="2020-04-03T03:44:28.857" v="2304" actId="478"/>
          <ac:cxnSpMkLst>
            <pc:docMk/>
            <pc:sldMk cId="1992484284" sldId="323"/>
            <ac:cxnSpMk id="24" creationId="{9981714B-AE21-424B-BCB2-AC0E32DEFFAC}"/>
          </ac:cxnSpMkLst>
        </pc:cxnChg>
        <pc:cxnChg chg="mod">
          <ac:chgData name="Deep Singh" userId="691de62b-f606-4f41-8936-1ade9fc66103" providerId="ADAL" clId="{5596A10D-2B1B-40B8-AAB5-7487B1CC7759}" dt="2020-04-03T03:44:28.857" v="2304" actId="478"/>
          <ac:cxnSpMkLst>
            <pc:docMk/>
            <pc:sldMk cId="1992484284" sldId="323"/>
            <ac:cxnSpMk id="25" creationId="{FEA1CA21-365F-4169-8492-AC30608D9F9E}"/>
          </ac:cxnSpMkLst>
        </pc:cxnChg>
        <pc:cxnChg chg="mod">
          <ac:chgData name="Deep Singh" userId="691de62b-f606-4f41-8936-1ade9fc66103" providerId="ADAL" clId="{5596A10D-2B1B-40B8-AAB5-7487B1CC7759}" dt="2020-04-03T03:44:28.857" v="2304" actId="478"/>
          <ac:cxnSpMkLst>
            <pc:docMk/>
            <pc:sldMk cId="1992484284" sldId="323"/>
            <ac:cxnSpMk id="26" creationId="{D9389CF2-8CF6-48A1-8C76-D9B07F9CC6CC}"/>
          </ac:cxnSpMkLst>
        </pc:cxnChg>
        <pc:cxnChg chg="mod">
          <ac:chgData name="Deep Singh" userId="691de62b-f606-4f41-8936-1ade9fc66103" providerId="ADAL" clId="{5596A10D-2B1B-40B8-AAB5-7487B1CC7759}" dt="2020-04-03T03:44:28.857" v="2304" actId="478"/>
          <ac:cxnSpMkLst>
            <pc:docMk/>
            <pc:sldMk cId="1992484284" sldId="323"/>
            <ac:cxnSpMk id="27" creationId="{9E51B7A5-CE0B-40EA-B8C2-7098AE3E4595}"/>
          </ac:cxnSpMkLst>
        </pc:cxnChg>
        <pc:cxnChg chg="mod">
          <ac:chgData name="Deep Singh" userId="691de62b-f606-4f41-8936-1ade9fc66103" providerId="ADAL" clId="{5596A10D-2B1B-40B8-AAB5-7487B1CC7759}" dt="2020-04-03T03:44:28.857" v="2304" actId="478"/>
          <ac:cxnSpMkLst>
            <pc:docMk/>
            <pc:sldMk cId="1992484284" sldId="323"/>
            <ac:cxnSpMk id="28" creationId="{8D688A1B-66EB-4F93-A335-B08D61DE8307}"/>
          </ac:cxnSpMkLst>
        </pc:cxnChg>
        <pc:cxnChg chg="mod">
          <ac:chgData name="Deep Singh" userId="691de62b-f606-4f41-8936-1ade9fc66103" providerId="ADAL" clId="{5596A10D-2B1B-40B8-AAB5-7487B1CC7759}" dt="2020-04-03T03:44:28.857" v="2304" actId="478"/>
          <ac:cxnSpMkLst>
            <pc:docMk/>
            <pc:sldMk cId="1992484284" sldId="323"/>
            <ac:cxnSpMk id="30" creationId="{21C2DDF9-DDAD-40B3-BAFD-157A01ECC7CA}"/>
          </ac:cxnSpMkLst>
        </pc:cxnChg>
        <pc:cxnChg chg="mod">
          <ac:chgData name="Deep Singh" userId="691de62b-f606-4f41-8936-1ade9fc66103" providerId="ADAL" clId="{5596A10D-2B1B-40B8-AAB5-7487B1CC7759}" dt="2020-04-03T03:44:28.857" v="2304" actId="478"/>
          <ac:cxnSpMkLst>
            <pc:docMk/>
            <pc:sldMk cId="1992484284" sldId="323"/>
            <ac:cxnSpMk id="31" creationId="{53444E80-F48A-4477-A19B-DC6D58629F74}"/>
          </ac:cxnSpMkLst>
        </pc:cxnChg>
        <pc:cxnChg chg="mod">
          <ac:chgData name="Deep Singh" userId="691de62b-f606-4f41-8936-1ade9fc66103" providerId="ADAL" clId="{5596A10D-2B1B-40B8-AAB5-7487B1CC7759}" dt="2020-04-03T03:44:28.857" v="2304" actId="478"/>
          <ac:cxnSpMkLst>
            <pc:docMk/>
            <pc:sldMk cId="1992484284" sldId="323"/>
            <ac:cxnSpMk id="32" creationId="{48BC120D-C0BC-4805-8C89-0E8503033901}"/>
          </ac:cxnSpMkLst>
        </pc:cxnChg>
        <pc:cxnChg chg="mod">
          <ac:chgData name="Deep Singh" userId="691de62b-f606-4f41-8936-1ade9fc66103" providerId="ADAL" clId="{5596A10D-2B1B-40B8-AAB5-7487B1CC7759}" dt="2020-04-03T03:44:28.857" v="2304" actId="478"/>
          <ac:cxnSpMkLst>
            <pc:docMk/>
            <pc:sldMk cId="1992484284" sldId="323"/>
            <ac:cxnSpMk id="33" creationId="{FB3C7EED-83CA-476A-A97E-0B043CC877EC}"/>
          </ac:cxnSpMkLst>
        </pc:cxnChg>
        <pc:cxnChg chg="mod">
          <ac:chgData name="Deep Singh" userId="691de62b-f606-4f41-8936-1ade9fc66103" providerId="ADAL" clId="{5596A10D-2B1B-40B8-AAB5-7487B1CC7759}" dt="2020-04-03T03:44:28.857" v="2304" actId="478"/>
          <ac:cxnSpMkLst>
            <pc:docMk/>
            <pc:sldMk cId="1992484284" sldId="323"/>
            <ac:cxnSpMk id="36" creationId="{77D47C4B-9869-4F93-9A20-19472208F3D3}"/>
          </ac:cxnSpMkLst>
        </pc:cxnChg>
        <pc:cxnChg chg="mod">
          <ac:chgData name="Deep Singh" userId="691de62b-f606-4f41-8936-1ade9fc66103" providerId="ADAL" clId="{5596A10D-2B1B-40B8-AAB5-7487B1CC7759}" dt="2020-04-03T03:44:28.857" v="2304" actId="478"/>
          <ac:cxnSpMkLst>
            <pc:docMk/>
            <pc:sldMk cId="1992484284" sldId="323"/>
            <ac:cxnSpMk id="37" creationId="{2BF5F2D9-33E4-4D22-853D-81031BBAC686}"/>
          </ac:cxnSpMkLst>
        </pc:cxnChg>
        <pc:cxnChg chg="mod">
          <ac:chgData name="Deep Singh" userId="691de62b-f606-4f41-8936-1ade9fc66103" providerId="ADAL" clId="{5596A10D-2B1B-40B8-AAB5-7487B1CC7759}" dt="2020-04-03T03:44:28.857" v="2304" actId="478"/>
          <ac:cxnSpMkLst>
            <pc:docMk/>
            <pc:sldMk cId="1992484284" sldId="323"/>
            <ac:cxnSpMk id="38" creationId="{BED7D564-C683-404E-A7B8-C1371192F4EC}"/>
          </ac:cxnSpMkLst>
        </pc:cxnChg>
        <pc:cxnChg chg="mod">
          <ac:chgData name="Deep Singh" userId="691de62b-f606-4f41-8936-1ade9fc66103" providerId="ADAL" clId="{5596A10D-2B1B-40B8-AAB5-7487B1CC7759}" dt="2020-04-03T03:45:23.017" v="2330" actId="14100"/>
          <ac:cxnSpMkLst>
            <pc:docMk/>
            <pc:sldMk cId="1992484284" sldId="323"/>
            <ac:cxnSpMk id="67" creationId="{195D1E22-2CF7-46D2-83AC-268B04C7069B}"/>
          </ac:cxnSpMkLst>
        </pc:cxnChg>
      </pc:sldChg>
      <pc:sldChg chg="modSp">
        <pc:chgData name="Deep Singh" userId="691de62b-f606-4f41-8936-1ade9fc66103" providerId="ADAL" clId="{5596A10D-2B1B-40B8-AAB5-7487B1CC7759}" dt="2020-04-02T23:20:52.090" v="1517" actId="20577"/>
        <pc:sldMkLst>
          <pc:docMk/>
          <pc:sldMk cId="1516909487" sldId="324"/>
        </pc:sldMkLst>
        <pc:spChg chg="mod">
          <ac:chgData name="Deep Singh" userId="691de62b-f606-4f41-8936-1ade9fc66103" providerId="ADAL" clId="{5596A10D-2B1B-40B8-AAB5-7487B1CC7759}" dt="2020-04-02T23:20:52.090" v="1517" actId="20577"/>
          <ac:spMkLst>
            <pc:docMk/>
            <pc:sldMk cId="1516909487" sldId="324"/>
            <ac:spMk id="6" creationId="{152ADB85-0025-4E0A-B62D-0D6377972C2F}"/>
          </ac:spMkLst>
        </pc:spChg>
      </pc:sldChg>
      <pc:sldChg chg="modSp">
        <pc:chgData name="Deep Singh" userId="691de62b-f606-4f41-8936-1ade9fc66103" providerId="ADAL" clId="{5596A10D-2B1B-40B8-AAB5-7487B1CC7759}" dt="2020-04-02T23:21:52.701" v="1555" actId="20577"/>
        <pc:sldMkLst>
          <pc:docMk/>
          <pc:sldMk cId="801451335" sldId="326"/>
        </pc:sldMkLst>
        <pc:spChg chg="mod">
          <ac:chgData name="Deep Singh" userId="691de62b-f606-4f41-8936-1ade9fc66103" providerId="ADAL" clId="{5596A10D-2B1B-40B8-AAB5-7487B1CC7759}" dt="2020-04-02T23:21:52.701" v="1555" actId="20577"/>
          <ac:spMkLst>
            <pc:docMk/>
            <pc:sldMk cId="801451335" sldId="326"/>
            <ac:spMk id="6" creationId="{152ADB85-0025-4E0A-B62D-0D6377972C2F}"/>
          </ac:spMkLst>
        </pc:spChg>
      </pc:sldChg>
      <pc:sldChg chg="addSp delSp modSp">
        <pc:chgData name="Deep Singh" userId="691de62b-f606-4f41-8936-1ade9fc66103" providerId="ADAL" clId="{5596A10D-2B1B-40B8-AAB5-7487B1CC7759}" dt="2020-04-03T04:17:36.191" v="2567" actId="20577"/>
        <pc:sldMkLst>
          <pc:docMk/>
          <pc:sldMk cId="1142560619" sldId="327"/>
        </pc:sldMkLst>
        <pc:spChg chg="mod">
          <ac:chgData name="Deep Singh" userId="691de62b-f606-4f41-8936-1ade9fc66103" providerId="ADAL" clId="{5596A10D-2B1B-40B8-AAB5-7487B1CC7759}" dt="2020-04-03T04:17:36.191" v="2567" actId="20577"/>
          <ac:spMkLst>
            <pc:docMk/>
            <pc:sldMk cId="1142560619" sldId="327"/>
            <ac:spMk id="2" creationId="{30AD6074-4D93-4A7C-8DA3-20F8B74DBE5A}"/>
          </ac:spMkLst>
        </pc:spChg>
        <pc:spChg chg="mod">
          <ac:chgData name="Deep Singh" userId="691de62b-f606-4f41-8936-1ade9fc66103" providerId="ADAL" clId="{5596A10D-2B1B-40B8-AAB5-7487B1CC7759}" dt="2020-04-02T23:20:43.910" v="1509" actId="20577"/>
          <ac:spMkLst>
            <pc:docMk/>
            <pc:sldMk cId="1142560619" sldId="327"/>
            <ac:spMk id="6" creationId="{152ADB85-0025-4E0A-B62D-0D6377972C2F}"/>
          </ac:spMkLst>
        </pc:spChg>
        <pc:spChg chg="add mod">
          <ac:chgData name="Deep Singh" userId="691de62b-f606-4f41-8936-1ade9fc66103" providerId="ADAL" clId="{5596A10D-2B1B-40B8-AAB5-7487B1CC7759}" dt="2020-04-03T03:26:35.742" v="2294" actId="164"/>
          <ac:spMkLst>
            <pc:docMk/>
            <pc:sldMk cId="1142560619" sldId="327"/>
            <ac:spMk id="33" creationId="{690989BE-F34C-4296-BBEA-8BDE36680B50}"/>
          </ac:spMkLst>
        </pc:spChg>
        <pc:spChg chg="add mod">
          <ac:chgData name="Deep Singh" userId="691de62b-f606-4f41-8936-1ade9fc66103" providerId="ADAL" clId="{5596A10D-2B1B-40B8-AAB5-7487B1CC7759}" dt="2020-04-03T03:26:35.742" v="2294" actId="164"/>
          <ac:spMkLst>
            <pc:docMk/>
            <pc:sldMk cId="1142560619" sldId="327"/>
            <ac:spMk id="34" creationId="{808983A7-509D-4120-8028-3227A571ED7F}"/>
          </ac:spMkLst>
        </pc:spChg>
        <pc:spChg chg="add mod">
          <ac:chgData name="Deep Singh" userId="691de62b-f606-4f41-8936-1ade9fc66103" providerId="ADAL" clId="{5596A10D-2B1B-40B8-AAB5-7487B1CC7759}" dt="2020-04-03T03:26:35.742" v="2294" actId="164"/>
          <ac:spMkLst>
            <pc:docMk/>
            <pc:sldMk cId="1142560619" sldId="327"/>
            <ac:spMk id="35" creationId="{34016D24-4F81-44C6-AE40-5EEEA32C7298}"/>
          </ac:spMkLst>
        </pc:spChg>
        <pc:spChg chg="add mod">
          <ac:chgData name="Deep Singh" userId="691de62b-f606-4f41-8936-1ade9fc66103" providerId="ADAL" clId="{5596A10D-2B1B-40B8-AAB5-7487B1CC7759}" dt="2020-04-03T03:26:35.742" v="2294" actId="164"/>
          <ac:spMkLst>
            <pc:docMk/>
            <pc:sldMk cId="1142560619" sldId="327"/>
            <ac:spMk id="36" creationId="{0A910365-A67C-45CF-90AB-6D01350BDB70}"/>
          </ac:spMkLst>
        </pc:spChg>
        <pc:spChg chg="add mod">
          <ac:chgData name="Deep Singh" userId="691de62b-f606-4f41-8936-1ade9fc66103" providerId="ADAL" clId="{5596A10D-2B1B-40B8-AAB5-7487B1CC7759}" dt="2020-04-03T03:26:35.742" v="2294" actId="164"/>
          <ac:spMkLst>
            <pc:docMk/>
            <pc:sldMk cId="1142560619" sldId="327"/>
            <ac:spMk id="37" creationId="{56437719-F680-48EF-AFBB-6EE434BF5C20}"/>
          </ac:spMkLst>
        </pc:spChg>
        <pc:spChg chg="add mod">
          <ac:chgData name="Deep Singh" userId="691de62b-f606-4f41-8936-1ade9fc66103" providerId="ADAL" clId="{5596A10D-2B1B-40B8-AAB5-7487B1CC7759}" dt="2020-04-03T03:26:35.742" v="2294" actId="164"/>
          <ac:spMkLst>
            <pc:docMk/>
            <pc:sldMk cId="1142560619" sldId="327"/>
            <ac:spMk id="38" creationId="{BA6E5D98-FA12-4A5B-96AB-CB2E6034A5CB}"/>
          </ac:spMkLst>
        </pc:spChg>
        <pc:spChg chg="add mod">
          <ac:chgData name="Deep Singh" userId="691de62b-f606-4f41-8936-1ade9fc66103" providerId="ADAL" clId="{5596A10D-2B1B-40B8-AAB5-7487B1CC7759}" dt="2020-04-03T03:26:35.742" v="2294" actId="164"/>
          <ac:spMkLst>
            <pc:docMk/>
            <pc:sldMk cId="1142560619" sldId="327"/>
            <ac:spMk id="39" creationId="{76523D48-C22A-4D15-AB8F-3A52E7089417}"/>
          </ac:spMkLst>
        </pc:spChg>
        <pc:spChg chg="add mod">
          <ac:chgData name="Deep Singh" userId="691de62b-f606-4f41-8936-1ade9fc66103" providerId="ADAL" clId="{5596A10D-2B1B-40B8-AAB5-7487B1CC7759}" dt="2020-04-03T03:26:35.742" v="2294" actId="164"/>
          <ac:spMkLst>
            <pc:docMk/>
            <pc:sldMk cId="1142560619" sldId="327"/>
            <ac:spMk id="40" creationId="{58C2C762-FA97-4C84-BA0D-C70733BC2200}"/>
          </ac:spMkLst>
        </pc:spChg>
        <pc:spChg chg="del">
          <ac:chgData name="Deep Singh" userId="691de62b-f606-4f41-8936-1ade9fc66103" providerId="ADAL" clId="{5596A10D-2B1B-40B8-AAB5-7487B1CC7759}" dt="2020-04-03T03:17:14.022" v="2087" actId="478"/>
          <ac:spMkLst>
            <pc:docMk/>
            <pc:sldMk cId="1142560619" sldId="327"/>
            <ac:spMk id="45" creationId="{2AB2EAC4-4687-4CB8-AF14-8FB575146120}"/>
          </ac:spMkLst>
        </pc:spChg>
        <pc:spChg chg="del">
          <ac:chgData name="Deep Singh" userId="691de62b-f606-4f41-8936-1ade9fc66103" providerId="ADAL" clId="{5596A10D-2B1B-40B8-AAB5-7487B1CC7759}" dt="2020-04-03T03:17:14.022" v="2087" actId="478"/>
          <ac:spMkLst>
            <pc:docMk/>
            <pc:sldMk cId="1142560619" sldId="327"/>
            <ac:spMk id="46" creationId="{C47BC654-7855-4974-81AC-EC258CF0BB02}"/>
          </ac:spMkLst>
        </pc:spChg>
        <pc:spChg chg="del">
          <ac:chgData name="Deep Singh" userId="691de62b-f606-4f41-8936-1ade9fc66103" providerId="ADAL" clId="{5596A10D-2B1B-40B8-AAB5-7487B1CC7759}" dt="2020-04-03T03:17:14.022" v="2087" actId="478"/>
          <ac:spMkLst>
            <pc:docMk/>
            <pc:sldMk cId="1142560619" sldId="327"/>
            <ac:spMk id="48" creationId="{36A4A1A8-9B39-4073-9BAF-D57FA8B490A5}"/>
          </ac:spMkLst>
        </pc:spChg>
        <pc:spChg chg="del">
          <ac:chgData name="Deep Singh" userId="691de62b-f606-4f41-8936-1ade9fc66103" providerId="ADAL" clId="{5596A10D-2B1B-40B8-AAB5-7487B1CC7759}" dt="2020-04-03T03:17:14.022" v="2087" actId="478"/>
          <ac:spMkLst>
            <pc:docMk/>
            <pc:sldMk cId="1142560619" sldId="327"/>
            <ac:spMk id="49" creationId="{A4A28945-A004-46D3-8BD5-6DF53B5498B3}"/>
          </ac:spMkLst>
        </pc:spChg>
        <pc:spChg chg="del">
          <ac:chgData name="Deep Singh" userId="691de62b-f606-4f41-8936-1ade9fc66103" providerId="ADAL" clId="{5596A10D-2B1B-40B8-AAB5-7487B1CC7759}" dt="2020-04-03T03:17:14.022" v="2087" actId="478"/>
          <ac:spMkLst>
            <pc:docMk/>
            <pc:sldMk cId="1142560619" sldId="327"/>
            <ac:spMk id="50" creationId="{EB1ECCA4-9B54-458C-AE13-8929C4E011F2}"/>
          </ac:spMkLst>
        </pc:spChg>
        <pc:spChg chg="del">
          <ac:chgData name="Deep Singh" userId="691de62b-f606-4f41-8936-1ade9fc66103" providerId="ADAL" clId="{5596A10D-2B1B-40B8-AAB5-7487B1CC7759}" dt="2020-04-03T03:25:58.763" v="2233" actId="478"/>
          <ac:spMkLst>
            <pc:docMk/>
            <pc:sldMk cId="1142560619" sldId="327"/>
            <ac:spMk id="52" creationId="{EE00120C-F9A6-47B2-9238-46619C8AE1E8}"/>
          </ac:spMkLst>
        </pc:spChg>
        <pc:spChg chg="del">
          <ac:chgData name="Deep Singh" userId="691de62b-f606-4f41-8936-1ade9fc66103" providerId="ADAL" clId="{5596A10D-2B1B-40B8-AAB5-7487B1CC7759}" dt="2020-04-03T03:25:58.763" v="2233" actId="478"/>
          <ac:spMkLst>
            <pc:docMk/>
            <pc:sldMk cId="1142560619" sldId="327"/>
            <ac:spMk id="53" creationId="{1C3F2C3F-0568-4D9C-987F-EB99FC00D0D1}"/>
          </ac:spMkLst>
        </pc:spChg>
        <pc:spChg chg="del">
          <ac:chgData name="Deep Singh" userId="691de62b-f606-4f41-8936-1ade9fc66103" providerId="ADAL" clId="{5596A10D-2B1B-40B8-AAB5-7487B1CC7759}" dt="2020-04-03T03:25:58.763" v="2233" actId="478"/>
          <ac:spMkLst>
            <pc:docMk/>
            <pc:sldMk cId="1142560619" sldId="327"/>
            <ac:spMk id="55" creationId="{7894C32E-738D-4E73-B551-AA579AFA911B}"/>
          </ac:spMkLst>
        </pc:spChg>
        <pc:spChg chg="del">
          <ac:chgData name="Deep Singh" userId="691de62b-f606-4f41-8936-1ade9fc66103" providerId="ADAL" clId="{5596A10D-2B1B-40B8-AAB5-7487B1CC7759}" dt="2020-04-03T03:25:58.763" v="2233" actId="478"/>
          <ac:spMkLst>
            <pc:docMk/>
            <pc:sldMk cId="1142560619" sldId="327"/>
            <ac:spMk id="57" creationId="{3D674D3F-C625-45CE-9AF6-A371AA4AD08D}"/>
          </ac:spMkLst>
        </pc:spChg>
        <pc:spChg chg="del">
          <ac:chgData name="Deep Singh" userId="691de62b-f606-4f41-8936-1ade9fc66103" providerId="ADAL" clId="{5596A10D-2B1B-40B8-AAB5-7487B1CC7759}" dt="2020-04-03T03:25:58.763" v="2233" actId="478"/>
          <ac:spMkLst>
            <pc:docMk/>
            <pc:sldMk cId="1142560619" sldId="327"/>
            <ac:spMk id="58" creationId="{CA88B518-094A-40BD-AE42-C45DFC9133C0}"/>
          </ac:spMkLst>
        </pc:spChg>
        <pc:spChg chg="del">
          <ac:chgData name="Deep Singh" userId="691de62b-f606-4f41-8936-1ade9fc66103" providerId="ADAL" clId="{5596A10D-2B1B-40B8-AAB5-7487B1CC7759}" dt="2020-04-03T03:25:58.763" v="2233" actId="478"/>
          <ac:spMkLst>
            <pc:docMk/>
            <pc:sldMk cId="1142560619" sldId="327"/>
            <ac:spMk id="59" creationId="{0FEA3A87-43C1-4C61-B0E0-2FF2D7B68281}"/>
          </ac:spMkLst>
        </pc:spChg>
        <pc:spChg chg="add mod">
          <ac:chgData name="Deep Singh" userId="691de62b-f606-4f41-8936-1ade9fc66103" providerId="ADAL" clId="{5596A10D-2B1B-40B8-AAB5-7487B1CC7759}" dt="2020-04-03T04:16:57.149" v="2545" actId="164"/>
          <ac:spMkLst>
            <pc:docMk/>
            <pc:sldMk cId="1142560619" sldId="327"/>
            <ac:spMk id="62" creationId="{A2DC403B-3326-4FE1-9A6F-C6EFD04589EC}"/>
          </ac:spMkLst>
        </pc:spChg>
        <pc:spChg chg="add mod">
          <ac:chgData name="Deep Singh" userId="691de62b-f606-4f41-8936-1ade9fc66103" providerId="ADAL" clId="{5596A10D-2B1B-40B8-AAB5-7487B1CC7759}" dt="2020-04-03T04:16:57.149" v="2545" actId="164"/>
          <ac:spMkLst>
            <pc:docMk/>
            <pc:sldMk cId="1142560619" sldId="327"/>
            <ac:spMk id="63" creationId="{1560364F-8B1A-43AC-89E9-4782A0280542}"/>
          </ac:spMkLst>
        </pc:spChg>
        <pc:spChg chg="add mod">
          <ac:chgData name="Deep Singh" userId="691de62b-f606-4f41-8936-1ade9fc66103" providerId="ADAL" clId="{5596A10D-2B1B-40B8-AAB5-7487B1CC7759}" dt="2020-04-03T04:16:57.149" v="2545" actId="164"/>
          <ac:spMkLst>
            <pc:docMk/>
            <pc:sldMk cId="1142560619" sldId="327"/>
            <ac:spMk id="64" creationId="{8022C07F-E72F-46D7-9D4F-A1F4406761C7}"/>
          </ac:spMkLst>
        </pc:spChg>
        <pc:spChg chg="add mod">
          <ac:chgData name="Deep Singh" userId="691de62b-f606-4f41-8936-1ade9fc66103" providerId="ADAL" clId="{5596A10D-2B1B-40B8-AAB5-7487B1CC7759}" dt="2020-04-03T03:26:35.742" v="2294" actId="164"/>
          <ac:spMkLst>
            <pc:docMk/>
            <pc:sldMk cId="1142560619" sldId="327"/>
            <ac:spMk id="65" creationId="{6B366FF4-E679-44F1-863E-D02993B6AFA7}"/>
          </ac:spMkLst>
        </pc:spChg>
        <pc:spChg chg="add mod">
          <ac:chgData name="Deep Singh" userId="691de62b-f606-4f41-8936-1ade9fc66103" providerId="ADAL" clId="{5596A10D-2B1B-40B8-AAB5-7487B1CC7759}" dt="2020-04-03T03:26:35.742" v="2294" actId="164"/>
          <ac:spMkLst>
            <pc:docMk/>
            <pc:sldMk cId="1142560619" sldId="327"/>
            <ac:spMk id="66" creationId="{D6915EF9-737C-4B3B-9408-0326C31F9807}"/>
          </ac:spMkLst>
        </pc:spChg>
        <pc:spChg chg="add mod">
          <ac:chgData name="Deep Singh" userId="691de62b-f606-4f41-8936-1ade9fc66103" providerId="ADAL" clId="{5596A10D-2B1B-40B8-AAB5-7487B1CC7759}" dt="2020-04-03T03:26:35.742" v="2294" actId="164"/>
          <ac:spMkLst>
            <pc:docMk/>
            <pc:sldMk cId="1142560619" sldId="327"/>
            <ac:spMk id="67" creationId="{4115AA27-FC29-4524-9BA1-EB15D4C8BFA7}"/>
          </ac:spMkLst>
        </pc:spChg>
        <pc:spChg chg="add mod">
          <ac:chgData name="Deep Singh" userId="691de62b-f606-4f41-8936-1ade9fc66103" providerId="ADAL" clId="{5596A10D-2B1B-40B8-AAB5-7487B1CC7759}" dt="2020-04-03T03:26:35.742" v="2294" actId="164"/>
          <ac:spMkLst>
            <pc:docMk/>
            <pc:sldMk cId="1142560619" sldId="327"/>
            <ac:spMk id="68" creationId="{F6C2964B-B0F1-4CD2-BAA4-2B14B48C5BF0}"/>
          </ac:spMkLst>
        </pc:spChg>
        <pc:spChg chg="add mod">
          <ac:chgData name="Deep Singh" userId="691de62b-f606-4f41-8936-1ade9fc66103" providerId="ADAL" clId="{5596A10D-2B1B-40B8-AAB5-7487B1CC7759}" dt="2020-04-03T03:26:35.742" v="2294" actId="164"/>
          <ac:spMkLst>
            <pc:docMk/>
            <pc:sldMk cId="1142560619" sldId="327"/>
            <ac:spMk id="69" creationId="{3BE86F2F-265A-4470-87B3-68EF79C549CA}"/>
          </ac:spMkLst>
        </pc:spChg>
        <pc:spChg chg="add mod">
          <ac:chgData name="Deep Singh" userId="691de62b-f606-4f41-8936-1ade9fc66103" providerId="ADAL" clId="{5596A10D-2B1B-40B8-AAB5-7487B1CC7759}" dt="2020-04-03T03:26:35.742" v="2294" actId="164"/>
          <ac:spMkLst>
            <pc:docMk/>
            <pc:sldMk cId="1142560619" sldId="327"/>
            <ac:spMk id="70" creationId="{9B4F3755-BB78-46EE-A31A-81C1107B1717}"/>
          </ac:spMkLst>
        </pc:spChg>
        <pc:spChg chg="add mod">
          <ac:chgData name="Deep Singh" userId="691de62b-f606-4f41-8936-1ade9fc66103" providerId="ADAL" clId="{5596A10D-2B1B-40B8-AAB5-7487B1CC7759}" dt="2020-04-03T03:26:35.742" v="2294" actId="164"/>
          <ac:spMkLst>
            <pc:docMk/>
            <pc:sldMk cId="1142560619" sldId="327"/>
            <ac:spMk id="71" creationId="{D617732B-F0F7-483C-9D21-6305DA641466}"/>
          </ac:spMkLst>
        </pc:spChg>
        <pc:spChg chg="add mod">
          <ac:chgData name="Deep Singh" userId="691de62b-f606-4f41-8936-1ade9fc66103" providerId="ADAL" clId="{5596A10D-2B1B-40B8-AAB5-7487B1CC7759}" dt="2020-04-03T03:26:35.742" v="2294" actId="164"/>
          <ac:spMkLst>
            <pc:docMk/>
            <pc:sldMk cId="1142560619" sldId="327"/>
            <ac:spMk id="72" creationId="{D274FDBA-2754-4BC5-8748-311B42624EBE}"/>
          </ac:spMkLst>
        </pc:spChg>
        <pc:spChg chg="add mod">
          <ac:chgData name="Deep Singh" userId="691de62b-f606-4f41-8936-1ade9fc66103" providerId="ADAL" clId="{5596A10D-2B1B-40B8-AAB5-7487B1CC7759}" dt="2020-04-03T03:26:35.742" v="2294" actId="164"/>
          <ac:spMkLst>
            <pc:docMk/>
            <pc:sldMk cId="1142560619" sldId="327"/>
            <ac:spMk id="73" creationId="{1BE3C1E3-25F2-45B4-967B-32815F1F5B3B}"/>
          </ac:spMkLst>
        </pc:spChg>
        <pc:spChg chg="add mod">
          <ac:chgData name="Deep Singh" userId="691de62b-f606-4f41-8936-1ade9fc66103" providerId="ADAL" clId="{5596A10D-2B1B-40B8-AAB5-7487B1CC7759}" dt="2020-04-03T03:26:35.742" v="2294" actId="164"/>
          <ac:spMkLst>
            <pc:docMk/>
            <pc:sldMk cId="1142560619" sldId="327"/>
            <ac:spMk id="74" creationId="{A49BC0AE-C243-48A1-8109-46760296188A}"/>
          </ac:spMkLst>
        </pc:spChg>
        <pc:spChg chg="add mod">
          <ac:chgData name="Deep Singh" userId="691de62b-f606-4f41-8936-1ade9fc66103" providerId="ADAL" clId="{5596A10D-2B1B-40B8-AAB5-7487B1CC7759}" dt="2020-04-03T03:26:35.742" v="2294" actId="164"/>
          <ac:spMkLst>
            <pc:docMk/>
            <pc:sldMk cId="1142560619" sldId="327"/>
            <ac:spMk id="75" creationId="{5F3AD860-E626-4F38-B63B-AF45535123FF}"/>
          </ac:spMkLst>
        </pc:spChg>
        <pc:spChg chg="add mod">
          <ac:chgData name="Deep Singh" userId="691de62b-f606-4f41-8936-1ade9fc66103" providerId="ADAL" clId="{5596A10D-2B1B-40B8-AAB5-7487B1CC7759}" dt="2020-04-03T03:26:35.742" v="2294" actId="164"/>
          <ac:spMkLst>
            <pc:docMk/>
            <pc:sldMk cId="1142560619" sldId="327"/>
            <ac:spMk id="76" creationId="{E73BA4CA-4788-49C7-89BC-26800134DD37}"/>
          </ac:spMkLst>
        </pc:spChg>
        <pc:spChg chg="add mod">
          <ac:chgData name="Deep Singh" userId="691de62b-f606-4f41-8936-1ade9fc66103" providerId="ADAL" clId="{5596A10D-2B1B-40B8-AAB5-7487B1CC7759}" dt="2020-04-03T03:26:35.742" v="2294" actId="164"/>
          <ac:spMkLst>
            <pc:docMk/>
            <pc:sldMk cId="1142560619" sldId="327"/>
            <ac:spMk id="77" creationId="{A7DA9EB7-9E3D-413C-B840-B2A00D688A3B}"/>
          </ac:spMkLst>
        </pc:spChg>
        <pc:spChg chg="add mod">
          <ac:chgData name="Deep Singh" userId="691de62b-f606-4f41-8936-1ade9fc66103" providerId="ADAL" clId="{5596A10D-2B1B-40B8-AAB5-7487B1CC7759}" dt="2020-04-03T03:26:35.742" v="2294" actId="164"/>
          <ac:spMkLst>
            <pc:docMk/>
            <pc:sldMk cId="1142560619" sldId="327"/>
            <ac:spMk id="78" creationId="{10B0AC12-5053-4E16-B0C8-DEC7F21CCEC0}"/>
          </ac:spMkLst>
        </pc:spChg>
        <pc:spChg chg="add mod">
          <ac:chgData name="Deep Singh" userId="691de62b-f606-4f41-8936-1ade9fc66103" providerId="ADAL" clId="{5596A10D-2B1B-40B8-AAB5-7487B1CC7759}" dt="2020-04-03T03:26:35.742" v="2294" actId="164"/>
          <ac:spMkLst>
            <pc:docMk/>
            <pc:sldMk cId="1142560619" sldId="327"/>
            <ac:spMk id="79" creationId="{EB50482F-C1CD-4AB8-A45D-8C23AB44B63C}"/>
          </ac:spMkLst>
        </pc:spChg>
        <pc:spChg chg="add mod">
          <ac:chgData name="Deep Singh" userId="691de62b-f606-4f41-8936-1ade9fc66103" providerId="ADAL" clId="{5596A10D-2B1B-40B8-AAB5-7487B1CC7759}" dt="2020-04-03T03:26:35.742" v="2294" actId="164"/>
          <ac:spMkLst>
            <pc:docMk/>
            <pc:sldMk cId="1142560619" sldId="327"/>
            <ac:spMk id="80" creationId="{5A94569D-1BBD-40B0-AA8E-515B9FCD9C88}"/>
          </ac:spMkLst>
        </pc:spChg>
        <pc:spChg chg="add del mod">
          <ac:chgData name="Deep Singh" userId="691de62b-f606-4f41-8936-1ade9fc66103" providerId="ADAL" clId="{5596A10D-2B1B-40B8-AAB5-7487B1CC7759}" dt="2020-04-03T03:19:51.386" v="2230" actId="478"/>
          <ac:spMkLst>
            <pc:docMk/>
            <pc:sldMk cId="1142560619" sldId="327"/>
            <ac:spMk id="81" creationId="{768A24D9-9317-4439-8C92-C3BA99B2958D}"/>
          </ac:spMkLst>
        </pc:spChg>
        <pc:spChg chg="add mod">
          <ac:chgData name="Deep Singh" userId="691de62b-f606-4f41-8936-1ade9fc66103" providerId="ADAL" clId="{5596A10D-2B1B-40B8-AAB5-7487B1CC7759}" dt="2020-04-03T04:16:57.149" v="2545" actId="164"/>
          <ac:spMkLst>
            <pc:docMk/>
            <pc:sldMk cId="1142560619" sldId="327"/>
            <ac:spMk id="81" creationId="{890316AD-AB7D-45A9-B1A4-0A18323C4F5F}"/>
          </ac:spMkLst>
        </pc:spChg>
        <pc:spChg chg="add mod">
          <ac:chgData name="Deep Singh" userId="691de62b-f606-4f41-8936-1ade9fc66103" providerId="ADAL" clId="{5596A10D-2B1B-40B8-AAB5-7487B1CC7759}" dt="2020-04-03T03:26:35.742" v="2294" actId="164"/>
          <ac:spMkLst>
            <pc:docMk/>
            <pc:sldMk cId="1142560619" sldId="327"/>
            <ac:spMk id="82" creationId="{9A82DEFE-8211-46A1-87D8-A8A098AF6679}"/>
          </ac:spMkLst>
        </pc:spChg>
        <pc:spChg chg="add mod">
          <ac:chgData name="Deep Singh" userId="691de62b-f606-4f41-8936-1ade9fc66103" providerId="ADAL" clId="{5596A10D-2B1B-40B8-AAB5-7487B1CC7759}" dt="2020-04-03T03:26:35.742" v="2294" actId="164"/>
          <ac:spMkLst>
            <pc:docMk/>
            <pc:sldMk cId="1142560619" sldId="327"/>
            <ac:spMk id="83" creationId="{4078859A-226B-4453-92A7-6EE2D025BDA1}"/>
          </ac:spMkLst>
        </pc:spChg>
        <pc:spChg chg="add mod">
          <ac:chgData name="Deep Singh" userId="691de62b-f606-4f41-8936-1ade9fc66103" providerId="ADAL" clId="{5596A10D-2B1B-40B8-AAB5-7487B1CC7759}" dt="2020-04-03T03:26:35.742" v="2294" actId="164"/>
          <ac:spMkLst>
            <pc:docMk/>
            <pc:sldMk cId="1142560619" sldId="327"/>
            <ac:spMk id="84" creationId="{64BBFBC7-643B-4B29-9520-97672E01E954}"/>
          </ac:spMkLst>
        </pc:spChg>
        <pc:spChg chg="add mod">
          <ac:chgData name="Deep Singh" userId="691de62b-f606-4f41-8936-1ade9fc66103" providerId="ADAL" clId="{5596A10D-2B1B-40B8-AAB5-7487B1CC7759}" dt="2020-04-03T03:26:35.742" v="2294" actId="164"/>
          <ac:spMkLst>
            <pc:docMk/>
            <pc:sldMk cId="1142560619" sldId="327"/>
            <ac:spMk id="85" creationId="{D90BEF96-FA34-4778-B2C9-8AF4FEAFAEC7}"/>
          </ac:spMkLst>
        </pc:spChg>
        <pc:spChg chg="add mod">
          <ac:chgData name="Deep Singh" userId="691de62b-f606-4f41-8936-1ade9fc66103" providerId="ADAL" clId="{5596A10D-2B1B-40B8-AAB5-7487B1CC7759}" dt="2020-04-03T03:26:35.742" v="2294" actId="164"/>
          <ac:spMkLst>
            <pc:docMk/>
            <pc:sldMk cId="1142560619" sldId="327"/>
            <ac:spMk id="87" creationId="{1C090DB3-C285-4359-AAD5-4276A8B9B252}"/>
          </ac:spMkLst>
        </pc:spChg>
        <pc:spChg chg="add mod">
          <ac:chgData name="Deep Singh" userId="691de62b-f606-4f41-8936-1ade9fc66103" providerId="ADAL" clId="{5596A10D-2B1B-40B8-AAB5-7487B1CC7759}" dt="2020-04-03T03:26:35.742" v="2294" actId="164"/>
          <ac:spMkLst>
            <pc:docMk/>
            <pc:sldMk cId="1142560619" sldId="327"/>
            <ac:spMk id="93" creationId="{652F0A56-65BA-492F-A4D6-59463AAC16C6}"/>
          </ac:spMkLst>
        </pc:spChg>
        <pc:spChg chg="add mod">
          <ac:chgData name="Deep Singh" userId="691de62b-f606-4f41-8936-1ade9fc66103" providerId="ADAL" clId="{5596A10D-2B1B-40B8-AAB5-7487B1CC7759}" dt="2020-04-03T03:26:35.742" v="2294" actId="164"/>
          <ac:spMkLst>
            <pc:docMk/>
            <pc:sldMk cId="1142560619" sldId="327"/>
            <ac:spMk id="94" creationId="{B51CAAA8-3591-4406-865E-D56A30E868FB}"/>
          </ac:spMkLst>
        </pc:spChg>
        <pc:spChg chg="add mod">
          <ac:chgData name="Deep Singh" userId="691de62b-f606-4f41-8936-1ade9fc66103" providerId="ADAL" clId="{5596A10D-2B1B-40B8-AAB5-7487B1CC7759}" dt="2020-04-03T03:26:35.742" v="2294" actId="164"/>
          <ac:spMkLst>
            <pc:docMk/>
            <pc:sldMk cId="1142560619" sldId="327"/>
            <ac:spMk id="95" creationId="{74488F88-887A-440E-9696-5F5F5B75DE21}"/>
          </ac:spMkLst>
        </pc:spChg>
        <pc:spChg chg="add mod">
          <ac:chgData name="Deep Singh" userId="691de62b-f606-4f41-8936-1ade9fc66103" providerId="ADAL" clId="{5596A10D-2B1B-40B8-AAB5-7487B1CC7759}" dt="2020-04-03T03:26:35.742" v="2294" actId="164"/>
          <ac:spMkLst>
            <pc:docMk/>
            <pc:sldMk cId="1142560619" sldId="327"/>
            <ac:spMk id="96" creationId="{E8516D88-0606-4F18-AC27-FA522E675586}"/>
          </ac:spMkLst>
        </pc:spChg>
        <pc:spChg chg="add mod">
          <ac:chgData name="Deep Singh" userId="691de62b-f606-4f41-8936-1ade9fc66103" providerId="ADAL" clId="{5596A10D-2B1B-40B8-AAB5-7487B1CC7759}" dt="2020-04-03T03:26:35.742" v="2294" actId="164"/>
          <ac:spMkLst>
            <pc:docMk/>
            <pc:sldMk cId="1142560619" sldId="327"/>
            <ac:spMk id="97" creationId="{4EE0938F-4BA8-45F3-A76B-E2F51B9A4E93}"/>
          </ac:spMkLst>
        </pc:spChg>
        <pc:spChg chg="add mod">
          <ac:chgData name="Deep Singh" userId="691de62b-f606-4f41-8936-1ade9fc66103" providerId="ADAL" clId="{5596A10D-2B1B-40B8-AAB5-7487B1CC7759}" dt="2020-04-03T03:26:35.742" v="2294" actId="164"/>
          <ac:spMkLst>
            <pc:docMk/>
            <pc:sldMk cId="1142560619" sldId="327"/>
            <ac:spMk id="98" creationId="{1EB2A679-5CEF-42D1-9931-2B6F41AC9E08}"/>
          </ac:spMkLst>
        </pc:spChg>
        <pc:spChg chg="add mod">
          <ac:chgData name="Deep Singh" userId="691de62b-f606-4f41-8936-1ade9fc66103" providerId="ADAL" clId="{5596A10D-2B1B-40B8-AAB5-7487B1CC7759}" dt="2020-04-03T03:26:35.742" v="2294" actId="164"/>
          <ac:spMkLst>
            <pc:docMk/>
            <pc:sldMk cId="1142560619" sldId="327"/>
            <ac:spMk id="99" creationId="{7110E194-23F0-4351-A849-E10BD285AB5A}"/>
          </ac:spMkLst>
        </pc:spChg>
        <pc:spChg chg="add mod">
          <ac:chgData name="Deep Singh" userId="691de62b-f606-4f41-8936-1ade9fc66103" providerId="ADAL" clId="{5596A10D-2B1B-40B8-AAB5-7487B1CC7759}" dt="2020-04-03T03:26:35.742" v="2294" actId="164"/>
          <ac:spMkLst>
            <pc:docMk/>
            <pc:sldMk cId="1142560619" sldId="327"/>
            <ac:spMk id="100" creationId="{C462C652-1C10-423F-8C1B-596070DECBA8}"/>
          </ac:spMkLst>
        </pc:spChg>
        <pc:spChg chg="add mod">
          <ac:chgData name="Deep Singh" userId="691de62b-f606-4f41-8936-1ade9fc66103" providerId="ADAL" clId="{5596A10D-2B1B-40B8-AAB5-7487B1CC7759}" dt="2020-04-03T03:26:35.742" v="2294" actId="164"/>
          <ac:spMkLst>
            <pc:docMk/>
            <pc:sldMk cId="1142560619" sldId="327"/>
            <ac:spMk id="101" creationId="{270435F8-3D7C-40B1-AB39-4D41E5BF402E}"/>
          </ac:spMkLst>
        </pc:spChg>
        <pc:spChg chg="add mod">
          <ac:chgData name="Deep Singh" userId="691de62b-f606-4f41-8936-1ade9fc66103" providerId="ADAL" clId="{5596A10D-2B1B-40B8-AAB5-7487B1CC7759}" dt="2020-04-03T03:26:35.742" v="2294" actId="164"/>
          <ac:spMkLst>
            <pc:docMk/>
            <pc:sldMk cId="1142560619" sldId="327"/>
            <ac:spMk id="102" creationId="{904F038F-6285-4949-949B-0844828EEFB1}"/>
          </ac:spMkLst>
        </pc:spChg>
        <pc:spChg chg="add mod">
          <ac:chgData name="Deep Singh" userId="691de62b-f606-4f41-8936-1ade9fc66103" providerId="ADAL" clId="{5596A10D-2B1B-40B8-AAB5-7487B1CC7759}" dt="2020-04-03T03:26:35.742" v="2294" actId="164"/>
          <ac:spMkLst>
            <pc:docMk/>
            <pc:sldMk cId="1142560619" sldId="327"/>
            <ac:spMk id="108" creationId="{2289FE17-BBAB-4E95-9EF1-1FB557290E38}"/>
          </ac:spMkLst>
        </pc:spChg>
        <pc:spChg chg="add mod">
          <ac:chgData name="Deep Singh" userId="691de62b-f606-4f41-8936-1ade9fc66103" providerId="ADAL" clId="{5596A10D-2B1B-40B8-AAB5-7487B1CC7759}" dt="2020-04-03T03:26:35.742" v="2294" actId="164"/>
          <ac:spMkLst>
            <pc:docMk/>
            <pc:sldMk cId="1142560619" sldId="327"/>
            <ac:spMk id="109" creationId="{EECFF22D-96E5-477A-9468-BDD927335FB6}"/>
          </ac:spMkLst>
        </pc:spChg>
        <pc:spChg chg="add mod">
          <ac:chgData name="Deep Singh" userId="691de62b-f606-4f41-8936-1ade9fc66103" providerId="ADAL" clId="{5596A10D-2B1B-40B8-AAB5-7487B1CC7759}" dt="2020-04-03T03:26:35.742" v="2294" actId="164"/>
          <ac:spMkLst>
            <pc:docMk/>
            <pc:sldMk cId="1142560619" sldId="327"/>
            <ac:spMk id="110" creationId="{9B8F7E7A-DFDF-4C72-8E7E-4D2759C61442}"/>
          </ac:spMkLst>
        </pc:spChg>
        <pc:spChg chg="add mod">
          <ac:chgData name="Deep Singh" userId="691de62b-f606-4f41-8936-1ade9fc66103" providerId="ADAL" clId="{5596A10D-2B1B-40B8-AAB5-7487B1CC7759}" dt="2020-04-03T04:16:57.149" v="2545" actId="164"/>
          <ac:spMkLst>
            <pc:docMk/>
            <pc:sldMk cId="1142560619" sldId="327"/>
            <ac:spMk id="111" creationId="{078DB8C0-909E-4FE4-B40B-F6E23BA3907C}"/>
          </ac:spMkLst>
        </pc:spChg>
        <pc:spChg chg="add mod">
          <ac:chgData name="Deep Singh" userId="691de62b-f606-4f41-8936-1ade9fc66103" providerId="ADAL" clId="{5596A10D-2B1B-40B8-AAB5-7487B1CC7759}" dt="2020-04-03T04:16:57.149" v="2545" actId="164"/>
          <ac:spMkLst>
            <pc:docMk/>
            <pc:sldMk cId="1142560619" sldId="327"/>
            <ac:spMk id="112" creationId="{496263DF-771D-422E-836F-25442D740276}"/>
          </ac:spMkLst>
        </pc:spChg>
        <pc:spChg chg="add mod">
          <ac:chgData name="Deep Singh" userId="691de62b-f606-4f41-8936-1ade9fc66103" providerId="ADAL" clId="{5596A10D-2B1B-40B8-AAB5-7487B1CC7759}" dt="2020-04-03T04:16:57.149" v="2545" actId="164"/>
          <ac:spMkLst>
            <pc:docMk/>
            <pc:sldMk cId="1142560619" sldId="327"/>
            <ac:spMk id="113" creationId="{A106D1E0-9147-4D36-B3FB-E2733A83FD5F}"/>
          </ac:spMkLst>
        </pc:spChg>
        <pc:spChg chg="add mod">
          <ac:chgData name="Deep Singh" userId="691de62b-f606-4f41-8936-1ade9fc66103" providerId="ADAL" clId="{5596A10D-2B1B-40B8-AAB5-7487B1CC7759}" dt="2020-04-03T04:16:57.149" v="2545" actId="164"/>
          <ac:spMkLst>
            <pc:docMk/>
            <pc:sldMk cId="1142560619" sldId="327"/>
            <ac:spMk id="114" creationId="{8B39321F-D6A1-4D5B-805E-20E8550D9868}"/>
          </ac:spMkLst>
        </pc:spChg>
        <pc:spChg chg="add mod">
          <ac:chgData name="Deep Singh" userId="691de62b-f606-4f41-8936-1ade9fc66103" providerId="ADAL" clId="{5596A10D-2B1B-40B8-AAB5-7487B1CC7759}" dt="2020-04-03T04:16:57.149" v="2545" actId="164"/>
          <ac:spMkLst>
            <pc:docMk/>
            <pc:sldMk cId="1142560619" sldId="327"/>
            <ac:spMk id="115" creationId="{A5824718-CA49-4D26-94DF-5FED7CF216F2}"/>
          </ac:spMkLst>
        </pc:spChg>
        <pc:spChg chg="add mod">
          <ac:chgData name="Deep Singh" userId="691de62b-f606-4f41-8936-1ade9fc66103" providerId="ADAL" clId="{5596A10D-2B1B-40B8-AAB5-7487B1CC7759}" dt="2020-04-03T04:16:57.149" v="2545" actId="164"/>
          <ac:spMkLst>
            <pc:docMk/>
            <pc:sldMk cId="1142560619" sldId="327"/>
            <ac:spMk id="116" creationId="{B979C469-BDEA-4722-828E-13344B9F32BB}"/>
          </ac:spMkLst>
        </pc:spChg>
        <pc:spChg chg="add mod">
          <ac:chgData name="Deep Singh" userId="691de62b-f606-4f41-8936-1ade9fc66103" providerId="ADAL" clId="{5596A10D-2B1B-40B8-AAB5-7487B1CC7759}" dt="2020-04-03T04:16:57.149" v="2545" actId="164"/>
          <ac:spMkLst>
            <pc:docMk/>
            <pc:sldMk cId="1142560619" sldId="327"/>
            <ac:spMk id="117" creationId="{0E282645-84A8-4FF6-A676-6CE97CF6561A}"/>
          </ac:spMkLst>
        </pc:spChg>
        <pc:spChg chg="add mod">
          <ac:chgData name="Deep Singh" userId="691de62b-f606-4f41-8936-1ade9fc66103" providerId="ADAL" clId="{5596A10D-2B1B-40B8-AAB5-7487B1CC7759}" dt="2020-04-03T04:16:57.149" v="2545" actId="164"/>
          <ac:spMkLst>
            <pc:docMk/>
            <pc:sldMk cId="1142560619" sldId="327"/>
            <ac:spMk id="118" creationId="{E0F1EFEF-DB46-44C3-B461-95DB5DB08E12}"/>
          </ac:spMkLst>
        </pc:spChg>
        <pc:spChg chg="add mod">
          <ac:chgData name="Deep Singh" userId="691de62b-f606-4f41-8936-1ade9fc66103" providerId="ADAL" clId="{5596A10D-2B1B-40B8-AAB5-7487B1CC7759}" dt="2020-04-03T04:16:57.149" v="2545" actId="164"/>
          <ac:spMkLst>
            <pc:docMk/>
            <pc:sldMk cId="1142560619" sldId="327"/>
            <ac:spMk id="119" creationId="{2B92ACA7-D120-4FD7-A3CC-2810F098818E}"/>
          </ac:spMkLst>
        </pc:spChg>
        <pc:spChg chg="add mod">
          <ac:chgData name="Deep Singh" userId="691de62b-f606-4f41-8936-1ade9fc66103" providerId="ADAL" clId="{5596A10D-2B1B-40B8-AAB5-7487B1CC7759}" dt="2020-04-03T04:16:57.149" v="2545" actId="164"/>
          <ac:spMkLst>
            <pc:docMk/>
            <pc:sldMk cId="1142560619" sldId="327"/>
            <ac:spMk id="120" creationId="{82B27562-7B1A-4248-B4F6-E0B55EE964B1}"/>
          </ac:spMkLst>
        </pc:spChg>
        <pc:spChg chg="add mod">
          <ac:chgData name="Deep Singh" userId="691de62b-f606-4f41-8936-1ade9fc66103" providerId="ADAL" clId="{5596A10D-2B1B-40B8-AAB5-7487B1CC7759}" dt="2020-04-03T04:16:57.149" v="2545" actId="164"/>
          <ac:spMkLst>
            <pc:docMk/>
            <pc:sldMk cId="1142560619" sldId="327"/>
            <ac:spMk id="121" creationId="{A1ACF7BA-C720-4241-A09D-6AB3681B9BA0}"/>
          </ac:spMkLst>
        </pc:spChg>
        <pc:spChg chg="add mod">
          <ac:chgData name="Deep Singh" userId="691de62b-f606-4f41-8936-1ade9fc66103" providerId="ADAL" clId="{5596A10D-2B1B-40B8-AAB5-7487B1CC7759}" dt="2020-04-03T04:16:57.149" v="2545" actId="164"/>
          <ac:spMkLst>
            <pc:docMk/>
            <pc:sldMk cId="1142560619" sldId="327"/>
            <ac:spMk id="122" creationId="{BFD2B286-55DF-4B8B-B42E-9C3CDE88CE60}"/>
          </ac:spMkLst>
        </pc:spChg>
        <pc:spChg chg="add mod">
          <ac:chgData name="Deep Singh" userId="691de62b-f606-4f41-8936-1ade9fc66103" providerId="ADAL" clId="{5596A10D-2B1B-40B8-AAB5-7487B1CC7759}" dt="2020-04-03T04:16:57.149" v="2545" actId="164"/>
          <ac:spMkLst>
            <pc:docMk/>
            <pc:sldMk cId="1142560619" sldId="327"/>
            <ac:spMk id="123" creationId="{50EB0DBE-607B-4BEE-803A-0FA7BA7DF643}"/>
          </ac:spMkLst>
        </pc:spChg>
        <pc:spChg chg="add mod">
          <ac:chgData name="Deep Singh" userId="691de62b-f606-4f41-8936-1ade9fc66103" providerId="ADAL" clId="{5596A10D-2B1B-40B8-AAB5-7487B1CC7759}" dt="2020-04-03T04:16:57.149" v="2545" actId="164"/>
          <ac:spMkLst>
            <pc:docMk/>
            <pc:sldMk cId="1142560619" sldId="327"/>
            <ac:spMk id="124" creationId="{7C8C9CCE-02BE-4DD2-A99E-19CF0D33E2E9}"/>
          </ac:spMkLst>
        </pc:spChg>
        <pc:spChg chg="add mod">
          <ac:chgData name="Deep Singh" userId="691de62b-f606-4f41-8936-1ade9fc66103" providerId="ADAL" clId="{5596A10D-2B1B-40B8-AAB5-7487B1CC7759}" dt="2020-04-03T04:16:57.149" v="2545" actId="164"/>
          <ac:spMkLst>
            <pc:docMk/>
            <pc:sldMk cId="1142560619" sldId="327"/>
            <ac:spMk id="125" creationId="{64A8EF14-858F-4ECD-BA86-4F89F612F299}"/>
          </ac:spMkLst>
        </pc:spChg>
        <pc:spChg chg="add mod">
          <ac:chgData name="Deep Singh" userId="691de62b-f606-4f41-8936-1ade9fc66103" providerId="ADAL" clId="{5596A10D-2B1B-40B8-AAB5-7487B1CC7759}" dt="2020-04-03T04:16:57.149" v="2545" actId="164"/>
          <ac:spMkLst>
            <pc:docMk/>
            <pc:sldMk cId="1142560619" sldId="327"/>
            <ac:spMk id="126" creationId="{3F611129-EE94-4BB5-869B-770DAE42F987}"/>
          </ac:spMkLst>
        </pc:spChg>
        <pc:spChg chg="add mod">
          <ac:chgData name="Deep Singh" userId="691de62b-f606-4f41-8936-1ade9fc66103" providerId="ADAL" clId="{5596A10D-2B1B-40B8-AAB5-7487B1CC7759}" dt="2020-04-03T04:16:57.149" v="2545" actId="164"/>
          <ac:spMkLst>
            <pc:docMk/>
            <pc:sldMk cId="1142560619" sldId="327"/>
            <ac:spMk id="127" creationId="{D79F341A-E623-4441-8453-CE1187EBC30A}"/>
          </ac:spMkLst>
        </pc:spChg>
        <pc:spChg chg="add mod">
          <ac:chgData name="Deep Singh" userId="691de62b-f606-4f41-8936-1ade9fc66103" providerId="ADAL" clId="{5596A10D-2B1B-40B8-AAB5-7487B1CC7759}" dt="2020-04-03T04:16:57.149" v="2545" actId="164"/>
          <ac:spMkLst>
            <pc:docMk/>
            <pc:sldMk cId="1142560619" sldId="327"/>
            <ac:spMk id="128" creationId="{4EAB14F0-0875-4F50-A678-96842892008F}"/>
          </ac:spMkLst>
        </pc:spChg>
        <pc:spChg chg="add mod">
          <ac:chgData name="Deep Singh" userId="691de62b-f606-4f41-8936-1ade9fc66103" providerId="ADAL" clId="{5596A10D-2B1B-40B8-AAB5-7487B1CC7759}" dt="2020-04-03T04:16:57.149" v="2545" actId="164"/>
          <ac:spMkLst>
            <pc:docMk/>
            <pc:sldMk cId="1142560619" sldId="327"/>
            <ac:spMk id="129" creationId="{219583D1-562A-4355-915B-E464EFA691E7}"/>
          </ac:spMkLst>
        </pc:spChg>
        <pc:spChg chg="add mod">
          <ac:chgData name="Deep Singh" userId="691de62b-f606-4f41-8936-1ade9fc66103" providerId="ADAL" clId="{5596A10D-2B1B-40B8-AAB5-7487B1CC7759}" dt="2020-04-03T04:16:57.149" v="2545" actId="164"/>
          <ac:spMkLst>
            <pc:docMk/>
            <pc:sldMk cId="1142560619" sldId="327"/>
            <ac:spMk id="130" creationId="{77B941C2-6D84-4003-AF60-D2946FB95AE9}"/>
          </ac:spMkLst>
        </pc:spChg>
        <pc:spChg chg="add mod">
          <ac:chgData name="Deep Singh" userId="691de62b-f606-4f41-8936-1ade9fc66103" providerId="ADAL" clId="{5596A10D-2B1B-40B8-AAB5-7487B1CC7759}" dt="2020-04-03T04:16:57.149" v="2545" actId="164"/>
          <ac:spMkLst>
            <pc:docMk/>
            <pc:sldMk cId="1142560619" sldId="327"/>
            <ac:spMk id="131" creationId="{52E1B865-A052-4142-9301-3E808D77A43F}"/>
          </ac:spMkLst>
        </pc:spChg>
        <pc:spChg chg="add mod">
          <ac:chgData name="Deep Singh" userId="691de62b-f606-4f41-8936-1ade9fc66103" providerId="ADAL" clId="{5596A10D-2B1B-40B8-AAB5-7487B1CC7759}" dt="2020-04-03T04:16:57.149" v="2545" actId="164"/>
          <ac:spMkLst>
            <pc:docMk/>
            <pc:sldMk cId="1142560619" sldId="327"/>
            <ac:spMk id="132" creationId="{BDA05157-F8E2-4308-AADE-19D65FB612B6}"/>
          </ac:spMkLst>
        </pc:spChg>
        <pc:spChg chg="add mod">
          <ac:chgData name="Deep Singh" userId="691de62b-f606-4f41-8936-1ade9fc66103" providerId="ADAL" clId="{5596A10D-2B1B-40B8-AAB5-7487B1CC7759}" dt="2020-04-03T04:16:57.149" v="2545" actId="164"/>
          <ac:spMkLst>
            <pc:docMk/>
            <pc:sldMk cId="1142560619" sldId="327"/>
            <ac:spMk id="133" creationId="{35F163D2-0A8F-4759-A00A-9B0392F06674}"/>
          </ac:spMkLst>
        </pc:spChg>
        <pc:spChg chg="add mod">
          <ac:chgData name="Deep Singh" userId="691de62b-f606-4f41-8936-1ade9fc66103" providerId="ADAL" clId="{5596A10D-2B1B-40B8-AAB5-7487B1CC7759}" dt="2020-04-03T04:16:57.149" v="2545" actId="164"/>
          <ac:spMkLst>
            <pc:docMk/>
            <pc:sldMk cId="1142560619" sldId="327"/>
            <ac:spMk id="134" creationId="{54B2793E-CFD3-4997-8A89-98CCE1B843CC}"/>
          </ac:spMkLst>
        </pc:spChg>
        <pc:spChg chg="add mod">
          <ac:chgData name="Deep Singh" userId="691de62b-f606-4f41-8936-1ade9fc66103" providerId="ADAL" clId="{5596A10D-2B1B-40B8-AAB5-7487B1CC7759}" dt="2020-04-03T04:16:57.149" v="2545" actId="164"/>
          <ac:spMkLst>
            <pc:docMk/>
            <pc:sldMk cId="1142560619" sldId="327"/>
            <ac:spMk id="136" creationId="{A6572B7B-67B4-43B2-9441-43D2A8F12E79}"/>
          </ac:spMkLst>
        </pc:spChg>
        <pc:spChg chg="add mod">
          <ac:chgData name="Deep Singh" userId="691de62b-f606-4f41-8936-1ade9fc66103" providerId="ADAL" clId="{5596A10D-2B1B-40B8-AAB5-7487B1CC7759}" dt="2020-04-03T04:16:57.149" v="2545" actId="164"/>
          <ac:spMkLst>
            <pc:docMk/>
            <pc:sldMk cId="1142560619" sldId="327"/>
            <ac:spMk id="142" creationId="{9F618193-508C-451B-B63B-6F293CD4DFD2}"/>
          </ac:spMkLst>
        </pc:spChg>
        <pc:spChg chg="add mod">
          <ac:chgData name="Deep Singh" userId="691de62b-f606-4f41-8936-1ade9fc66103" providerId="ADAL" clId="{5596A10D-2B1B-40B8-AAB5-7487B1CC7759}" dt="2020-04-03T04:16:57.149" v="2545" actId="164"/>
          <ac:spMkLst>
            <pc:docMk/>
            <pc:sldMk cId="1142560619" sldId="327"/>
            <ac:spMk id="143" creationId="{D650EF08-5AC4-4F6C-96E2-B5B09D5B267F}"/>
          </ac:spMkLst>
        </pc:spChg>
        <pc:spChg chg="add mod">
          <ac:chgData name="Deep Singh" userId="691de62b-f606-4f41-8936-1ade9fc66103" providerId="ADAL" clId="{5596A10D-2B1B-40B8-AAB5-7487B1CC7759}" dt="2020-04-03T04:16:57.149" v="2545" actId="164"/>
          <ac:spMkLst>
            <pc:docMk/>
            <pc:sldMk cId="1142560619" sldId="327"/>
            <ac:spMk id="144" creationId="{22D8EE1D-FAD8-4896-8FD1-667134C70CBE}"/>
          </ac:spMkLst>
        </pc:spChg>
        <pc:spChg chg="add mod">
          <ac:chgData name="Deep Singh" userId="691de62b-f606-4f41-8936-1ade9fc66103" providerId="ADAL" clId="{5596A10D-2B1B-40B8-AAB5-7487B1CC7759}" dt="2020-04-03T04:16:57.149" v="2545" actId="164"/>
          <ac:spMkLst>
            <pc:docMk/>
            <pc:sldMk cId="1142560619" sldId="327"/>
            <ac:spMk id="145" creationId="{84669F3E-079F-418D-A252-81617693C77F}"/>
          </ac:spMkLst>
        </pc:spChg>
        <pc:spChg chg="add mod">
          <ac:chgData name="Deep Singh" userId="691de62b-f606-4f41-8936-1ade9fc66103" providerId="ADAL" clId="{5596A10D-2B1B-40B8-AAB5-7487B1CC7759}" dt="2020-04-03T04:16:57.149" v="2545" actId="164"/>
          <ac:spMkLst>
            <pc:docMk/>
            <pc:sldMk cId="1142560619" sldId="327"/>
            <ac:spMk id="146" creationId="{BED9510F-C3AB-4EA1-AFFF-BC470F809D57}"/>
          </ac:spMkLst>
        </pc:spChg>
        <pc:spChg chg="add mod">
          <ac:chgData name="Deep Singh" userId="691de62b-f606-4f41-8936-1ade9fc66103" providerId="ADAL" clId="{5596A10D-2B1B-40B8-AAB5-7487B1CC7759}" dt="2020-04-03T04:16:57.149" v="2545" actId="164"/>
          <ac:spMkLst>
            <pc:docMk/>
            <pc:sldMk cId="1142560619" sldId="327"/>
            <ac:spMk id="147" creationId="{CD59BF69-913C-4CED-9876-BE930EB39C71}"/>
          </ac:spMkLst>
        </pc:spChg>
        <pc:spChg chg="add mod">
          <ac:chgData name="Deep Singh" userId="691de62b-f606-4f41-8936-1ade9fc66103" providerId="ADAL" clId="{5596A10D-2B1B-40B8-AAB5-7487B1CC7759}" dt="2020-04-03T04:16:57.149" v="2545" actId="164"/>
          <ac:spMkLst>
            <pc:docMk/>
            <pc:sldMk cId="1142560619" sldId="327"/>
            <ac:spMk id="148" creationId="{3009EC0B-C4E7-410E-9BB7-041F3C1C6DF4}"/>
          </ac:spMkLst>
        </pc:spChg>
        <pc:spChg chg="add mod">
          <ac:chgData name="Deep Singh" userId="691de62b-f606-4f41-8936-1ade9fc66103" providerId="ADAL" clId="{5596A10D-2B1B-40B8-AAB5-7487B1CC7759}" dt="2020-04-03T04:16:57.149" v="2545" actId="164"/>
          <ac:spMkLst>
            <pc:docMk/>
            <pc:sldMk cId="1142560619" sldId="327"/>
            <ac:spMk id="149" creationId="{87243EDA-82EA-4F93-9FF0-48FC386BD1F7}"/>
          </ac:spMkLst>
        </pc:spChg>
        <pc:spChg chg="add mod">
          <ac:chgData name="Deep Singh" userId="691de62b-f606-4f41-8936-1ade9fc66103" providerId="ADAL" clId="{5596A10D-2B1B-40B8-AAB5-7487B1CC7759}" dt="2020-04-03T04:16:57.149" v="2545" actId="164"/>
          <ac:spMkLst>
            <pc:docMk/>
            <pc:sldMk cId="1142560619" sldId="327"/>
            <ac:spMk id="150" creationId="{1872DC3C-FD9E-4540-A7CC-C4B637ED2361}"/>
          </ac:spMkLst>
        </pc:spChg>
        <pc:spChg chg="add mod">
          <ac:chgData name="Deep Singh" userId="691de62b-f606-4f41-8936-1ade9fc66103" providerId="ADAL" clId="{5596A10D-2B1B-40B8-AAB5-7487B1CC7759}" dt="2020-04-03T04:16:57.149" v="2545" actId="164"/>
          <ac:spMkLst>
            <pc:docMk/>
            <pc:sldMk cId="1142560619" sldId="327"/>
            <ac:spMk id="151" creationId="{873BCD65-9C81-4C3D-9EF6-B114E0A2FD38}"/>
          </ac:spMkLst>
        </pc:spChg>
        <pc:spChg chg="add mod">
          <ac:chgData name="Deep Singh" userId="691de62b-f606-4f41-8936-1ade9fc66103" providerId="ADAL" clId="{5596A10D-2B1B-40B8-AAB5-7487B1CC7759}" dt="2020-04-03T04:16:57.149" v="2545" actId="164"/>
          <ac:spMkLst>
            <pc:docMk/>
            <pc:sldMk cId="1142560619" sldId="327"/>
            <ac:spMk id="157" creationId="{0D57031B-C5DC-4752-B10C-02D3D49911BD}"/>
          </ac:spMkLst>
        </pc:spChg>
        <pc:spChg chg="add mod">
          <ac:chgData name="Deep Singh" userId="691de62b-f606-4f41-8936-1ade9fc66103" providerId="ADAL" clId="{5596A10D-2B1B-40B8-AAB5-7487B1CC7759}" dt="2020-04-03T04:16:57.149" v="2545" actId="164"/>
          <ac:spMkLst>
            <pc:docMk/>
            <pc:sldMk cId="1142560619" sldId="327"/>
            <ac:spMk id="158" creationId="{E185EB18-5AB2-40B6-BA40-596B411601FD}"/>
          </ac:spMkLst>
        </pc:spChg>
        <pc:spChg chg="add mod">
          <ac:chgData name="Deep Singh" userId="691de62b-f606-4f41-8936-1ade9fc66103" providerId="ADAL" clId="{5596A10D-2B1B-40B8-AAB5-7487B1CC7759}" dt="2020-04-03T04:16:57.149" v="2545" actId="164"/>
          <ac:spMkLst>
            <pc:docMk/>
            <pc:sldMk cId="1142560619" sldId="327"/>
            <ac:spMk id="159" creationId="{482BDF06-A32A-426B-8B45-6EE237AC0791}"/>
          </ac:spMkLst>
        </pc:spChg>
        <pc:grpChg chg="add mod">
          <ac:chgData name="Deep Singh" userId="691de62b-f606-4f41-8936-1ade9fc66103" providerId="ADAL" clId="{5596A10D-2B1B-40B8-AAB5-7487B1CC7759}" dt="2020-04-03T04:17:10.325" v="2564" actId="1035"/>
          <ac:grpSpMkLst>
            <pc:docMk/>
            <pc:sldMk cId="1142560619" sldId="327"/>
            <ac:grpSpMk id="3" creationId="{53FBBC34-EAC0-4B3B-887B-83747BC6DB43}"/>
          </ac:grpSpMkLst>
        </pc:grpChg>
        <pc:grpChg chg="add del mod">
          <ac:chgData name="Deep Singh" userId="691de62b-f606-4f41-8936-1ade9fc66103" providerId="ADAL" clId="{5596A10D-2B1B-40B8-AAB5-7487B1CC7759}" dt="2020-04-03T04:16:33.783" v="2500" actId="478"/>
          <ac:grpSpMkLst>
            <pc:docMk/>
            <pc:sldMk cId="1142560619" sldId="327"/>
            <ac:grpSpMk id="10" creationId="{C946A99D-CF7B-40ED-B830-95F0F0191BDE}"/>
          </ac:grpSpMkLst>
        </pc:grpChg>
        <pc:grpChg chg="del">
          <ac:chgData name="Deep Singh" userId="691de62b-f606-4f41-8936-1ade9fc66103" providerId="ADAL" clId="{5596A10D-2B1B-40B8-AAB5-7487B1CC7759}" dt="2020-04-03T03:17:14.022" v="2087" actId="478"/>
          <ac:grpSpMkLst>
            <pc:docMk/>
            <pc:sldMk cId="1142560619" sldId="327"/>
            <ac:grpSpMk id="41" creationId="{C97AB056-7067-49DC-8CEA-E94AD656E544}"/>
          </ac:grpSpMkLst>
        </pc:grpChg>
        <pc:picChg chg="add mod">
          <ac:chgData name="Deep Singh" userId="691de62b-f606-4f41-8936-1ade9fc66103" providerId="ADAL" clId="{5596A10D-2B1B-40B8-AAB5-7487B1CC7759}" dt="2020-04-03T03:26:35.742" v="2294" actId="164"/>
          <ac:picMkLst>
            <pc:docMk/>
            <pc:sldMk cId="1142560619" sldId="327"/>
            <ac:picMk id="86" creationId="{62112E81-10DB-4C90-BAD9-18A5C451DEAA}"/>
          </ac:picMkLst>
        </pc:picChg>
        <pc:picChg chg="add mod">
          <ac:chgData name="Deep Singh" userId="691de62b-f606-4f41-8936-1ade9fc66103" providerId="ADAL" clId="{5596A10D-2B1B-40B8-AAB5-7487B1CC7759}" dt="2020-04-03T03:26:35.742" v="2294" actId="164"/>
          <ac:picMkLst>
            <pc:docMk/>
            <pc:sldMk cId="1142560619" sldId="327"/>
            <ac:picMk id="92" creationId="{17BB46B3-1A6E-4500-AF1F-8729283C8E86}"/>
          </ac:picMkLst>
        </pc:picChg>
        <pc:picChg chg="add mod">
          <ac:chgData name="Deep Singh" userId="691de62b-f606-4f41-8936-1ade9fc66103" providerId="ADAL" clId="{5596A10D-2B1B-40B8-AAB5-7487B1CC7759}" dt="2020-04-03T03:26:35.742" v="2294" actId="164"/>
          <ac:picMkLst>
            <pc:docMk/>
            <pc:sldMk cId="1142560619" sldId="327"/>
            <ac:picMk id="103" creationId="{25028556-3B7E-427D-86A5-A3C252753B9C}"/>
          </ac:picMkLst>
        </pc:picChg>
        <pc:picChg chg="add mod">
          <ac:chgData name="Deep Singh" userId="691de62b-f606-4f41-8936-1ade9fc66103" providerId="ADAL" clId="{5596A10D-2B1B-40B8-AAB5-7487B1CC7759}" dt="2020-04-03T03:26:35.742" v="2294" actId="164"/>
          <ac:picMkLst>
            <pc:docMk/>
            <pc:sldMk cId="1142560619" sldId="327"/>
            <ac:picMk id="107" creationId="{9789F7D3-C211-44EC-9C48-E7270B0FFD71}"/>
          </ac:picMkLst>
        </pc:picChg>
        <pc:picChg chg="add mod">
          <ac:chgData name="Deep Singh" userId="691de62b-f606-4f41-8936-1ade9fc66103" providerId="ADAL" clId="{5596A10D-2B1B-40B8-AAB5-7487B1CC7759}" dt="2020-04-03T04:16:57.149" v="2545" actId="164"/>
          <ac:picMkLst>
            <pc:docMk/>
            <pc:sldMk cId="1142560619" sldId="327"/>
            <ac:picMk id="135" creationId="{8F84F372-DB26-4493-9C7B-267052DBC3D4}"/>
          </ac:picMkLst>
        </pc:picChg>
        <pc:picChg chg="add mod">
          <ac:chgData name="Deep Singh" userId="691de62b-f606-4f41-8936-1ade9fc66103" providerId="ADAL" clId="{5596A10D-2B1B-40B8-AAB5-7487B1CC7759}" dt="2020-04-03T04:16:57.149" v="2545" actId="164"/>
          <ac:picMkLst>
            <pc:docMk/>
            <pc:sldMk cId="1142560619" sldId="327"/>
            <ac:picMk id="141" creationId="{6BDED6B3-29F9-403C-8D3D-26E88232BEC9}"/>
          </ac:picMkLst>
        </pc:picChg>
        <pc:picChg chg="add mod">
          <ac:chgData name="Deep Singh" userId="691de62b-f606-4f41-8936-1ade9fc66103" providerId="ADAL" clId="{5596A10D-2B1B-40B8-AAB5-7487B1CC7759}" dt="2020-04-03T04:16:57.149" v="2545" actId="164"/>
          <ac:picMkLst>
            <pc:docMk/>
            <pc:sldMk cId="1142560619" sldId="327"/>
            <ac:picMk id="152" creationId="{D7A281F0-C896-4F9B-B655-2C3CFE2C9601}"/>
          </ac:picMkLst>
        </pc:picChg>
        <pc:picChg chg="add mod">
          <ac:chgData name="Deep Singh" userId="691de62b-f606-4f41-8936-1ade9fc66103" providerId="ADAL" clId="{5596A10D-2B1B-40B8-AAB5-7487B1CC7759}" dt="2020-04-03T04:16:57.149" v="2545" actId="164"/>
          <ac:picMkLst>
            <pc:docMk/>
            <pc:sldMk cId="1142560619" sldId="327"/>
            <ac:picMk id="156" creationId="{5571C033-2029-4DA7-8072-2C95E43B6A91}"/>
          </ac:picMkLst>
        </pc:picChg>
        <pc:picChg chg="add del mod">
          <ac:chgData name="Deep Singh" userId="691de62b-f606-4f41-8936-1ade9fc66103" providerId="ADAL" clId="{5596A10D-2B1B-40B8-AAB5-7487B1CC7759}" dt="2020-04-03T02:33:34.559" v="2082"/>
          <ac:picMkLst>
            <pc:docMk/>
            <pc:sldMk cId="1142560619" sldId="327"/>
            <ac:picMk id="1026" creationId="{8C0618AD-56CA-44F2-B11F-D9897A3F4A11}"/>
          </ac:picMkLst>
        </pc:picChg>
        <pc:cxnChg chg="del">
          <ac:chgData name="Deep Singh" userId="691de62b-f606-4f41-8936-1ade9fc66103" providerId="ADAL" clId="{5596A10D-2B1B-40B8-AAB5-7487B1CC7759}" dt="2020-04-03T03:17:14.022" v="2087" actId="478"/>
          <ac:cxnSpMkLst>
            <pc:docMk/>
            <pc:sldMk cId="1142560619" sldId="327"/>
            <ac:cxnSpMk id="42" creationId="{3EB52EA6-1404-4AD7-B9C9-18210887DB38}"/>
          </ac:cxnSpMkLst>
        </pc:cxnChg>
        <pc:cxnChg chg="del">
          <ac:chgData name="Deep Singh" userId="691de62b-f606-4f41-8936-1ade9fc66103" providerId="ADAL" clId="{5596A10D-2B1B-40B8-AAB5-7487B1CC7759}" dt="2020-04-03T03:17:14.022" v="2087" actId="478"/>
          <ac:cxnSpMkLst>
            <pc:docMk/>
            <pc:sldMk cId="1142560619" sldId="327"/>
            <ac:cxnSpMk id="43" creationId="{2849D924-C9DE-4143-9BB9-CCCCD6E0178F}"/>
          </ac:cxnSpMkLst>
        </pc:cxnChg>
        <pc:cxnChg chg="del">
          <ac:chgData name="Deep Singh" userId="691de62b-f606-4f41-8936-1ade9fc66103" providerId="ADAL" clId="{5596A10D-2B1B-40B8-AAB5-7487B1CC7759}" dt="2020-04-03T03:17:14.022" v="2087" actId="478"/>
          <ac:cxnSpMkLst>
            <pc:docMk/>
            <pc:sldMk cId="1142560619" sldId="327"/>
            <ac:cxnSpMk id="44" creationId="{0F6A9907-0100-4F96-A158-1DD9DF4D4C32}"/>
          </ac:cxnSpMkLst>
        </pc:cxnChg>
        <pc:cxnChg chg="del">
          <ac:chgData name="Deep Singh" userId="691de62b-f606-4f41-8936-1ade9fc66103" providerId="ADAL" clId="{5596A10D-2B1B-40B8-AAB5-7487B1CC7759}" dt="2020-04-03T03:17:14.022" v="2087" actId="478"/>
          <ac:cxnSpMkLst>
            <pc:docMk/>
            <pc:sldMk cId="1142560619" sldId="327"/>
            <ac:cxnSpMk id="47" creationId="{1382517D-8BC5-4D64-A20D-6B81DA762B56}"/>
          </ac:cxnSpMkLst>
        </pc:cxnChg>
        <pc:cxnChg chg="del">
          <ac:chgData name="Deep Singh" userId="691de62b-f606-4f41-8936-1ade9fc66103" providerId="ADAL" clId="{5596A10D-2B1B-40B8-AAB5-7487B1CC7759}" dt="2020-04-03T03:17:14.022" v="2087" actId="478"/>
          <ac:cxnSpMkLst>
            <pc:docMk/>
            <pc:sldMk cId="1142560619" sldId="327"/>
            <ac:cxnSpMk id="51" creationId="{A5535131-CE21-4B89-B2C4-8EFD112D918E}"/>
          </ac:cxnSpMkLst>
        </pc:cxnChg>
        <pc:cxnChg chg="del">
          <ac:chgData name="Deep Singh" userId="691de62b-f606-4f41-8936-1ade9fc66103" providerId="ADAL" clId="{5596A10D-2B1B-40B8-AAB5-7487B1CC7759}" dt="2020-04-03T03:25:58.763" v="2233" actId="478"/>
          <ac:cxnSpMkLst>
            <pc:docMk/>
            <pc:sldMk cId="1142560619" sldId="327"/>
            <ac:cxnSpMk id="54" creationId="{E359EC66-5891-4582-8089-442DF5025089}"/>
          </ac:cxnSpMkLst>
        </pc:cxnChg>
        <pc:cxnChg chg="del">
          <ac:chgData name="Deep Singh" userId="691de62b-f606-4f41-8936-1ade9fc66103" providerId="ADAL" clId="{5596A10D-2B1B-40B8-AAB5-7487B1CC7759}" dt="2020-04-03T03:25:58.763" v="2233" actId="478"/>
          <ac:cxnSpMkLst>
            <pc:docMk/>
            <pc:sldMk cId="1142560619" sldId="327"/>
            <ac:cxnSpMk id="56" creationId="{AFF0AAFD-CC3A-4485-BA30-42991022136E}"/>
          </ac:cxnSpMkLst>
        </pc:cxnChg>
        <pc:cxnChg chg="del">
          <ac:chgData name="Deep Singh" userId="691de62b-f606-4f41-8936-1ade9fc66103" providerId="ADAL" clId="{5596A10D-2B1B-40B8-AAB5-7487B1CC7759}" dt="2020-04-03T03:25:58.763" v="2233" actId="478"/>
          <ac:cxnSpMkLst>
            <pc:docMk/>
            <pc:sldMk cId="1142560619" sldId="327"/>
            <ac:cxnSpMk id="60" creationId="{241775DB-2A50-4D56-9EEB-23E49FABF33E}"/>
          </ac:cxnSpMkLst>
        </pc:cxnChg>
        <pc:cxnChg chg="add mod">
          <ac:chgData name="Deep Singh" userId="691de62b-f606-4f41-8936-1ade9fc66103" providerId="ADAL" clId="{5596A10D-2B1B-40B8-AAB5-7487B1CC7759}" dt="2020-04-03T03:26:35.742" v="2294" actId="164"/>
          <ac:cxnSpMkLst>
            <pc:docMk/>
            <pc:sldMk cId="1142560619" sldId="327"/>
            <ac:cxnSpMk id="88" creationId="{F6144CF9-FF05-46C3-A133-8981CB6A571E}"/>
          </ac:cxnSpMkLst>
        </pc:cxnChg>
        <pc:cxnChg chg="add mod">
          <ac:chgData name="Deep Singh" userId="691de62b-f606-4f41-8936-1ade9fc66103" providerId="ADAL" clId="{5596A10D-2B1B-40B8-AAB5-7487B1CC7759}" dt="2020-04-03T03:26:35.742" v="2294" actId="164"/>
          <ac:cxnSpMkLst>
            <pc:docMk/>
            <pc:sldMk cId="1142560619" sldId="327"/>
            <ac:cxnSpMk id="89" creationId="{464A977A-FC75-47D9-950F-A500620B9EA7}"/>
          </ac:cxnSpMkLst>
        </pc:cxnChg>
        <pc:cxnChg chg="add mod">
          <ac:chgData name="Deep Singh" userId="691de62b-f606-4f41-8936-1ade9fc66103" providerId="ADAL" clId="{5596A10D-2B1B-40B8-AAB5-7487B1CC7759}" dt="2020-04-03T03:26:35.742" v="2294" actId="164"/>
          <ac:cxnSpMkLst>
            <pc:docMk/>
            <pc:sldMk cId="1142560619" sldId="327"/>
            <ac:cxnSpMk id="90" creationId="{18E5ED06-D39E-4CE0-BBC4-EC42C140D52F}"/>
          </ac:cxnSpMkLst>
        </pc:cxnChg>
        <pc:cxnChg chg="add mod">
          <ac:chgData name="Deep Singh" userId="691de62b-f606-4f41-8936-1ade9fc66103" providerId="ADAL" clId="{5596A10D-2B1B-40B8-AAB5-7487B1CC7759}" dt="2020-04-03T03:26:35.742" v="2294" actId="164"/>
          <ac:cxnSpMkLst>
            <pc:docMk/>
            <pc:sldMk cId="1142560619" sldId="327"/>
            <ac:cxnSpMk id="91" creationId="{6F8713B0-8187-4A85-974D-BDE17551A4A4}"/>
          </ac:cxnSpMkLst>
        </pc:cxnChg>
        <pc:cxnChg chg="add mod">
          <ac:chgData name="Deep Singh" userId="691de62b-f606-4f41-8936-1ade9fc66103" providerId="ADAL" clId="{5596A10D-2B1B-40B8-AAB5-7487B1CC7759}" dt="2020-04-03T03:26:35.742" v="2294" actId="164"/>
          <ac:cxnSpMkLst>
            <pc:docMk/>
            <pc:sldMk cId="1142560619" sldId="327"/>
            <ac:cxnSpMk id="104" creationId="{71FA5029-A85D-4195-8981-9A1ABA860216}"/>
          </ac:cxnSpMkLst>
        </pc:cxnChg>
        <pc:cxnChg chg="add mod">
          <ac:chgData name="Deep Singh" userId="691de62b-f606-4f41-8936-1ade9fc66103" providerId="ADAL" clId="{5596A10D-2B1B-40B8-AAB5-7487B1CC7759}" dt="2020-04-03T03:26:35.742" v="2294" actId="164"/>
          <ac:cxnSpMkLst>
            <pc:docMk/>
            <pc:sldMk cId="1142560619" sldId="327"/>
            <ac:cxnSpMk id="105" creationId="{67177BE1-2E86-4967-A1CF-3305C8768C72}"/>
          </ac:cxnSpMkLst>
        </pc:cxnChg>
        <pc:cxnChg chg="add mod">
          <ac:chgData name="Deep Singh" userId="691de62b-f606-4f41-8936-1ade9fc66103" providerId="ADAL" clId="{5596A10D-2B1B-40B8-AAB5-7487B1CC7759}" dt="2020-04-03T03:26:35.742" v="2294" actId="164"/>
          <ac:cxnSpMkLst>
            <pc:docMk/>
            <pc:sldMk cId="1142560619" sldId="327"/>
            <ac:cxnSpMk id="106" creationId="{E7A2E212-AF79-4568-8BA4-379DA93FEEC1}"/>
          </ac:cxnSpMkLst>
        </pc:cxnChg>
        <pc:cxnChg chg="add mod">
          <ac:chgData name="Deep Singh" userId="691de62b-f606-4f41-8936-1ade9fc66103" providerId="ADAL" clId="{5596A10D-2B1B-40B8-AAB5-7487B1CC7759}" dt="2020-04-03T04:16:57.149" v="2545" actId="164"/>
          <ac:cxnSpMkLst>
            <pc:docMk/>
            <pc:sldMk cId="1142560619" sldId="327"/>
            <ac:cxnSpMk id="137" creationId="{51A85759-8071-4D8A-BA80-A3A4AAD8A29D}"/>
          </ac:cxnSpMkLst>
        </pc:cxnChg>
        <pc:cxnChg chg="add mod">
          <ac:chgData name="Deep Singh" userId="691de62b-f606-4f41-8936-1ade9fc66103" providerId="ADAL" clId="{5596A10D-2B1B-40B8-AAB5-7487B1CC7759}" dt="2020-04-03T04:16:57.149" v="2545" actId="164"/>
          <ac:cxnSpMkLst>
            <pc:docMk/>
            <pc:sldMk cId="1142560619" sldId="327"/>
            <ac:cxnSpMk id="138" creationId="{0FBED8C8-CCC5-4927-8CB0-AE2320B440F7}"/>
          </ac:cxnSpMkLst>
        </pc:cxnChg>
        <pc:cxnChg chg="add mod">
          <ac:chgData name="Deep Singh" userId="691de62b-f606-4f41-8936-1ade9fc66103" providerId="ADAL" clId="{5596A10D-2B1B-40B8-AAB5-7487B1CC7759}" dt="2020-04-03T04:16:57.149" v="2545" actId="164"/>
          <ac:cxnSpMkLst>
            <pc:docMk/>
            <pc:sldMk cId="1142560619" sldId="327"/>
            <ac:cxnSpMk id="139" creationId="{BD52BD9C-0638-4F3D-B73D-685C7E392A15}"/>
          </ac:cxnSpMkLst>
        </pc:cxnChg>
        <pc:cxnChg chg="add mod">
          <ac:chgData name="Deep Singh" userId="691de62b-f606-4f41-8936-1ade9fc66103" providerId="ADAL" clId="{5596A10D-2B1B-40B8-AAB5-7487B1CC7759}" dt="2020-04-03T04:16:57.149" v="2545" actId="164"/>
          <ac:cxnSpMkLst>
            <pc:docMk/>
            <pc:sldMk cId="1142560619" sldId="327"/>
            <ac:cxnSpMk id="140" creationId="{2FCB964C-C872-4D7A-9D76-3A74AEF98AE0}"/>
          </ac:cxnSpMkLst>
        </pc:cxnChg>
        <pc:cxnChg chg="add mod">
          <ac:chgData name="Deep Singh" userId="691de62b-f606-4f41-8936-1ade9fc66103" providerId="ADAL" clId="{5596A10D-2B1B-40B8-AAB5-7487B1CC7759}" dt="2020-04-03T04:16:57.149" v="2545" actId="164"/>
          <ac:cxnSpMkLst>
            <pc:docMk/>
            <pc:sldMk cId="1142560619" sldId="327"/>
            <ac:cxnSpMk id="153" creationId="{5C862692-F432-4D11-9AAD-EB36E2EA8237}"/>
          </ac:cxnSpMkLst>
        </pc:cxnChg>
        <pc:cxnChg chg="add mod">
          <ac:chgData name="Deep Singh" userId="691de62b-f606-4f41-8936-1ade9fc66103" providerId="ADAL" clId="{5596A10D-2B1B-40B8-AAB5-7487B1CC7759}" dt="2020-04-03T04:16:57.149" v="2545" actId="164"/>
          <ac:cxnSpMkLst>
            <pc:docMk/>
            <pc:sldMk cId="1142560619" sldId="327"/>
            <ac:cxnSpMk id="154" creationId="{613DECF0-4547-47BF-B0AA-EBAC20BC1848}"/>
          </ac:cxnSpMkLst>
        </pc:cxnChg>
        <pc:cxnChg chg="add mod">
          <ac:chgData name="Deep Singh" userId="691de62b-f606-4f41-8936-1ade9fc66103" providerId="ADAL" clId="{5596A10D-2B1B-40B8-AAB5-7487B1CC7759}" dt="2020-04-03T04:16:57.149" v="2545" actId="164"/>
          <ac:cxnSpMkLst>
            <pc:docMk/>
            <pc:sldMk cId="1142560619" sldId="327"/>
            <ac:cxnSpMk id="155" creationId="{B58872DD-758D-4B1E-88C4-28C6246263E7}"/>
          </ac:cxnSpMkLst>
        </pc:cxnChg>
      </pc:sldChg>
      <pc:sldChg chg="del">
        <pc:chgData name="Deep Singh" userId="691de62b-f606-4f41-8936-1ade9fc66103" providerId="ADAL" clId="{5596A10D-2B1B-40B8-AAB5-7487B1CC7759}" dt="2020-04-02T23:09:00.422" v="1278" actId="47"/>
        <pc:sldMkLst>
          <pc:docMk/>
          <pc:sldMk cId="3320675665" sldId="329"/>
        </pc:sldMkLst>
      </pc:sldChg>
      <pc:sldChg chg="del">
        <pc:chgData name="Deep Singh" userId="691de62b-f606-4f41-8936-1ade9fc66103" providerId="ADAL" clId="{5596A10D-2B1B-40B8-AAB5-7487B1CC7759}" dt="2020-04-02T23:11:17.385" v="1310" actId="47"/>
        <pc:sldMkLst>
          <pc:docMk/>
          <pc:sldMk cId="2253781075" sldId="333"/>
        </pc:sldMkLst>
      </pc:sldChg>
      <pc:sldChg chg="delSp">
        <pc:chgData name="Deep Singh" userId="691de62b-f606-4f41-8936-1ade9fc66103" providerId="ADAL" clId="{5596A10D-2B1B-40B8-AAB5-7487B1CC7759}" dt="2020-04-03T03:59:05.027" v="2437" actId="478"/>
        <pc:sldMkLst>
          <pc:docMk/>
          <pc:sldMk cId="457554112" sldId="336"/>
        </pc:sldMkLst>
        <pc:cxnChg chg="del">
          <ac:chgData name="Deep Singh" userId="691de62b-f606-4f41-8936-1ade9fc66103" providerId="ADAL" clId="{5596A10D-2B1B-40B8-AAB5-7487B1CC7759}" dt="2020-04-03T03:59:05.027" v="2437" actId="478"/>
          <ac:cxnSpMkLst>
            <pc:docMk/>
            <pc:sldMk cId="457554112" sldId="336"/>
            <ac:cxnSpMk id="157" creationId="{492B7BB8-20A0-4A73-ADAC-007A14E61860}"/>
          </ac:cxnSpMkLst>
        </pc:cxnChg>
      </pc:sldChg>
      <pc:sldChg chg="modSp">
        <pc:chgData name="Deep Singh" userId="691de62b-f606-4f41-8936-1ade9fc66103" providerId="ADAL" clId="{5596A10D-2B1B-40B8-AAB5-7487B1CC7759}" dt="2020-04-03T03:55:58.630" v="2436" actId="20577"/>
        <pc:sldMkLst>
          <pc:docMk/>
          <pc:sldMk cId="3638135901" sldId="337"/>
        </pc:sldMkLst>
        <pc:graphicFrameChg chg="mod">
          <ac:chgData name="Deep Singh" userId="691de62b-f606-4f41-8936-1ade9fc66103" providerId="ADAL" clId="{5596A10D-2B1B-40B8-AAB5-7487B1CC7759}" dt="2020-04-03T03:55:58.630" v="2436" actId="20577"/>
          <ac:graphicFrameMkLst>
            <pc:docMk/>
            <pc:sldMk cId="3638135901" sldId="337"/>
            <ac:graphicFrameMk id="17" creationId="{16ABED77-31FE-4EDA-A472-E0B431693583}"/>
          </ac:graphicFrameMkLst>
        </pc:graphicFrameChg>
      </pc:sldChg>
      <pc:sldChg chg="del ord">
        <pc:chgData name="Deep Singh" userId="691de62b-f606-4f41-8936-1ade9fc66103" providerId="ADAL" clId="{5596A10D-2B1B-40B8-AAB5-7487B1CC7759}" dt="2020-04-02T23:08:28.331" v="1273" actId="47"/>
        <pc:sldMkLst>
          <pc:docMk/>
          <pc:sldMk cId="2517138296" sldId="341"/>
        </pc:sldMkLst>
      </pc:sldChg>
      <pc:sldChg chg="del ord">
        <pc:chgData name="Deep Singh" userId="691de62b-f606-4f41-8936-1ade9fc66103" providerId="ADAL" clId="{5596A10D-2B1B-40B8-AAB5-7487B1CC7759}" dt="2020-04-02T23:08:28.331" v="1273" actId="47"/>
        <pc:sldMkLst>
          <pc:docMk/>
          <pc:sldMk cId="3069301475" sldId="342"/>
        </pc:sldMkLst>
      </pc:sldChg>
      <pc:sldChg chg="modSp ord">
        <pc:chgData name="Deep Singh" userId="691de62b-f606-4f41-8936-1ade9fc66103" providerId="ADAL" clId="{5596A10D-2B1B-40B8-AAB5-7487B1CC7759}" dt="2020-04-02T23:17:03.114" v="1387" actId="20577"/>
        <pc:sldMkLst>
          <pc:docMk/>
          <pc:sldMk cId="3531666274" sldId="343"/>
        </pc:sldMkLst>
        <pc:spChg chg="mod">
          <ac:chgData name="Deep Singh" userId="691de62b-f606-4f41-8936-1ade9fc66103" providerId="ADAL" clId="{5596A10D-2B1B-40B8-AAB5-7487B1CC7759}" dt="2020-04-02T23:17:03.114" v="1387" actId="20577"/>
          <ac:spMkLst>
            <pc:docMk/>
            <pc:sldMk cId="3531666274" sldId="343"/>
            <ac:spMk id="6" creationId="{152ADB85-0025-4E0A-B62D-0D6377972C2F}"/>
          </ac:spMkLst>
        </pc:spChg>
      </pc:sldChg>
      <pc:sldChg chg="del">
        <pc:chgData name="Deep Singh" userId="691de62b-f606-4f41-8936-1ade9fc66103" providerId="ADAL" clId="{5596A10D-2B1B-40B8-AAB5-7487B1CC7759}" dt="2020-04-02T23:08:28.331" v="1273" actId="47"/>
        <pc:sldMkLst>
          <pc:docMk/>
          <pc:sldMk cId="685957424" sldId="345"/>
        </pc:sldMkLst>
      </pc:sldChg>
      <pc:sldChg chg="del">
        <pc:chgData name="Deep Singh" userId="691de62b-f606-4f41-8936-1ade9fc66103" providerId="ADAL" clId="{5596A10D-2B1B-40B8-AAB5-7487B1CC7759}" dt="2020-04-02T23:08:28.331" v="1273" actId="47"/>
        <pc:sldMkLst>
          <pc:docMk/>
          <pc:sldMk cId="1164412954" sldId="346"/>
        </pc:sldMkLst>
      </pc:sldChg>
      <pc:sldChg chg="del">
        <pc:chgData name="Deep Singh" userId="691de62b-f606-4f41-8936-1ade9fc66103" providerId="ADAL" clId="{5596A10D-2B1B-40B8-AAB5-7487B1CC7759}" dt="2020-04-02T23:08:28.331" v="1273" actId="47"/>
        <pc:sldMkLst>
          <pc:docMk/>
          <pc:sldMk cId="3840906611" sldId="347"/>
        </pc:sldMkLst>
      </pc:sldChg>
      <pc:sldChg chg="add del">
        <pc:chgData name="Deep Singh" userId="691de62b-f606-4f41-8936-1ade9fc66103" providerId="ADAL" clId="{5596A10D-2B1B-40B8-AAB5-7487B1CC7759}" dt="2020-04-02T21:42:59.598" v="10" actId="47"/>
        <pc:sldMkLst>
          <pc:docMk/>
          <pc:sldMk cId="3172355312" sldId="348"/>
        </pc:sldMkLst>
      </pc:sldChg>
      <pc:sldChg chg="addSp delSp modSp add">
        <pc:chgData name="Deep Singh" userId="691de62b-f606-4f41-8936-1ade9fc66103" providerId="ADAL" clId="{5596A10D-2B1B-40B8-AAB5-7487B1CC7759}" dt="2020-04-02T22:08:00.168" v="1242" actId="6549"/>
        <pc:sldMkLst>
          <pc:docMk/>
          <pc:sldMk cId="1269246693" sldId="349"/>
        </pc:sldMkLst>
        <pc:spChg chg="add mod">
          <ac:chgData name="Deep Singh" userId="691de62b-f606-4f41-8936-1ade9fc66103" providerId="ADAL" clId="{5596A10D-2B1B-40B8-AAB5-7487B1CC7759}" dt="2020-04-02T22:08:00.168" v="1242" actId="6549"/>
          <ac:spMkLst>
            <pc:docMk/>
            <pc:sldMk cId="1269246693" sldId="349"/>
            <ac:spMk id="2" creationId="{56D3E20F-BBB9-42F4-AB6D-702DF5176EBE}"/>
          </ac:spMkLst>
        </pc:spChg>
        <pc:spChg chg="mod">
          <ac:chgData name="Deep Singh" userId="691de62b-f606-4f41-8936-1ade9fc66103" providerId="ADAL" clId="{5596A10D-2B1B-40B8-AAB5-7487B1CC7759}" dt="2020-04-02T21:43:14.243" v="26" actId="20577"/>
          <ac:spMkLst>
            <pc:docMk/>
            <pc:sldMk cId="1269246693" sldId="349"/>
            <ac:spMk id="6" creationId="{152ADB85-0025-4E0A-B62D-0D6377972C2F}"/>
          </ac:spMkLst>
        </pc:spChg>
        <pc:graphicFrameChg chg="del">
          <ac:chgData name="Deep Singh" userId="691de62b-f606-4f41-8936-1ade9fc66103" providerId="ADAL" clId="{5596A10D-2B1B-40B8-AAB5-7487B1CC7759}" dt="2020-04-02T21:43:21.627" v="27" actId="478"/>
          <ac:graphicFrameMkLst>
            <pc:docMk/>
            <pc:sldMk cId="1269246693" sldId="349"/>
            <ac:graphicFrameMk id="17" creationId="{16ABED77-31FE-4EDA-A472-E0B431693583}"/>
          </ac:graphicFrameMkLst>
        </pc:graphicFrameChg>
        <pc:picChg chg="add del mod">
          <ac:chgData name="Deep Singh" userId="691de62b-f606-4f41-8936-1ade9fc66103" providerId="ADAL" clId="{5596A10D-2B1B-40B8-AAB5-7487B1CC7759}" dt="2020-04-02T21:49:35.933" v="524" actId="478"/>
          <ac:picMkLst>
            <pc:docMk/>
            <pc:sldMk cId="1269246693" sldId="349"/>
            <ac:picMk id="3" creationId="{F3D8E99A-7A40-4EBB-BAC7-5783D72E7C37}"/>
          </ac:picMkLst>
        </pc:picChg>
        <pc:picChg chg="add del">
          <ac:chgData name="Deep Singh" userId="691de62b-f606-4f41-8936-1ade9fc66103" providerId="ADAL" clId="{5596A10D-2B1B-40B8-AAB5-7487B1CC7759}" dt="2020-04-02T21:52:39.516" v="723"/>
          <ac:picMkLst>
            <pc:docMk/>
            <pc:sldMk cId="1269246693" sldId="349"/>
            <ac:picMk id="7" creationId="{6E131629-D6FB-4F28-8D8C-DB9A5825C44E}"/>
          </ac:picMkLst>
        </pc:picChg>
      </pc:sldChg>
      <pc:sldChg chg="modSp add">
        <pc:chgData name="Deep Singh" userId="691de62b-f606-4f41-8936-1ade9fc66103" providerId="ADAL" clId="{5596A10D-2B1B-40B8-AAB5-7487B1CC7759}" dt="2020-04-02T22:11:44.514" v="1268" actId="20577"/>
        <pc:sldMkLst>
          <pc:docMk/>
          <pc:sldMk cId="2128196044" sldId="350"/>
        </pc:sldMkLst>
        <pc:spChg chg="mod">
          <ac:chgData name="Deep Singh" userId="691de62b-f606-4f41-8936-1ade9fc66103" providerId="ADAL" clId="{5596A10D-2B1B-40B8-AAB5-7487B1CC7759}" dt="2020-04-02T22:11:44.514" v="1268" actId="20577"/>
          <ac:spMkLst>
            <pc:docMk/>
            <pc:sldMk cId="2128196044" sldId="350"/>
            <ac:spMk id="2" creationId="{56D3E20F-BBB9-42F4-AB6D-702DF5176EBE}"/>
          </ac:spMkLst>
        </pc:spChg>
        <pc:spChg chg="mod">
          <ac:chgData name="Deep Singh" userId="691de62b-f606-4f41-8936-1ade9fc66103" providerId="ADAL" clId="{5596A10D-2B1B-40B8-AAB5-7487B1CC7759}" dt="2020-04-02T22:11:38.440" v="1254" actId="20577"/>
          <ac:spMkLst>
            <pc:docMk/>
            <pc:sldMk cId="2128196044" sldId="350"/>
            <ac:spMk id="6" creationId="{152ADB85-0025-4E0A-B62D-0D6377972C2F}"/>
          </ac:spMkLst>
        </pc:spChg>
      </pc:sldChg>
      <pc:sldChg chg="add del">
        <pc:chgData name="Deep Singh" userId="691de62b-f606-4f41-8936-1ade9fc66103" providerId="ADAL" clId="{5596A10D-2B1B-40B8-AAB5-7487B1CC7759}" dt="2020-04-02T22:11:16.499" v="1244" actId="2696"/>
        <pc:sldMkLst>
          <pc:docMk/>
          <pc:sldMk cId="3323433205" sldId="350"/>
        </pc:sldMkLst>
      </pc:sldChg>
      <pc:sldChg chg="modSp">
        <pc:chgData name="Deep Singh" userId="691de62b-f606-4f41-8936-1ade9fc66103" providerId="ADAL" clId="{5596A10D-2B1B-40B8-AAB5-7487B1CC7759}" dt="2020-04-02T23:10:16.992" v="1309" actId="20577"/>
        <pc:sldMkLst>
          <pc:docMk/>
          <pc:sldMk cId="1839219276" sldId="351"/>
        </pc:sldMkLst>
        <pc:spChg chg="mod">
          <ac:chgData name="Deep Singh" userId="691de62b-f606-4f41-8936-1ade9fc66103" providerId="ADAL" clId="{5596A10D-2B1B-40B8-AAB5-7487B1CC7759}" dt="2020-04-02T23:10:16.992" v="1309" actId="20577"/>
          <ac:spMkLst>
            <pc:docMk/>
            <pc:sldMk cId="1839219276" sldId="351"/>
            <ac:spMk id="6" creationId="{152ADB85-0025-4E0A-B62D-0D6377972C2F}"/>
          </ac:spMkLst>
        </pc:spChg>
      </pc:sldChg>
      <pc:sldChg chg="modSp">
        <pc:chgData name="Deep Singh" userId="691de62b-f606-4f41-8936-1ade9fc66103" providerId="ADAL" clId="{5596A10D-2B1B-40B8-AAB5-7487B1CC7759}" dt="2020-04-02T23:14:56.604" v="1348" actId="20577"/>
        <pc:sldMkLst>
          <pc:docMk/>
          <pc:sldMk cId="306272127" sldId="352"/>
        </pc:sldMkLst>
        <pc:spChg chg="mod">
          <ac:chgData name="Deep Singh" userId="691de62b-f606-4f41-8936-1ade9fc66103" providerId="ADAL" clId="{5596A10D-2B1B-40B8-AAB5-7487B1CC7759}" dt="2020-04-02T23:14:56.604" v="1348" actId="20577"/>
          <ac:spMkLst>
            <pc:docMk/>
            <pc:sldMk cId="306272127" sldId="352"/>
            <ac:spMk id="11" creationId="{BB003D32-00BD-4546-BB15-66F3DB626FE6}"/>
          </ac:spMkLst>
        </pc:spChg>
      </pc:sldChg>
      <pc:sldChg chg="ord">
        <pc:chgData name="Deep Singh" userId="691de62b-f606-4f41-8936-1ade9fc66103" providerId="ADAL" clId="{5596A10D-2B1B-40B8-AAB5-7487B1CC7759}" dt="2020-04-02T23:15:56.993" v="1371"/>
        <pc:sldMkLst>
          <pc:docMk/>
          <pc:sldMk cId="4106677230" sldId="356"/>
        </pc:sldMkLst>
      </pc:sldChg>
      <pc:sldChg chg="modSp">
        <pc:chgData name="Deep Singh" userId="691de62b-f606-4f41-8936-1ade9fc66103" providerId="ADAL" clId="{5596A10D-2B1B-40B8-AAB5-7487B1CC7759}" dt="2020-04-03T02:21:32.835" v="2074"/>
        <pc:sldMkLst>
          <pc:docMk/>
          <pc:sldMk cId="2721782479" sldId="357"/>
        </pc:sldMkLst>
        <pc:spChg chg="mod">
          <ac:chgData name="Deep Singh" userId="691de62b-f606-4f41-8936-1ade9fc66103" providerId="ADAL" clId="{5596A10D-2B1B-40B8-AAB5-7487B1CC7759}" dt="2020-04-02T23:09:43.980" v="1302" actId="404"/>
          <ac:spMkLst>
            <pc:docMk/>
            <pc:sldMk cId="2721782479" sldId="357"/>
            <ac:spMk id="6" creationId="{152ADB85-0025-4E0A-B62D-0D6377972C2F}"/>
          </ac:spMkLst>
        </pc:spChg>
        <pc:graphicFrameChg chg="mod">
          <ac:chgData name="Deep Singh" userId="691de62b-f606-4f41-8936-1ade9fc66103" providerId="ADAL" clId="{5596A10D-2B1B-40B8-AAB5-7487B1CC7759}" dt="2020-04-03T02:21:32.835" v="2074"/>
          <ac:graphicFrameMkLst>
            <pc:docMk/>
            <pc:sldMk cId="2721782479" sldId="357"/>
            <ac:graphicFrameMk id="625" creationId="{E12EF7C9-60FE-4EFE-9370-EE6A5CDD7934}"/>
          </ac:graphicFrameMkLst>
        </pc:graphicFrameChg>
      </pc:sldChg>
      <pc:sldChg chg="modSp add">
        <pc:chgData name="Deep Singh" userId="691de62b-f606-4f41-8936-1ade9fc66103" providerId="ADAL" clId="{5596A10D-2B1B-40B8-AAB5-7487B1CC7759}" dt="2020-04-02T23:17:40.987" v="1391" actId="20577"/>
        <pc:sldMkLst>
          <pc:docMk/>
          <pc:sldMk cId="143463365" sldId="358"/>
        </pc:sldMkLst>
        <pc:spChg chg="mod">
          <ac:chgData name="Deep Singh" userId="691de62b-f606-4f41-8936-1ade9fc66103" providerId="ADAL" clId="{5596A10D-2B1B-40B8-AAB5-7487B1CC7759}" dt="2020-04-02T23:17:40.987" v="1391" actId="20577"/>
          <ac:spMkLst>
            <pc:docMk/>
            <pc:sldMk cId="143463365" sldId="358"/>
            <ac:spMk id="11" creationId="{BB003D32-00BD-4546-BB15-66F3DB626FE6}"/>
          </ac:spMkLst>
        </pc:spChg>
      </pc:sldChg>
      <pc:sldChg chg="addSp delSp add del setBg delDesignElem">
        <pc:chgData name="Deep Singh" userId="691de62b-f606-4f41-8936-1ade9fc66103" providerId="ADAL" clId="{5596A10D-2B1B-40B8-AAB5-7487B1CC7759}" dt="2020-04-02T23:08:56.804" v="1276"/>
        <pc:sldMkLst>
          <pc:docMk/>
          <pc:sldMk cId="3482989764" sldId="358"/>
        </pc:sldMkLst>
        <pc:spChg chg="add del">
          <ac:chgData name="Deep Singh" userId="691de62b-f606-4f41-8936-1ade9fc66103" providerId="ADAL" clId="{5596A10D-2B1B-40B8-AAB5-7487B1CC7759}" dt="2020-04-02T23:08:56.804" v="1276"/>
          <ac:spMkLst>
            <pc:docMk/>
            <pc:sldMk cId="3482989764" sldId="358"/>
            <ac:spMk id="13" creationId="{4C608BEB-860E-4094-8511-78603564A75E}"/>
          </ac:spMkLst>
        </pc:spChg>
        <pc:cxnChg chg="add del">
          <ac:chgData name="Deep Singh" userId="691de62b-f606-4f41-8936-1ade9fc66103" providerId="ADAL" clId="{5596A10D-2B1B-40B8-AAB5-7487B1CC7759}" dt="2020-04-02T23:08:56.804" v="1276"/>
          <ac:cxnSpMkLst>
            <pc:docMk/>
            <pc:sldMk cId="3482989764" sldId="358"/>
            <ac:cxnSpMk id="15" creationId="{1F16A8D4-FE87-4604-88B2-394B5D1EB437}"/>
          </ac:cxnSpMkLst>
        </pc:cxnChg>
      </pc:sldChg>
      <pc:sldChg chg="addSp delSp modSp add">
        <pc:chgData name="Deep Singh" userId="691de62b-f606-4f41-8936-1ade9fc66103" providerId="ADAL" clId="{5596A10D-2B1B-40B8-AAB5-7487B1CC7759}" dt="2020-04-02T23:16:30.842" v="1373" actId="20577"/>
        <pc:sldMkLst>
          <pc:docMk/>
          <pc:sldMk cId="1783047013" sldId="359"/>
        </pc:sldMkLst>
        <pc:spChg chg="add del">
          <ac:chgData name="Deep Singh" userId="691de62b-f606-4f41-8936-1ade9fc66103" providerId="ADAL" clId="{5596A10D-2B1B-40B8-AAB5-7487B1CC7759}" dt="2020-04-02T23:15:33.264" v="1369"/>
          <ac:spMkLst>
            <pc:docMk/>
            <pc:sldMk cId="1783047013" sldId="359"/>
            <ac:spMk id="2" creationId="{9460F1B8-7CC9-45DA-861F-C80BC660B31B}"/>
          </ac:spMkLst>
        </pc:spChg>
        <pc:spChg chg="mod">
          <ac:chgData name="Deep Singh" userId="691de62b-f606-4f41-8936-1ade9fc66103" providerId="ADAL" clId="{5596A10D-2B1B-40B8-AAB5-7487B1CC7759}" dt="2020-04-02T23:16:30.842" v="1373" actId="20577"/>
          <ac:spMkLst>
            <pc:docMk/>
            <pc:sldMk cId="1783047013" sldId="359"/>
            <ac:spMk id="6" creationId="{152ADB85-0025-4E0A-B62D-0D6377972C2F}"/>
          </ac:spMkLst>
        </pc:spChg>
        <pc:spChg chg="mod">
          <ac:chgData name="Deep Singh" userId="691de62b-f606-4f41-8936-1ade9fc66103" providerId="ADAL" clId="{5596A10D-2B1B-40B8-AAB5-7487B1CC7759}" dt="2020-04-02T23:15:17.226" v="1367" actId="20577"/>
          <ac:spMkLst>
            <pc:docMk/>
            <pc:sldMk cId="1783047013" sldId="359"/>
            <ac:spMk id="11" creationId="{BB003D32-00BD-4546-BB15-66F3DB626FE6}"/>
          </ac:spMkLst>
        </pc:spChg>
      </pc:sldChg>
      <pc:sldChg chg="addSp delSp add del setBg delDesignElem">
        <pc:chgData name="Deep Singh" userId="691de62b-f606-4f41-8936-1ade9fc66103" providerId="ADAL" clId="{5596A10D-2B1B-40B8-AAB5-7487B1CC7759}" dt="2020-04-02T23:12:10.822" v="1313"/>
        <pc:sldMkLst>
          <pc:docMk/>
          <pc:sldMk cId="3296166187" sldId="359"/>
        </pc:sldMkLst>
        <pc:spChg chg="add del">
          <ac:chgData name="Deep Singh" userId="691de62b-f606-4f41-8936-1ade9fc66103" providerId="ADAL" clId="{5596A10D-2B1B-40B8-AAB5-7487B1CC7759}" dt="2020-04-02T23:12:10.822" v="1313"/>
          <ac:spMkLst>
            <pc:docMk/>
            <pc:sldMk cId="3296166187" sldId="359"/>
            <ac:spMk id="13" creationId="{4C608BEB-860E-4094-8511-78603564A75E}"/>
          </ac:spMkLst>
        </pc:spChg>
        <pc:cxnChg chg="add del">
          <ac:chgData name="Deep Singh" userId="691de62b-f606-4f41-8936-1ade9fc66103" providerId="ADAL" clId="{5596A10D-2B1B-40B8-AAB5-7487B1CC7759}" dt="2020-04-02T23:12:10.822" v="1313"/>
          <ac:cxnSpMkLst>
            <pc:docMk/>
            <pc:sldMk cId="3296166187" sldId="359"/>
            <ac:cxnSpMk id="15" creationId="{1F16A8D4-FE87-4604-88B2-394B5D1EB437}"/>
          </ac:cxnSpMkLst>
        </pc:cxnChg>
      </pc:sldChg>
      <pc:sldChg chg="modSp">
        <pc:chgData name="Deep Singh" userId="691de62b-f606-4f41-8936-1ade9fc66103" providerId="ADAL" clId="{5596A10D-2B1B-40B8-AAB5-7487B1CC7759}" dt="2020-04-02T23:20:04.087" v="1485" actId="313"/>
        <pc:sldMkLst>
          <pc:docMk/>
          <pc:sldMk cId="921578843" sldId="360"/>
        </pc:sldMkLst>
        <pc:spChg chg="mod">
          <ac:chgData name="Deep Singh" userId="691de62b-f606-4f41-8936-1ade9fc66103" providerId="ADAL" clId="{5596A10D-2B1B-40B8-AAB5-7487B1CC7759}" dt="2020-04-02T23:18:21.640" v="1393" actId="20577"/>
          <ac:spMkLst>
            <pc:docMk/>
            <pc:sldMk cId="921578843" sldId="360"/>
            <ac:spMk id="6" creationId="{152ADB85-0025-4E0A-B62D-0D6377972C2F}"/>
          </ac:spMkLst>
        </pc:spChg>
        <pc:spChg chg="mod">
          <ac:chgData name="Deep Singh" userId="691de62b-f606-4f41-8936-1ade9fc66103" providerId="ADAL" clId="{5596A10D-2B1B-40B8-AAB5-7487B1CC7759}" dt="2020-04-02T23:20:04.087" v="1485" actId="313"/>
          <ac:spMkLst>
            <pc:docMk/>
            <pc:sldMk cId="921578843" sldId="360"/>
            <ac:spMk id="11" creationId="{BB003D32-00BD-4546-BB15-66F3DB626FE6}"/>
          </ac:spMkLst>
        </pc:spChg>
      </pc:sldChg>
    </pc:docChg>
  </pc:docChgLst>
  <pc:docChgLst>
    <pc:chgData name="Sumeet Singh" userId="S::ssing548@uwo.ca::1524180e-ef14-4c82-9948-525c1bd61650" providerId="AD" clId="Web-{E2C5769F-3502-A8E8-8934-77052D40240C}"/>
    <pc:docChg chg="modSld">
      <pc:chgData name="Sumeet Singh" userId="S::ssing548@uwo.ca::1524180e-ef14-4c82-9948-525c1bd61650" providerId="AD" clId="Web-{E2C5769F-3502-A8E8-8934-77052D40240C}" dt="2020-04-03T00:02:23.941" v="1" actId="20577"/>
      <pc:docMkLst>
        <pc:docMk/>
      </pc:docMkLst>
      <pc:sldChg chg="modSp">
        <pc:chgData name="Sumeet Singh" userId="S::ssing548@uwo.ca::1524180e-ef14-4c82-9948-525c1bd61650" providerId="AD" clId="Web-{E2C5769F-3502-A8E8-8934-77052D40240C}" dt="2020-04-03T00:02:23.941" v="1" actId="20577"/>
        <pc:sldMkLst>
          <pc:docMk/>
          <pc:sldMk cId="2721782479" sldId="357"/>
        </pc:sldMkLst>
        <pc:graphicFrameChg chg="modGraphic">
          <ac:chgData name="Sumeet Singh" userId="S::ssing548@uwo.ca::1524180e-ef14-4c82-9948-525c1bd61650" providerId="AD" clId="Web-{E2C5769F-3502-A8E8-8934-77052D40240C}" dt="2020-04-03T00:02:23.941" v="1" actId="20577"/>
          <ac:graphicFrameMkLst>
            <pc:docMk/>
            <pc:sldMk cId="2721782479" sldId="357"/>
            <ac:graphicFrameMk id="17" creationId="{16ABED77-31FE-4EDA-A472-E0B431693583}"/>
          </ac:graphicFrameMkLst>
        </pc:graphicFrameChg>
      </pc:sldChg>
    </pc:docChg>
  </pc:docChgLst>
  <pc:docChgLst>
    <pc:chgData name="Deep Singh" userId="S::dsing57@uwo.ca::691de62b-f606-4f41-8936-1ade9fc66103" providerId="AD" clId="Web-{A6418C6A-E5BF-40F0-BF92-9994DA755851}"/>
    <pc:docChg chg="modSld">
      <pc:chgData name="Deep Singh" userId="S::dsing57@uwo.ca::691de62b-f606-4f41-8936-1ade9fc66103" providerId="AD" clId="Web-{A6418C6A-E5BF-40F0-BF92-9994DA755851}" dt="2020-04-03T01:10:05.096" v="5" actId="1076"/>
      <pc:docMkLst>
        <pc:docMk/>
      </pc:docMkLst>
      <pc:sldChg chg="addSp delSp modSp">
        <pc:chgData name="Deep Singh" userId="S::dsing57@uwo.ca::691de62b-f606-4f41-8936-1ade9fc66103" providerId="AD" clId="Web-{A6418C6A-E5BF-40F0-BF92-9994DA755851}" dt="2020-04-03T01:10:05.096" v="5" actId="1076"/>
        <pc:sldMkLst>
          <pc:docMk/>
          <pc:sldMk cId="2981203581" sldId="294"/>
        </pc:sldMkLst>
        <pc:picChg chg="add mod">
          <ac:chgData name="Deep Singh" userId="S::dsing57@uwo.ca::691de62b-f606-4f41-8936-1ade9fc66103" providerId="AD" clId="Web-{A6418C6A-E5BF-40F0-BF92-9994DA755851}" dt="2020-04-03T01:10:05.096" v="5" actId="1076"/>
          <ac:picMkLst>
            <pc:docMk/>
            <pc:sldMk cId="2981203581" sldId="294"/>
            <ac:picMk id="4" creationId="{21BDBD29-80EA-4DE6-A5E0-19DCA20DD33F}"/>
          </ac:picMkLst>
        </pc:picChg>
        <pc:picChg chg="del">
          <ac:chgData name="Deep Singh" userId="S::dsing57@uwo.ca::691de62b-f606-4f41-8936-1ade9fc66103" providerId="AD" clId="Web-{A6418C6A-E5BF-40F0-BF92-9994DA755851}" dt="2020-04-03T01:09:42.580" v="0"/>
          <ac:picMkLst>
            <pc:docMk/>
            <pc:sldMk cId="2981203581" sldId="294"/>
            <ac:picMk id="5" creationId="{7DD2004E-5FB9-4E2C-A8E3-DE31660D273F}"/>
          </ac:picMkLst>
        </pc:picChg>
      </pc:sldChg>
    </pc:docChg>
  </pc:docChgLst>
  <pc:docChgLst>
    <pc:chgData name="Sumeet Singh" userId="1524180e-ef14-4c82-9948-525c1bd61650" providerId="ADAL" clId="{2B49994C-D0FF-4E19-BC48-03658E3DDF18}"/>
    <pc:docChg chg="undo custSel modSld">
      <pc:chgData name="Sumeet Singh" userId="1524180e-ef14-4c82-9948-525c1bd61650" providerId="ADAL" clId="{2B49994C-D0FF-4E19-BC48-03658E3DDF18}" dt="2020-04-03T16:18:21.934" v="234" actId="20577"/>
      <pc:docMkLst>
        <pc:docMk/>
      </pc:docMkLst>
      <pc:sldChg chg="modSp">
        <pc:chgData name="Sumeet Singh" userId="1524180e-ef14-4c82-9948-525c1bd61650" providerId="ADAL" clId="{2B49994C-D0FF-4E19-BC48-03658E3DDF18}" dt="2020-04-03T02:47:38.654" v="8" actId="20577"/>
        <pc:sldMkLst>
          <pc:docMk/>
          <pc:sldMk cId="2712270058" sldId="285"/>
        </pc:sldMkLst>
        <pc:spChg chg="mod">
          <ac:chgData name="Sumeet Singh" userId="1524180e-ef14-4c82-9948-525c1bd61650" providerId="ADAL" clId="{2B49994C-D0FF-4E19-BC48-03658E3DDF18}" dt="2020-04-03T02:47:38.654" v="8" actId="20577"/>
          <ac:spMkLst>
            <pc:docMk/>
            <pc:sldMk cId="2712270058" sldId="285"/>
            <ac:spMk id="45" creationId="{2DDD7A5B-22AF-45E2-94D6-140155308E0E}"/>
          </ac:spMkLst>
        </pc:spChg>
      </pc:sldChg>
      <pc:sldChg chg="modSp">
        <pc:chgData name="Sumeet Singh" userId="1524180e-ef14-4c82-9948-525c1bd61650" providerId="ADAL" clId="{2B49994C-D0FF-4E19-BC48-03658E3DDF18}" dt="2020-04-03T16:18:21.934" v="234" actId="20577"/>
        <pc:sldMkLst>
          <pc:docMk/>
          <pc:sldMk cId="1346420906" sldId="302"/>
        </pc:sldMkLst>
        <pc:graphicFrameChg chg="mod">
          <ac:chgData name="Sumeet Singh" userId="1524180e-ef14-4c82-9948-525c1bd61650" providerId="ADAL" clId="{2B49994C-D0FF-4E19-BC48-03658E3DDF18}" dt="2020-04-03T16:18:21.934" v="234" actId="20577"/>
          <ac:graphicFrameMkLst>
            <pc:docMk/>
            <pc:sldMk cId="1346420906" sldId="302"/>
            <ac:graphicFrameMk id="28" creationId="{96640F8B-1EF2-441A-827D-D69D8D070FC8}"/>
          </ac:graphicFrameMkLst>
        </pc:graphicFrameChg>
      </pc:sldChg>
      <pc:sldChg chg="addSp delSp modSp">
        <pc:chgData name="Sumeet Singh" userId="1524180e-ef14-4c82-9948-525c1bd61650" providerId="ADAL" clId="{2B49994C-D0FF-4E19-BC48-03658E3DDF18}" dt="2020-04-03T16:06:06.780" v="233" actId="11529"/>
        <pc:sldMkLst>
          <pc:docMk/>
          <pc:sldMk cId="1621998222" sldId="321"/>
        </pc:sldMkLst>
        <pc:grpChg chg="mod">
          <ac:chgData name="Sumeet Singh" userId="1524180e-ef14-4c82-9948-525c1bd61650" providerId="ADAL" clId="{2B49994C-D0FF-4E19-BC48-03658E3DDF18}" dt="2020-04-03T16:05:45.055" v="227" actId="14100"/>
          <ac:grpSpMkLst>
            <pc:docMk/>
            <pc:sldMk cId="1621998222" sldId="321"/>
            <ac:grpSpMk id="23" creationId="{AD777E01-2AF8-411E-AE40-CA44E774D3FC}"/>
          </ac:grpSpMkLst>
        </pc:grpChg>
        <pc:cxnChg chg="add del mod">
          <ac:chgData name="Sumeet Singh" userId="1524180e-ef14-4c82-9948-525c1bd61650" providerId="ADAL" clId="{2B49994C-D0FF-4E19-BC48-03658E3DDF18}" dt="2020-04-03T16:06:06.780" v="233" actId="11529"/>
          <ac:cxnSpMkLst>
            <pc:docMk/>
            <pc:sldMk cId="1621998222" sldId="321"/>
            <ac:cxnSpMk id="3" creationId="{8DD48E65-EF08-4304-85F3-610B7954AEC2}"/>
          </ac:cxnSpMkLst>
        </pc:cxnChg>
      </pc:sldChg>
      <pc:sldChg chg="modSp">
        <pc:chgData name="Sumeet Singh" userId="1524180e-ef14-4c82-9948-525c1bd61650" providerId="ADAL" clId="{2B49994C-D0FF-4E19-BC48-03658E3DDF18}" dt="2020-04-03T03:35:33.157" v="223" actId="20577"/>
        <pc:sldMkLst>
          <pc:docMk/>
          <pc:sldMk cId="801451335" sldId="326"/>
        </pc:sldMkLst>
        <pc:spChg chg="mod">
          <ac:chgData name="Sumeet Singh" userId="1524180e-ef14-4c82-9948-525c1bd61650" providerId="ADAL" clId="{2B49994C-D0FF-4E19-BC48-03658E3DDF18}" dt="2020-04-03T03:35:33.157" v="223" actId="20577"/>
          <ac:spMkLst>
            <pc:docMk/>
            <pc:sldMk cId="801451335" sldId="326"/>
            <ac:spMk id="6" creationId="{152ADB85-0025-4E0A-B62D-0D6377972C2F}"/>
          </ac:spMkLst>
        </pc:spChg>
      </pc:sldChg>
      <pc:sldChg chg="modSp">
        <pc:chgData name="Sumeet Singh" userId="1524180e-ef14-4c82-9948-525c1bd61650" providerId="ADAL" clId="{2B49994C-D0FF-4E19-BC48-03658E3DDF18}" dt="2020-04-03T15:58:22.573" v="225" actId="1036"/>
        <pc:sldMkLst>
          <pc:docMk/>
          <pc:sldMk cId="1142560619" sldId="327"/>
        </pc:sldMkLst>
        <pc:spChg chg="mod">
          <ac:chgData name="Sumeet Singh" userId="1524180e-ef14-4c82-9948-525c1bd61650" providerId="ADAL" clId="{2B49994C-D0FF-4E19-BC48-03658E3DDF18}" dt="2020-04-03T15:58:22.573" v="225" actId="1036"/>
          <ac:spMkLst>
            <pc:docMk/>
            <pc:sldMk cId="1142560619" sldId="327"/>
            <ac:spMk id="6" creationId="{152ADB85-0025-4E0A-B62D-0D6377972C2F}"/>
          </ac:spMkLst>
        </pc:spChg>
        <pc:grpChg chg="mod">
          <ac:chgData name="Sumeet Singh" userId="1524180e-ef14-4c82-9948-525c1bd61650" providerId="ADAL" clId="{2B49994C-D0FF-4E19-BC48-03658E3DDF18}" dt="2020-04-03T15:58:18.277" v="224" actId="1036"/>
          <ac:grpSpMkLst>
            <pc:docMk/>
            <pc:sldMk cId="1142560619" sldId="327"/>
            <ac:grpSpMk id="3" creationId="{53FBBC34-EAC0-4B3B-887B-83747BC6DB43}"/>
          </ac:grpSpMkLst>
        </pc:grpChg>
      </pc:sldChg>
      <pc:sldChg chg="delSp modSp">
        <pc:chgData name="Sumeet Singh" userId="1524180e-ef14-4c82-9948-525c1bd61650" providerId="ADAL" clId="{2B49994C-D0FF-4E19-BC48-03658E3DDF18}" dt="2020-04-03T03:22:55.057" v="212" actId="1076"/>
        <pc:sldMkLst>
          <pc:docMk/>
          <pc:sldMk cId="457554112" sldId="336"/>
        </pc:sldMkLst>
        <pc:spChg chg="del mod">
          <ac:chgData name="Sumeet Singh" userId="1524180e-ef14-4c82-9948-525c1bd61650" providerId="ADAL" clId="{2B49994C-D0FF-4E19-BC48-03658E3DDF18}" dt="2020-04-03T03:20:00.561" v="205" actId="478"/>
          <ac:spMkLst>
            <pc:docMk/>
            <pc:sldMk cId="457554112" sldId="336"/>
            <ac:spMk id="130" creationId="{FB7A65AA-AB31-488C-A688-057852F2E0F1}"/>
          </ac:spMkLst>
        </pc:spChg>
        <pc:spChg chg="del mod">
          <ac:chgData name="Sumeet Singh" userId="1524180e-ef14-4c82-9948-525c1bd61650" providerId="ADAL" clId="{2B49994C-D0FF-4E19-BC48-03658E3DDF18}" dt="2020-04-03T03:20:10.352" v="210" actId="478"/>
          <ac:spMkLst>
            <pc:docMk/>
            <pc:sldMk cId="457554112" sldId="336"/>
            <ac:spMk id="131" creationId="{7BF2789E-68BC-4A0E-83D9-AE4FCC5A3DEB}"/>
          </ac:spMkLst>
        </pc:spChg>
        <pc:spChg chg="del mod">
          <ac:chgData name="Sumeet Singh" userId="1524180e-ef14-4c82-9948-525c1bd61650" providerId="ADAL" clId="{2B49994C-D0FF-4E19-BC48-03658E3DDF18}" dt="2020-04-03T03:19:53.021" v="202" actId="478"/>
          <ac:spMkLst>
            <pc:docMk/>
            <pc:sldMk cId="457554112" sldId="336"/>
            <ac:spMk id="132" creationId="{8776A2E8-46A4-45AB-B878-742BF3499227}"/>
          </ac:spMkLst>
        </pc:spChg>
        <pc:spChg chg="del">
          <ac:chgData name="Sumeet Singh" userId="1524180e-ef14-4c82-9948-525c1bd61650" providerId="ADAL" clId="{2B49994C-D0FF-4E19-BC48-03658E3DDF18}" dt="2020-04-03T03:20:04.782" v="206" actId="478"/>
          <ac:spMkLst>
            <pc:docMk/>
            <pc:sldMk cId="457554112" sldId="336"/>
            <ac:spMk id="204" creationId="{D44E9BAF-93AA-43F6-8327-A6E359C056C0}"/>
          </ac:spMkLst>
        </pc:spChg>
        <pc:spChg chg="mod">
          <ac:chgData name="Sumeet Singh" userId="1524180e-ef14-4c82-9948-525c1bd61650" providerId="ADAL" clId="{2B49994C-D0FF-4E19-BC48-03658E3DDF18}" dt="2020-04-03T03:22:55.057" v="212" actId="1076"/>
          <ac:spMkLst>
            <pc:docMk/>
            <pc:sldMk cId="457554112" sldId="336"/>
            <ac:spMk id="211" creationId="{E575CF16-EADF-429A-81BF-A8FF59E3D2F0}"/>
          </ac:spMkLst>
        </pc:spChg>
        <pc:spChg chg="del">
          <ac:chgData name="Sumeet Singh" userId="1524180e-ef14-4c82-9948-525c1bd61650" providerId="ADAL" clId="{2B49994C-D0FF-4E19-BC48-03658E3DDF18}" dt="2020-04-03T03:20:14.425" v="211" actId="478"/>
          <ac:spMkLst>
            <pc:docMk/>
            <pc:sldMk cId="457554112" sldId="336"/>
            <ac:spMk id="231" creationId="{E79FAFB7-7FE0-4BE1-97B1-1BBD6CABECB4}"/>
          </ac:spMkLst>
        </pc:spChg>
        <pc:spChg chg="del mod">
          <ac:chgData name="Sumeet Singh" userId="1524180e-ef14-4c82-9948-525c1bd61650" providerId="ADAL" clId="{2B49994C-D0FF-4E19-BC48-03658E3DDF18}" dt="2020-04-03T03:20:08.080" v="208" actId="478"/>
          <ac:spMkLst>
            <pc:docMk/>
            <pc:sldMk cId="457554112" sldId="336"/>
            <ac:spMk id="237" creationId="{5A2AF31E-BEEC-40F4-A5F4-A352BC814D07}"/>
          </ac:spMkLst>
        </pc:spChg>
      </pc:sldChg>
      <pc:sldChg chg="modSp">
        <pc:chgData name="Sumeet Singh" userId="1524180e-ef14-4c82-9948-525c1bd61650" providerId="ADAL" clId="{2B49994C-D0FF-4E19-BC48-03658E3DDF18}" dt="2020-04-03T03:13:04.075" v="200" actId="120"/>
        <pc:sldMkLst>
          <pc:docMk/>
          <pc:sldMk cId="3638135901" sldId="337"/>
        </pc:sldMkLst>
        <pc:spChg chg="mod">
          <ac:chgData name="Sumeet Singh" userId="1524180e-ef14-4c82-9948-525c1bd61650" providerId="ADAL" clId="{2B49994C-D0FF-4E19-BC48-03658E3DDF18}" dt="2020-04-03T03:08:47.509" v="193" actId="14100"/>
          <ac:spMkLst>
            <pc:docMk/>
            <pc:sldMk cId="3638135901" sldId="337"/>
            <ac:spMk id="6" creationId="{152ADB85-0025-4E0A-B62D-0D6377972C2F}"/>
          </ac:spMkLst>
        </pc:spChg>
        <pc:graphicFrameChg chg="mod">
          <ac:chgData name="Sumeet Singh" userId="1524180e-ef14-4c82-9948-525c1bd61650" providerId="ADAL" clId="{2B49994C-D0FF-4E19-BC48-03658E3DDF18}" dt="2020-04-03T03:13:04.075" v="200" actId="120"/>
          <ac:graphicFrameMkLst>
            <pc:docMk/>
            <pc:sldMk cId="3638135901" sldId="337"/>
            <ac:graphicFrameMk id="17" creationId="{16ABED77-31FE-4EDA-A472-E0B431693583}"/>
          </ac:graphicFrameMkLst>
        </pc:graphicFrameChg>
      </pc:sldChg>
      <pc:sldChg chg="modSp">
        <pc:chgData name="Sumeet Singh" userId="1524180e-ef14-4c82-9948-525c1bd61650" providerId="ADAL" clId="{2B49994C-D0FF-4E19-BC48-03658E3DDF18}" dt="2020-04-03T03:29:55.940" v="215" actId="20577"/>
        <pc:sldMkLst>
          <pc:docMk/>
          <pc:sldMk cId="1269246693" sldId="349"/>
        </pc:sldMkLst>
        <pc:spChg chg="mod">
          <ac:chgData name="Sumeet Singh" userId="1524180e-ef14-4c82-9948-525c1bd61650" providerId="ADAL" clId="{2B49994C-D0FF-4E19-BC48-03658E3DDF18}" dt="2020-04-03T03:29:55.940" v="215" actId="20577"/>
          <ac:spMkLst>
            <pc:docMk/>
            <pc:sldMk cId="1269246693" sldId="349"/>
            <ac:spMk id="2" creationId="{56D3E20F-BBB9-42F4-AB6D-702DF5176EBE}"/>
          </ac:spMkLst>
        </pc:spChg>
      </pc:sldChg>
    </pc:docChg>
  </pc:docChgLst>
  <pc:docChgLst>
    <pc:chgData name="Deep Singh" userId="218171febb998cc3" providerId="LiveId" clId="{A631849A-FE2E-4D2F-A2E6-41A2D3869678}"/>
    <pc:docChg chg="undo redo custSel mod addSld delSld modSld sldOrd addMainMaster delMainMaster modMainMaster">
      <pc:chgData name="Deep Singh" userId="218171febb998cc3" providerId="LiveId" clId="{A631849A-FE2E-4D2F-A2E6-41A2D3869678}" dt="2020-04-02T21:08:24.917" v="15295" actId="1076"/>
      <pc:docMkLst>
        <pc:docMk/>
      </pc:docMkLst>
      <pc:sldChg chg="addSp delSp modSp mod setBg setClrOvrMap delDesignElem">
        <pc:chgData name="Deep Singh" userId="218171febb998cc3" providerId="LiveId" clId="{A631849A-FE2E-4D2F-A2E6-41A2D3869678}" dt="2020-04-02T20:45:48.104" v="15183" actId="478"/>
        <pc:sldMkLst>
          <pc:docMk/>
          <pc:sldMk cId="2292312718" sldId="257"/>
        </pc:sldMkLst>
        <pc:spChg chg="add del mod">
          <ac:chgData name="Deep Singh" userId="218171febb998cc3" providerId="LiveId" clId="{A631849A-FE2E-4D2F-A2E6-41A2D3869678}" dt="2020-04-01T16:14:29.583" v="1861" actId="20577"/>
          <ac:spMkLst>
            <pc:docMk/>
            <pc:sldMk cId="2292312718" sldId="257"/>
            <ac:spMk id="2" creationId="{431E4C8D-7EC8-47FF-A013-C5840358796B}"/>
          </ac:spMkLst>
        </pc:spChg>
        <pc:spChg chg="del mod">
          <ac:chgData name="Deep Singh" userId="218171febb998cc3" providerId="LiveId" clId="{A631849A-FE2E-4D2F-A2E6-41A2D3869678}" dt="2020-04-01T09:21:02.134" v="1520" actId="478"/>
          <ac:spMkLst>
            <pc:docMk/>
            <pc:sldMk cId="2292312718" sldId="257"/>
            <ac:spMk id="3" creationId="{BBE5F374-5CCE-4AE9-8FB8-4FB6A9625750}"/>
          </ac:spMkLst>
        </pc:spChg>
        <pc:spChg chg="del">
          <ac:chgData name="Deep Singh" userId="218171febb998cc3" providerId="LiveId" clId="{A631849A-FE2E-4D2F-A2E6-41A2D3869678}" dt="2020-04-02T20:45:43.816" v="15182" actId="478"/>
          <ac:spMkLst>
            <pc:docMk/>
            <pc:sldMk cId="2292312718" sldId="257"/>
            <ac:spMk id="3" creationId="{DE9BE805-F8B5-4E58-BBA9-BF9D102E9C1A}"/>
          </ac:spMkLst>
        </pc:spChg>
        <pc:spChg chg="del">
          <ac:chgData name="Deep Singh" userId="218171febb998cc3" providerId="LiveId" clId="{A631849A-FE2E-4D2F-A2E6-41A2D3869678}" dt="2020-04-02T20:45:48.104" v="15183" actId="478"/>
          <ac:spMkLst>
            <pc:docMk/>
            <pc:sldMk cId="2292312718" sldId="257"/>
            <ac:spMk id="4" creationId="{04B652B5-3E2A-4C61-8A17-A66B975DA400}"/>
          </ac:spMkLst>
        </pc:spChg>
        <pc:spChg chg="add del mod ord">
          <ac:chgData name="Deep Singh" userId="218171febb998cc3" providerId="LiveId" clId="{A631849A-FE2E-4D2F-A2E6-41A2D3869678}" dt="2020-04-01T09:24:34.385" v="1627" actId="478"/>
          <ac:spMkLst>
            <pc:docMk/>
            <pc:sldMk cId="2292312718" sldId="257"/>
            <ac:spMk id="4" creationId="{AEA303FC-DDA1-48D2-BA82-0F709566D99B}"/>
          </ac:spMkLst>
        </pc:spChg>
        <pc:spChg chg="add del mod ord">
          <ac:chgData name="Deep Singh" userId="218171febb998cc3" providerId="LiveId" clId="{A631849A-FE2E-4D2F-A2E6-41A2D3869678}" dt="2020-04-01T03:32:01.322" v="507" actId="478"/>
          <ac:spMkLst>
            <pc:docMk/>
            <pc:sldMk cId="2292312718" sldId="257"/>
            <ac:spMk id="5" creationId="{72AC528C-122C-40E5-B8DD-406FBCDE9F8C}"/>
          </ac:spMkLst>
        </pc:spChg>
        <pc:spChg chg="add del">
          <ac:chgData name="Deep Singh" userId="218171febb998cc3" providerId="LiveId" clId="{A631849A-FE2E-4D2F-A2E6-41A2D3869678}" dt="2020-04-01T03:20:27.816" v="235" actId="26606"/>
          <ac:spMkLst>
            <pc:docMk/>
            <pc:sldMk cId="2292312718" sldId="257"/>
            <ac:spMk id="7" creationId="{6DE1DE6A-18FA-43A0-A004-A96D425A0B56}"/>
          </ac:spMkLst>
        </pc:spChg>
        <pc:spChg chg="add del">
          <ac:chgData name="Deep Singh" userId="218171febb998cc3" providerId="LiveId" clId="{A631849A-FE2E-4D2F-A2E6-41A2D3869678}" dt="2020-04-01T03:20:27.816" v="235" actId="26606"/>
          <ac:spMkLst>
            <pc:docMk/>
            <pc:sldMk cId="2292312718" sldId="257"/>
            <ac:spMk id="8" creationId="{0987A594-1156-4343-A6C6-0AEC0238B208}"/>
          </ac:spMkLst>
        </pc:spChg>
        <pc:spChg chg="add del">
          <ac:chgData name="Deep Singh" userId="218171febb998cc3" providerId="LiveId" clId="{A631849A-FE2E-4D2F-A2E6-41A2D3869678}" dt="2020-04-01T03:20:27.816" v="235" actId="26606"/>
          <ac:spMkLst>
            <pc:docMk/>
            <pc:sldMk cId="2292312718" sldId="257"/>
            <ac:spMk id="9" creationId="{A42B8551-2CBB-4D65-A9E0-120D17D50895}"/>
          </ac:spMkLst>
        </pc:spChg>
        <pc:spChg chg="add del">
          <ac:chgData name="Deep Singh" userId="218171febb998cc3" providerId="LiveId" clId="{A631849A-FE2E-4D2F-A2E6-41A2D3869678}" dt="2020-04-01T03:20:21.156" v="231" actId="26606"/>
          <ac:spMkLst>
            <pc:docMk/>
            <pc:sldMk cId="2292312718" sldId="257"/>
            <ac:spMk id="10" creationId="{9C3EFD13-3CD8-4457-B029-DD736C9E9C02}"/>
          </ac:spMkLst>
        </pc:spChg>
        <pc:spChg chg="add del">
          <ac:chgData name="Deep Singh" userId="218171febb998cc3" providerId="LiveId" clId="{A631849A-FE2E-4D2F-A2E6-41A2D3869678}" dt="2020-04-01T09:21:58.509" v="1525" actId="26606"/>
          <ac:spMkLst>
            <pc:docMk/>
            <pc:sldMk cId="2292312718" sldId="257"/>
            <ac:spMk id="11" creationId="{9C3EFD13-3CD8-4457-B029-DD736C9E9C02}"/>
          </ac:spMkLst>
        </pc:spChg>
        <pc:spChg chg="add del">
          <ac:chgData name="Deep Singh" userId="218171febb998cc3" providerId="LiveId" clId="{A631849A-FE2E-4D2F-A2E6-41A2D3869678}" dt="2020-04-01T03:20:21.156" v="231" actId="26606"/>
          <ac:spMkLst>
            <pc:docMk/>
            <pc:sldMk cId="2292312718" sldId="257"/>
            <ac:spMk id="12" creationId="{AA9B61C3-6D3C-4B90-B343-810EC252B3E7}"/>
          </ac:spMkLst>
        </pc:spChg>
        <pc:spChg chg="add del">
          <ac:chgData name="Deep Singh" userId="218171febb998cc3" providerId="LiveId" clId="{A631849A-FE2E-4D2F-A2E6-41A2D3869678}" dt="2020-04-01T09:21:58.509" v="1525" actId="26606"/>
          <ac:spMkLst>
            <pc:docMk/>
            <pc:sldMk cId="2292312718" sldId="257"/>
            <ac:spMk id="13" creationId="{AA9B61C3-6D3C-4B90-B343-810EC252B3E7}"/>
          </ac:spMkLst>
        </pc:spChg>
        <pc:spChg chg="add del mod">
          <ac:chgData name="Deep Singh" userId="218171febb998cc3" providerId="LiveId" clId="{A631849A-FE2E-4D2F-A2E6-41A2D3869678}" dt="2020-04-01T09:32:14.962" v="1722" actId="478"/>
          <ac:spMkLst>
            <pc:docMk/>
            <pc:sldMk cId="2292312718" sldId="257"/>
            <ac:spMk id="14" creationId="{9E66A493-443E-4C34-8DB1-793D5B8DAE03}"/>
          </ac:spMkLst>
        </pc:spChg>
        <pc:spChg chg="add del">
          <ac:chgData name="Deep Singh" userId="218171febb998cc3" providerId="LiveId" clId="{A631849A-FE2E-4D2F-A2E6-41A2D3869678}" dt="2020-04-01T03:20:21.156" v="231" actId="26606"/>
          <ac:spMkLst>
            <pc:docMk/>
            <pc:sldMk cId="2292312718" sldId="257"/>
            <ac:spMk id="14" creationId="{C1257FDB-F578-4AA9-844B-CF6CFA2FA3D9}"/>
          </ac:spMkLst>
        </pc:spChg>
        <pc:spChg chg="add del">
          <ac:chgData name="Deep Singh" userId="218171febb998cc3" providerId="LiveId" clId="{A631849A-FE2E-4D2F-A2E6-41A2D3869678}" dt="2020-04-01T09:21:58.509" v="1525" actId="26606"/>
          <ac:spMkLst>
            <pc:docMk/>
            <pc:sldMk cId="2292312718" sldId="257"/>
            <ac:spMk id="15" creationId="{C1257FDB-F578-4AA9-844B-CF6CFA2FA3D9}"/>
          </ac:spMkLst>
        </pc:spChg>
        <pc:spChg chg="add del">
          <ac:chgData name="Deep Singh" userId="218171febb998cc3" providerId="LiveId" clId="{A631849A-FE2E-4D2F-A2E6-41A2D3869678}" dt="2020-04-01T03:20:21.156" v="231" actId="26606"/>
          <ac:spMkLst>
            <pc:docMk/>
            <pc:sldMk cId="2292312718" sldId="257"/>
            <ac:spMk id="16" creationId="{9999F923-F60C-4033-A0C7-BA36D1A44173}"/>
          </ac:spMkLst>
        </pc:spChg>
        <pc:spChg chg="add del">
          <ac:chgData name="Deep Singh" userId="218171febb998cc3" providerId="LiveId" clId="{A631849A-FE2E-4D2F-A2E6-41A2D3869678}" dt="2020-04-01T09:21:58.509" v="1525" actId="26606"/>
          <ac:spMkLst>
            <pc:docMk/>
            <pc:sldMk cId="2292312718" sldId="257"/>
            <ac:spMk id="17" creationId="{9999F923-F60C-4033-A0C7-BA36D1A44173}"/>
          </ac:spMkLst>
        </pc:spChg>
        <pc:spChg chg="add del">
          <ac:chgData name="Deep Singh" userId="218171febb998cc3" providerId="LiveId" clId="{A631849A-FE2E-4D2F-A2E6-41A2D3869678}" dt="2020-04-01T03:20:21.156" v="231" actId="26606"/>
          <ac:spMkLst>
            <pc:docMk/>
            <pc:sldMk cId="2292312718" sldId="257"/>
            <ac:spMk id="18" creationId="{F8C27FAF-AD0A-489C-A7B5-16CBFBB067EA}"/>
          </ac:spMkLst>
        </pc:spChg>
        <pc:spChg chg="add del">
          <ac:chgData name="Deep Singh" userId="218171febb998cc3" providerId="LiveId" clId="{A631849A-FE2E-4D2F-A2E6-41A2D3869678}" dt="2020-04-01T09:21:58.509" v="1525" actId="26606"/>
          <ac:spMkLst>
            <pc:docMk/>
            <pc:sldMk cId="2292312718" sldId="257"/>
            <ac:spMk id="19" creationId="{F8C27FAF-AD0A-489C-A7B5-16CBFBB067EA}"/>
          </ac:spMkLst>
        </pc:spChg>
        <pc:spChg chg="add del">
          <ac:chgData name="Deep Singh" userId="218171febb998cc3" providerId="LiveId" clId="{A631849A-FE2E-4D2F-A2E6-41A2D3869678}" dt="2020-04-01T03:20:21.156" v="231" actId="26606"/>
          <ac:spMkLst>
            <pc:docMk/>
            <pc:sldMk cId="2292312718" sldId="257"/>
            <ac:spMk id="20" creationId="{583B1E3E-6E8E-4E48-9EA6-56F1E306AA4B}"/>
          </ac:spMkLst>
        </pc:spChg>
        <pc:spChg chg="add del">
          <ac:chgData name="Deep Singh" userId="218171febb998cc3" providerId="LiveId" clId="{A631849A-FE2E-4D2F-A2E6-41A2D3869678}" dt="2020-04-01T09:21:58.509" v="1525" actId="26606"/>
          <ac:spMkLst>
            <pc:docMk/>
            <pc:sldMk cId="2292312718" sldId="257"/>
            <ac:spMk id="21" creationId="{583B1E3E-6E8E-4E48-9EA6-56F1E306AA4B}"/>
          </ac:spMkLst>
        </pc:spChg>
        <pc:spChg chg="add del">
          <ac:chgData name="Deep Singh" userId="218171febb998cc3" providerId="LiveId" clId="{A631849A-FE2E-4D2F-A2E6-41A2D3869678}" dt="2020-04-01T03:20:24.277" v="233" actId="26606"/>
          <ac:spMkLst>
            <pc:docMk/>
            <pc:sldMk cId="2292312718" sldId="257"/>
            <ac:spMk id="22" creationId="{23962611-DFD5-4092-AAFD-559E3DFCE2C9}"/>
          </ac:spMkLst>
        </pc:spChg>
        <pc:spChg chg="add del">
          <ac:chgData name="Deep Singh" userId="218171febb998cc3" providerId="LiveId" clId="{A631849A-FE2E-4D2F-A2E6-41A2D3869678}" dt="2020-04-01T03:22:49.150" v="249" actId="26606"/>
          <ac:spMkLst>
            <pc:docMk/>
            <pc:sldMk cId="2292312718" sldId="257"/>
            <ac:spMk id="24" creationId="{35555856-9970-4BC3-9AA9-6A917F53AFBD}"/>
          </ac:spMkLst>
        </pc:spChg>
        <pc:spChg chg="add del">
          <ac:chgData name="Deep Singh" userId="218171febb998cc3" providerId="LiveId" clId="{A631849A-FE2E-4D2F-A2E6-41A2D3869678}" dt="2020-04-01T03:22:49.150" v="249" actId="26606"/>
          <ac:spMkLst>
            <pc:docMk/>
            <pc:sldMk cId="2292312718" sldId="257"/>
            <ac:spMk id="26" creationId="{13722DD7-BA73-4776-93A3-94491FEF7260}"/>
          </ac:spMkLst>
        </pc:spChg>
        <pc:spChg chg="add del">
          <ac:chgData name="Deep Singh" userId="218171febb998cc3" providerId="LiveId" clId="{A631849A-FE2E-4D2F-A2E6-41A2D3869678}" dt="2020-04-01T09:21:48.438" v="1522" actId="26606"/>
          <ac:spMkLst>
            <pc:docMk/>
            <pc:sldMk cId="2292312718" sldId="257"/>
            <ac:spMk id="29" creationId="{6753252F-4873-4F63-801D-CC719279A7D5}"/>
          </ac:spMkLst>
        </pc:spChg>
        <pc:spChg chg="add del">
          <ac:chgData name="Deep Singh" userId="218171febb998cc3" providerId="LiveId" clId="{A631849A-FE2E-4D2F-A2E6-41A2D3869678}" dt="2020-04-01T04:21:24.798" v="1172" actId="26606"/>
          <ac:spMkLst>
            <pc:docMk/>
            <pc:sldMk cId="2292312718" sldId="257"/>
            <ac:spMk id="30" creationId="{23962611-DFD5-4092-AAFD-559E3DFCE2C9}"/>
          </ac:spMkLst>
        </pc:spChg>
        <pc:spChg chg="add del">
          <ac:chgData name="Deep Singh" userId="218171febb998cc3" providerId="LiveId" clId="{A631849A-FE2E-4D2F-A2E6-41A2D3869678}" dt="2020-04-01T09:16:51.973" v="1429" actId="26606"/>
          <ac:spMkLst>
            <pc:docMk/>
            <pc:sldMk cId="2292312718" sldId="257"/>
            <ac:spMk id="32" creationId="{B92BC7C0-A940-4440-B488-A169EE6CC08E}"/>
          </ac:spMkLst>
        </pc:spChg>
        <pc:spChg chg="add del">
          <ac:chgData name="Deep Singh" userId="218171febb998cc3" providerId="LiveId" clId="{A631849A-FE2E-4D2F-A2E6-41A2D3869678}" dt="2020-04-01T03:28:46.571" v="304" actId="26606"/>
          <ac:spMkLst>
            <pc:docMk/>
            <pc:sldMk cId="2292312718" sldId="257"/>
            <ac:spMk id="33" creationId="{C0B27210-D0CA-4654-B3E3-9ABB4F178EA1}"/>
          </ac:spMkLst>
        </pc:spChg>
        <pc:spChg chg="add del">
          <ac:chgData name="Deep Singh" userId="218171febb998cc3" providerId="LiveId" clId="{A631849A-FE2E-4D2F-A2E6-41A2D3869678}" dt="2020-04-01T09:21:48.438" v="1522" actId="26606"/>
          <ac:spMkLst>
            <pc:docMk/>
            <pc:sldMk cId="2292312718" sldId="257"/>
            <ac:spMk id="34" creationId="{047C8CCB-F95D-4249-92DD-651249D3535A}"/>
          </ac:spMkLst>
        </pc:spChg>
        <pc:spChg chg="add del">
          <ac:chgData name="Deep Singh" userId="218171febb998cc3" providerId="LiveId" clId="{A631849A-FE2E-4D2F-A2E6-41A2D3869678}" dt="2020-04-01T03:28:46.571" v="304" actId="26606"/>
          <ac:spMkLst>
            <pc:docMk/>
            <pc:sldMk cId="2292312718" sldId="257"/>
            <ac:spMk id="35" creationId="{1DB7C82F-AB7E-4F0C-B829-FA1B9C415180}"/>
          </ac:spMkLst>
        </pc:spChg>
        <pc:spChg chg="add del">
          <ac:chgData name="Deep Singh" userId="218171febb998cc3" providerId="LiveId" clId="{A631849A-FE2E-4D2F-A2E6-41A2D3869678}" dt="2020-04-01T09:21:58.501" v="1524" actId="26606"/>
          <ac:spMkLst>
            <pc:docMk/>
            <pc:sldMk cId="2292312718" sldId="257"/>
            <ac:spMk id="36" creationId="{1DB7C82F-AB7E-4F0C-B829-FA1B9C415180}"/>
          </ac:spMkLst>
        </pc:spChg>
        <pc:spChg chg="add del">
          <ac:chgData name="Deep Singh" userId="218171febb998cc3" providerId="LiveId" clId="{A631849A-FE2E-4D2F-A2E6-41A2D3869678}" dt="2020-04-01T03:28:46.571" v="304" actId="26606"/>
          <ac:spMkLst>
            <pc:docMk/>
            <pc:sldMk cId="2292312718" sldId="257"/>
            <ac:spMk id="37" creationId="{70B66945-4967-4040-926D-DCA44313CDAB}"/>
          </ac:spMkLst>
        </pc:spChg>
        <pc:spChg chg="add del">
          <ac:chgData name="Deep Singh" userId="218171febb998cc3" providerId="LiveId" clId="{A631849A-FE2E-4D2F-A2E6-41A2D3869678}" dt="2020-04-01T09:22:20.892" v="1526" actId="26606"/>
          <ac:spMkLst>
            <pc:docMk/>
            <pc:sldMk cId="2292312718" sldId="257"/>
            <ac:spMk id="38" creationId="{6753252F-4873-4F63-801D-CC719279A7D5}"/>
          </ac:spMkLst>
        </pc:spChg>
        <pc:spChg chg="add del">
          <ac:chgData name="Deep Singh" userId="218171febb998cc3" providerId="LiveId" clId="{A631849A-FE2E-4D2F-A2E6-41A2D3869678}" dt="2020-04-01T09:22:20.892" v="1526" actId="26606"/>
          <ac:spMkLst>
            <pc:docMk/>
            <pc:sldMk cId="2292312718" sldId="257"/>
            <ac:spMk id="39" creationId="{047C8CCB-F95D-4249-92DD-651249D3535A}"/>
          </ac:spMkLst>
        </pc:spChg>
        <pc:spChg chg="add del">
          <ac:chgData name="Deep Singh" userId="218171febb998cc3" providerId="LiveId" clId="{A631849A-FE2E-4D2F-A2E6-41A2D3869678}" dt="2020-04-01T09:27:55.047" v="1677" actId="26606"/>
          <ac:spMkLst>
            <pc:docMk/>
            <pc:sldMk cId="2292312718" sldId="257"/>
            <ac:spMk id="41" creationId="{1DB7C82F-AB7E-4F0C-B829-FA1B9C415180}"/>
          </ac:spMkLst>
        </pc:spChg>
        <pc:spChg chg="add del">
          <ac:chgData name="Deep Singh" userId="218171febb998cc3" providerId="LiveId" clId="{A631849A-FE2E-4D2F-A2E6-41A2D3869678}" dt="2020-04-01T03:27:54.972" v="297" actId="26606"/>
          <ac:spMkLst>
            <pc:docMk/>
            <pc:sldMk cId="2292312718" sldId="257"/>
            <ac:spMk id="42" creationId="{482BD70C-C4A0-46C4-9518-A731098B419A}"/>
          </ac:spMkLst>
        </pc:spChg>
        <pc:spChg chg="add del">
          <ac:chgData name="Deep Singh" userId="218171febb998cc3" providerId="LiveId" clId="{A631849A-FE2E-4D2F-A2E6-41A2D3869678}" dt="2020-04-01T09:22:44.306" v="1529" actId="26606"/>
          <ac:spMkLst>
            <pc:docMk/>
            <pc:sldMk cId="2292312718" sldId="257"/>
            <ac:spMk id="43" creationId="{E49CC64F-7275-4E33-961B-0C5CDC439875}"/>
          </ac:spMkLst>
        </pc:spChg>
        <pc:spChg chg="add del">
          <ac:chgData name="Deep Singh" userId="218171febb998cc3" providerId="LiveId" clId="{A631849A-FE2E-4D2F-A2E6-41A2D3869678}" dt="2020-04-01T03:27:54.972" v="297" actId="26606"/>
          <ac:spMkLst>
            <pc:docMk/>
            <pc:sldMk cId="2292312718" sldId="257"/>
            <ac:spMk id="44" creationId="{39B74A45-BDDD-4892-B8C0-B290C0944FCB}"/>
          </ac:spMkLst>
        </pc:spChg>
        <pc:spChg chg="add del">
          <ac:chgData name="Deep Singh" userId="218171febb998cc3" providerId="LiveId" clId="{A631849A-FE2E-4D2F-A2E6-41A2D3869678}" dt="2020-04-01T09:23:20.947" v="1535" actId="26606"/>
          <ac:spMkLst>
            <pc:docMk/>
            <pc:sldMk cId="2292312718" sldId="257"/>
            <ac:spMk id="45" creationId="{1DB7C82F-AB7E-4F0C-B829-FA1B9C415180}"/>
          </ac:spMkLst>
        </pc:spChg>
        <pc:spChg chg="add del">
          <ac:chgData name="Deep Singh" userId="218171febb998cc3" providerId="LiveId" clId="{A631849A-FE2E-4D2F-A2E6-41A2D3869678}" dt="2020-04-01T03:27:54.972" v="297" actId="26606"/>
          <ac:spMkLst>
            <pc:docMk/>
            <pc:sldMk cId="2292312718" sldId="257"/>
            <ac:spMk id="46" creationId="{C516C73E-9465-4C9E-9B86-9E58FB326B6B}"/>
          </ac:spMkLst>
        </pc:spChg>
        <pc:spChg chg="add del">
          <ac:chgData name="Deep Singh" userId="218171febb998cc3" providerId="LiveId" clId="{A631849A-FE2E-4D2F-A2E6-41A2D3869678}" dt="2020-04-01T09:24:26.582" v="1619" actId="26606"/>
          <ac:spMkLst>
            <pc:docMk/>
            <pc:sldMk cId="2292312718" sldId="257"/>
            <ac:spMk id="47" creationId="{2C6334C2-F73F-4B3B-A626-DD5F69DF6ED0}"/>
          </ac:spMkLst>
        </pc:spChg>
        <pc:spChg chg="add del">
          <ac:chgData name="Deep Singh" userId="218171febb998cc3" providerId="LiveId" clId="{A631849A-FE2E-4D2F-A2E6-41A2D3869678}" dt="2020-04-01T09:29:13.675" v="1689" actId="26606"/>
          <ac:spMkLst>
            <pc:docMk/>
            <pc:sldMk cId="2292312718" sldId="257"/>
            <ac:spMk id="48" creationId="{1707FC24-6981-43D9-B525-C7832BA22463}"/>
          </ac:spMkLst>
        </pc:spChg>
        <pc:spChg chg="add del">
          <ac:chgData name="Deep Singh" userId="218171febb998cc3" providerId="LiveId" clId="{A631849A-FE2E-4D2F-A2E6-41A2D3869678}" dt="2020-04-01T09:28:58.669" v="1684" actId="26606"/>
          <ac:spMkLst>
            <pc:docMk/>
            <pc:sldMk cId="2292312718" sldId="257"/>
            <ac:spMk id="50" creationId="{6753252F-4873-4F63-801D-CC719279A7D5}"/>
          </ac:spMkLst>
        </pc:spChg>
        <pc:spChg chg="add del">
          <ac:chgData name="Deep Singh" userId="218171febb998cc3" providerId="LiveId" clId="{A631849A-FE2E-4D2F-A2E6-41A2D3869678}" dt="2020-04-01T09:28:58.669" v="1684" actId="26606"/>
          <ac:spMkLst>
            <pc:docMk/>
            <pc:sldMk cId="2292312718" sldId="257"/>
            <ac:spMk id="51" creationId="{047C8CCB-F95D-4249-92DD-651249D3535A}"/>
          </ac:spMkLst>
        </pc:spChg>
        <pc:spChg chg="add del">
          <ac:chgData name="Deep Singh" userId="218171febb998cc3" providerId="LiveId" clId="{A631849A-FE2E-4D2F-A2E6-41A2D3869678}" dt="2020-04-01T09:31:30.175" v="1716" actId="26606"/>
          <ac:spMkLst>
            <pc:docMk/>
            <pc:sldMk cId="2292312718" sldId="257"/>
            <ac:spMk id="52" creationId="{D4771268-CB57-404A-9271-370EB28F6090}"/>
          </ac:spMkLst>
        </pc:spChg>
        <pc:spChg chg="add del">
          <ac:chgData name="Deep Singh" userId="218171febb998cc3" providerId="LiveId" clId="{A631849A-FE2E-4D2F-A2E6-41A2D3869678}" dt="2020-04-01T09:26:24.489" v="1636" actId="26606"/>
          <ac:spMkLst>
            <pc:docMk/>
            <pc:sldMk cId="2292312718" sldId="257"/>
            <ac:spMk id="53" creationId="{1707FC24-6981-43D9-B525-C7832BA22463}"/>
          </ac:spMkLst>
        </pc:spChg>
        <pc:spChg chg="add del">
          <ac:chgData name="Deep Singh" userId="218171febb998cc3" providerId="LiveId" clId="{A631849A-FE2E-4D2F-A2E6-41A2D3869678}" dt="2020-04-01T09:29:06.856" v="1688" actId="26606"/>
          <ac:spMkLst>
            <pc:docMk/>
            <pc:sldMk cId="2292312718" sldId="257"/>
            <ac:spMk id="54" creationId="{20D5D19D-0789-4518-B5DC-D47ADF69D25A}"/>
          </ac:spMkLst>
        </pc:spChg>
        <pc:spChg chg="add del">
          <ac:chgData name="Deep Singh" userId="218171febb998cc3" providerId="LiveId" clId="{A631849A-FE2E-4D2F-A2E6-41A2D3869678}" dt="2020-04-01T09:28:02.454" v="1682" actId="26606"/>
          <ac:spMkLst>
            <pc:docMk/>
            <pc:sldMk cId="2292312718" sldId="257"/>
            <ac:spMk id="55" creationId="{1DB7C82F-AB7E-4F0C-B829-FA1B9C415180}"/>
          </ac:spMkLst>
        </pc:spChg>
        <pc:spChg chg="add del">
          <ac:chgData name="Deep Singh" userId="218171febb998cc3" providerId="LiveId" clId="{A631849A-FE2E-4D2F-A2E6-41A2D3869678}" dt="2020-04-01T09:29:53.280" v="1693" actId="26606"/>
          <ac:spMkLst>
            <pc:docMk/>
            <pc:sldMk cId="2292312718" sldId="257"/>
            <ac:spMk id="56" creationId="{9A0576B0-CD8C-4661-95C8-A9F2CE7CDDB0}"/>
          </ac:spMkLst>
        </pc:spChg>
        <pc:spChg chg="add del">
          <ac:chgData name="Deep Singh" userId="218171febb998cc3" providerId="LiveId" clId="{A631849A-FE2E-4D2F-A2E6-41A2D3869678}" dt="2020-04-01T09:29:53.280" v="1693" actId="26606"/>
          <ac:spMkLst>
            <pc:docMk/>
            <pc:sldMk cId="2292312718" sldId="257"/>
            <ac:spMk id="57" creationId="{605494DE-B078-4D87-BB01-C84320618DAD}"/>
          </ac:spMkLst>
        </pc:spChg>
        <pc:spChg chg="add del">
          <ac:chgData name="Deep Singh" userId="218171febb998cc3" providerId="LiveId" clId="{A631849A-FE2E-4D2F-A2E6-41A2D3869678}" dt="2020-04-01T09:29:06.856" v="1688" actId="26606"/>
          <ac:spMkLst>
            <pc:docMk/>
            <pc:sldMk cId="2292312718" sldId="257"/>
            <ac:spMk id="60" creationId="{B81933D1-5615-42C7-9C0B-4EB7105CCE2D}"/>
          </ac:spMkLst>
        </pc:spChg>
        <pc:spChg chg="add del">
          <ac:chgData name="Deep Singh" userId="218171febb998cc3" providerId="LiveId" clId="{A631849A-FE2E-4D2F-A2E6-41A2D3869678}" dt="2020-04-01T09:29:53.280" v="1693" actId="26606"/>
          <ac:spMkLst>
            <pc:docMk/>
            <pc:sldMk cId="2292312718" sldId="257"/>
            <ac:spMk id="61" creationId="{3FF60E2B-3919-423C-B1FF-56CDE6681165}"/>
          </ac:spMkLst>
        </pc:spChg>
        <pc:spChg chg="add del">
          <ac:chgData name="Deep Singh" userId="218171febb998cc3" providerId="LiveId" clId="{A631849A-FE2E-4D2F-A2E6-41A2D3869678}" dt="2020-04-01T09:29:06.856" v="1688" actId="26606"/>
          <ac:spMkLst>
            <pc:docMk/>
            <pc:sldMk cId="2292312718" sldId="257"/>
            <ac:spMk id="62" creationId="{19C9EAEA-39D0-4B0E-A0EB-51E7B26740B1}"/>
          </ac:spMkLst>
        </pc:spChg>
        <pc:spChg chg="add del">
          <ac:chgData name="Deep Singh" userId="218171febb998cc3" providerId="LiveId" clId="{A631849A-FE2E-4D2F-A2E6-41A2D3869678}" dt="2020-04-01T09:35:27.165" v="1744" actId="26606"/>
          <ac:spMkLst>
            <pc:docMk/>
            <pc:sldMk cId="2292312718" sldId="257"/>
            <ac:spMk id="63" creationId="{1707FC24-6981-43D9-B525-C7832BA22463}"/>
          </ac:spMkLst>
        </pc:spChg>
        <pc:spChg chg="add del mod ord">
          <ac:chgData name="Deep Singh" userId="218171febb998cc3" providerId="LiveId" clId="{A631849A-FE2E-4D2F-A2E6-41A2D3869678}" dt="2020-04-02T06:08:39.802" v="8699" actId="21"/>
          <ac:spMkLst>
            <pc:docMk/>
            <pc:sldMk cId="2292312718" sldId="257"/>
            <ac:spMk id="64" creationId="{3E06EB87-E05A-44C8-A212-8E096F1FAA6E}"/>
          </ac:spMkLst>
        </pc:spChg>
        <pc:spChg chg="add del">
          <ac:chgData name="Deep Singh" userId="218171febb998cc3" providerId="LiveId" clId="{A631849A-FE2E-4D2F-A2E6-41A2D3869678}" dt="2020-04-01T09:35:26.144" v="1741" actId="26606"/>
          <ac:spMkLst>
            <pc:docMk/>
            <pc:sldMk cId="2292312718" sldId="257"/>
            <ac:spMk id="68" creationId="{1707FC24-6981-43D9-B525-C7832BA22463}"/>
          </ac:spMkLst>
        </pc:spChg>
        <pc:spChg chg="add del">
          <ac:chgData name="Deep Singh" userId="218171febb998cc3" providerId="LiveId" clId="{A631849A-FE2E-4D2F-A2E6-41A2D3869678}" dt="2020-04-01T09:35:27.160" v="1743" actId="26606"/>
          <ac:spMkLst>
            <pc:docMk/>
            <pc:sldMk cId="2292312718" sldId="257"/>
            <ac:spMk id="70" creationId="{D4771268-CB57-404A-9271-370EB28F6090}"/>
          </ac:spMkLst>
        </pc:spChg>
        <pc:spChg chg="add">
          <ac:chgData name="Deep Singh" userId="218171febb998cc3" providerId="LiveId" clId="{A631849A-FE2E-4D2F-A2E6-41A2D3869678}" dt="2020-04-01T09:35:27.165" v="1744" actId="26606"/>
          <ac:spMkLst>
            <pc:docMk/>
            <pc:sldMk cId="2292312718" sldId="257"/>
            <ac:spMk id="72" creationId="{1707FC24-6981-43D9-B525-C7832BA22463}"/>
          </ac:spMkLst>
        </pc:spChg>
        <pc:grpChg chg="add del">
          <ac:chgData name="Deep Singh" userId="218171febb998cc3" providerId="LiveId" clId="{A631849A-FE2E-4D2F-A2E6-41A2D3869678}" dt="2020-04-01T09:29:06.856" v="1688" actId="26606"/>
          <ac:grpSpMkLst>
            <pc:docMk/>
            <pc:sldMk cId="2292312718" sldId="257"/>
            <ac:grpSpMk id="59" creationId="{032D8612-31EB-44CF-A1D0-14FD4C705424}"/>
          </ac:grpSpMkLst>
        </pc:grpChg>
        <pc:picChg chg="add del">
          <ac:chgData name="Deep Singh" userId="218171febb998cc3" providerId="LiveId" clId="{A631849A-FE2E-4D2F-A2E6-41A2D3869678}" dt="2020-04-01T09:16:13.233" v="1427"/>
          <ac:picMkLst>
            <pc:docMk/>
            <pc:sldMk cId="2292312718" sldId="257"/>
            <ac:picMk id="5" creationId="{905FF30B-5FDC-4A02-816C-3E9921D59DD4}"/>
          </ac:picMkLst>
        </pc:picChg>
        <pc:picChg chg="add del mod modCrop">
          <ac:chgData name="Deep Singh" userId="218171febb998cc3" providerId="LiveId" clId="{A631849A-FE2E-4D2F-A2E6-41A2D3869678}" dt="2020-04-01T09:35:27.160" v="1743" actId="26606"/>
          <ac:picMkLst>
            <pc:docMk/>
            <pc:sldMk cId="2292312718" sldId="257"/>
            <ac:picMk id="7" creationId="{EAA159C5-C9CB-463D-8117-17B35E7C73F6}"/>
          </ac:picMkLst>
        </pc:picChg>
        <pc:picChg chg="add del">
          <ac:chgData name="Deep Singh" userId="218171febb998cc3" providerId="LiveId" clId="{A631849A-FE2E-4D2F-A2E6-41A2D3869678}" dt="2020-04-01T09:23:33.498" v="1538"/>
          <ac:picMkLst>
            <pc:docMk/>
            <pc:sldMk cId="2292312718" sldId="257"/>
            <ac:picMk id="8" creationId="{0AD9EA00-A32E-49C1-8DAC-980A36D29E72}"/>
          </ac:picMkLst>
        </pc:picChg>
        <pc:picChg chg="add del mod ord">
          <ac:chgData name="Deep Singh" userId="218171febb998cc3" providerId="LiveId" clId="{A631849A-FE2E-4D2F-A2E6-41A2D3869678}" dt="2020-04-01T09:24:29.083" v="1624" actId="931"/>
          <ac:picMkLst>
            <pc:docMk/>
            <pc:sldMk cId="2292312718" sldId="257"/>
            <ac:picMk id="10" creationId="{EB575EFA-C256-4C8D-A6DF-B2126E0755EA}"/>
          </ac:picMkLst>
        </pc:picChg>
        <pc:picChg chg="add del mod">
          <ac:chgData name="Deep Singh" userId="218171febb998cc3" providerId="LiveId" clId="{A631849A-FE2E-4D2F-A2E6-41A2D3869678}" dt="2020-04-01T15:31:35.934" v="1835" actId="931"/>
          <ac:picMkLst>
            <pc:docMk/>
            <pc:sldMk cId="2292312718" sldId="257"/>
            <ac:picMk id="18" creationId="{BB53CCA0-CDB0-4988-87FA-3DC51F9DD236}"/>
          </ac:picMkLst>
        </pc:picChg>
        <pc:picChg chg="add del mod">
          <ac:chgData name="Deep Singh" userId="218171febb998cc3" providerId="LiveId" clId="{A631849A-FE2E-4D2F-A2E6-41A2D3869678}" dt="2020-04-01T15:33:03.269" v="1842" actId="931"/>
          <ac:picMkLst>
            <pc:docMk/>
            <pc:sldMk cId="2292312718" sldId="257"/>
            <ac:picMk id="22" creationId="{FC0D0DD9-F093-4902-AA03-8A23E1861382}"/>
          </ac:picMkLst>
        </pc:picChg>
        <pc:picChg chg="add del">
          <ac:chgData name="Deep Singh" userId="218171febb998cc3" providerId="LiveId" clId="{A631849A-FE2E-4D2F-A2E6-41A2D3869678}" dt="2020-04-01T03:20:24.277" v="233" actId="26606"/>
          <ac:picMkLst>
            <pc:docMk/>
            <pc:sldMk cId="2292312718" sldId="257"/>
            <ac:picMk id="23" creationId="{2270F1FA-0425-408F-9861-80BF5AFB276D}"/>
          </ac:picMkLst>
        </pc:picChg>
        <pc:picChg chg="add mod">
          <ac:chgData name="Deep Singh" userId="218171febb998cc3" providerId="LiveId" clId="{A631849A-FE2E-4D2F-A2E6-41A2D3869678}" dt="2020-04-01T16:15:04.751" v="1892" actId="1038"/>
          <ac:picMkLst>
            <pc:docMk/>
            <pc:sldMk cId="2292312718" sldId="257"/>
            <ac:picMk id="24" creationId="{540D1E34-962D-422A-9FFF-5CB93A8447F1}"/>
          </ac:picMkLst>
        </pc:picChg>
        <pc:picChg chg="add del">
          <ac:chgData name="Deep Singh" userId="218171febb998cc3" providerId="LiveId" clId="{A631849A-FE2E-4D2F-A2E6-41A2D3869678}" dt="2020-04-01T03:22:49.150" v="249" actId="26606"/>
          <ac:picMkLst>
            <pc:docMk/>
            <pc:sldMk cId="2292312718" sldId="257"/>
            <ac:picMk id="25" creationId="{7F487851-BFAF-46D8-A1ED-50CAD6E46F59}"/>
          </ac:picMkLst>
        </pc:picChg>
        <pc:picChg chg="add del">
          <ac:chgData name="Deep Singh" userId="218171febb998cc3" providerId="LiveId" clId="{A631849A-FE2E-4D2F-A2E6-41A2D3869678}" dt="2020-04-01T03:22:49.150" v="249" actId="26606"/>
          <ac:picMkLst>
            <pc:docMk/>
            <pc:sldMk cId="2292312718" sldId="257"/>
            <ac:picMk id="27" creationId="{0CDC4990-9998-4389-9596-5D458D814DE2}"/>
          </ac:picMkLst>
        </pc:picChg>
        <pc:picChg chg="add del mod">
          <ac:chgData name="Deep Singh" userId="218171febb998cc3" providerId="LiveId" clId="{A631849A-FE2E-4D2F-A2E6-41A2D3869678}" dt="2020-04-01T09:18:59.430" v="1435" actId="478"/>
          <ac:picMkLst>
            <pc:docMk/>
            <pc:sldMk cId="2292312718" sldId="257"/>
            <ac:picMk id="28" creationId="{7CB3307B-FE2C-4576-B41F-79B6D343C77F}"/>
          </ac:picMkLst>
        </pc:picChg>
        <pc:picChg chg="add del">
          <ac:chgData name="Deep Singh" userId="218171febb998cc3" providerId="LiveId" clId="{A631849A-FE2E-4D2F-A2E6-41A2D3869678}" dt="2020-04-01T04:21:24.798" v="1172" actId="26606"/>
          <ac:picMkLst>
            <pc:docMk/>
            <pc:sldMk cId="2292312718" sldId="257"/>
            <ac:picMk id="31" creationId="{2270F1FA-0425-408F-9861-80BF5AFB276D}"/>
          </ac:picMkLst>
        </pc:picChg>
      </pc:sldChg>
      <pc:sldChg chg="addSp delSp modSp add del mod setBg setClrOvrMap delDesignElem">
        <pc:chgData name="Deep Singh" userId="218171febb998cc3" providerId="LiveId" clId="{A631849A-FE2E-4D2F-A2E6-41A2D3869678}" dt="2020-04-02T05:33:21.277" v="7748" actId="47"/>
        <pc:sldMkLst>
          <pc:docMk/>
          <pc:sldMk cId="1274963924" sldId="258"/>
        </pc:sldMkLst>
        <pc:spChg chg="del">
          <ac:chgData name="Deep Singh" userId="218171febb998cc3" providerId="LiveId" clId="{A631849A-FE2E-4D2F-A2E6-41A2D3869678}" dt="2020-04-01T03:01:08.536" v="167"/>
          <ac:spMkLst>
            <pc:docMk/>
            <pc:sldMk cId="1274963924" sldId="258"/>
            <ac:spMk id="2" creationId="{DF9D893D-711F-45CE-B264-FCC728398448}"/>
          </ac:spMkLst>
        </pc:spChg>
        <pc:spChg chg="del">
          <ac:chgData name="Deep Singh" userId="218171febb998cc3" providerId="LiveId" clId="{A631849A-FE2E-4D2F-A2E6-41A2D3869678}" dt="2020-04-01T03:01:08.536" v="167"/>
          <ac:spMkLst>
            <pc:docMk/>
            <pc:sldMk cId="1274963924" sldId="258"/>
            <ac:spMk id="3" creationId="{BB8889A8-0A21-403C-BE36-1F6DB1B9649C}"/>
          </ac:spMkLst>
        </pc:spChg>
        <pc:spChg chg="mod">
          <ac:chgData name="Deep Singh" userId="218171febb998cc3" providerId="LiveId" clId="{A631849A-FE2E-4D2F-A2E6-41A2D3869678}" dt="2020-04-02T05:21:24.699" v="7699" actId="26606"/>
          <ac:spMkLst>
            <pc:docMk/>
            <pc:sldMk cId="1274963924" sldId="258"/>
            <ac:spMk id="4" creationId="{49830AE6-3D29-4888-9A98-CA7098D82180}"/>
          </ac:spMkLst>
        </pc:spChg>
        <pc:spChg chg="mod ord">
          <ac:chgData name="Deep Singh" userId="218171febb998cc3" providerId="LiveId" clId="{A631849A-FE2E-4D2F-A2E6-41A2D3869678}" dt="2020-04-02T05:21:24.699" v="7699" actId="26606"/>
          <ac:spMkLst>
            <pc:docMk/>
            <pc:sldMk cId="1274963924" sldId="258"/>
            <ac:spMk id="5" creationId="{88E4AEF1-BCC1-469A-84F6-93FCBF447C7B}"/>
          </ac:spMkLst>
        </pc:spChg>
        <pc:spChg chg="add mod">
          <ac:chgData name="Deep Singh" userId="218171febb998cc3" providerId="LiveId" clId="{A631849A-FE2E-4D2F-A2E6-41A2D3869678}" dt="2020-04-02T05:21:24.699" v="7699" actId="26606"/>
          <ac:spMkLst>
            <pc:docMk/>
            <pc:sldMk cId="1274963924" sldId="258"/>
            <ac:spMk id="6" creationId="{152ADB85-0025-4E0A-B62D-0D6377972C2F}"/>
          </ac:spMkLst>
        </pc:spChg>
        <pc:spChg chg="add mod">
          <ac:chgData name="Deep Singh" userId="218171febb998cc3" providerId="LiveId" clId="{A631849A-FE2E-4D2F-A2E6-41A2D3869678}" dt="2020-04-02T05:21:24.699" v="7699" actId="26606"/>
          <ac:spMkLst>
            <pc:docMk/>
            <pc:sldMk cId="1274963924" sldId="258"/>
            <ac:spMk id="7" creationId="{1F63EFC2-D47B-4E55-A9CC-68C1A577474B}"/>
          </ac:spMkLst>
        </pc:spChg>
        <pc:spChg chg="add mod">
          <ac:chgData name="Deep Singh" userId="218171febb998cc3" providerId="LiveId" clId="{A631849A-FE2E-4D2F-A2E6-41A2D3869678}" dt="2020-04-02T05:21:24.699" v="7699" actId="26606"/>
          <ac:spMkLst>
            <pc:docMk/>
            <pc:sldMk cId="1274963924" sldId="258"/>
            <ac:spMk id="8" creationId="{2C342ABC-2262-4667-A403-DF5DD225C732}"/>
          </ac:spMkLst>
        </pc:spChg>
        <pc:spChg chg="add del">
          <ac:chgData name="Deep Singh" userId="218171febb998cc3" providerId="LiveId" clId="{A631849A-FE2E-4D2F-A2E6-41A2D3869678}" dt="2020-04-02T05:21:24.699" v="7699" actId="26606"/>
          <ac:spMkLst>
            <pc:docMk/>
            <pc:sldMk cId="1274963924" sldId="258"/>
            <ac:spMk id="13" creationId="{4C608BEB-860E-4094-8511-78603564A75E}"/>
          </ac:spMkLst>
        </pc:spChg>
        <pc:spChg chg="add del mod">
          <ac:chgData name="Deep Singh" userId="218171febb998cc3" providerId="LiveId" clId="{A631849A-FE2E-4D2F-A2E6-41A2D3869678}" dt="2020-04-01T03:38:16.367" v="558"/>
          <ac:spMkLst>
            <pc:docMk/>
            <pc:sldMk cId="1274963924" sldId="258"/>
            <ac:spMk id="16" creationId="{EC8F1D60-E01C-4C7B-9452-E199297EB1E6}"/>
          </ac:spMkLst>
        </pc:spChg>
        <pc:spChg chg="add del mod">
          <ac:chgData name="Deep Singh" userId="218171febb998cc3" providerId="LiveId" clId="{A631849A-FE2E-4D2F-A2E6-41A2D3869678}" dt="2020-04-01T03:55:35.597" v="1004" actId="478"/>
          <ac:spMkLst>
            <pc:docMk/>
            <pc:sldMk cId="1274963924" sldId="258"/>
            <ac:spMk id="17" creationId="{05927DAE-DF44-46AB-ADC6-5DFE63884AB0}"/>
          </ac:spMkLst>
        </pc:spChg>
        <pc:spChg chg="add del">
          <ac:chgData name="Deep Singh" userId="218171febb998cc3" providerId="LiveId" clId="{A631849A-FE2E-4D2F-A2E6-41A2D3869678}" dt="2020-04-01T09:08:02.045" v="1196" actId="26606"/>
          <ac:spMkLst>
            <pc:docMk/>
            <pc:sldMk cId="1274963924" sldId="258"/>
            <ac:spMk id="18" creationId="{1DE7243B-5109-444B-8FAF-7437C66BC0E9}"/>
          </ac:spMkLst>
        </pc:spChg>
        <pc:spChg chg="add del">
          <ac:chgData name="Deep Singh" userId="218171febb998cc3" providerId="LiveId" clId="{A631849A-FE2E-4D2F-A2E6-41A2D3869678}" dt="2020-04-01T09:08:02.045" v="1196" actId="26606"/>
          <ac:spMkLst>
            <pc:docMk/>
            <pc:sldMk cId="1274963924" sldId="258"/>
            <ac:spMk id="19" creationId="{4C5D6221-DA7B-4611-AA26-7D8E349FDE96}"/>
          </ac:spMkLst>
        </pc:spChg>
        <pc:spChg chg="add del">
          <ac:chgData name="Deep Singh" userId="218171febb998cc3" providerId="LiveId" clId="{A631849A-FE2E-4D2F-A2E6-41A2D3869678}" dt="2020-04-01T03:35:28.712" v="509" actId="26606"/>
          <ac:spMkLst>
            <pc:docMk/>
            <pc:sldMk cId="1274963924" sldId="258"/>
            <ac:spMk id="20" creationId="{E35A04CF-97D4-4FF7-B359-C546B1F62E54}"/>
          </ac:spMkLst>
        </pc:spChg>
        <pc:spChg chg="add del">
          <ac:chgData name="Deep Singh" userId="218171febb998cc3" providerId="LiveId" clId="{A631849A-FE2E-4D2F-A2E6-41A2D3869678}" dt="2020-04-02T04:37:54.890" v="7134" actId="26606"/>
          <ac:spMkLst>
            <pc:docMk/>
            <pc:sldMk cId="1274963924" sldId="258"/>
            <ac:spMk id="21" creationId="{E35A04CF-97D4-4FF7-B359-C546B1F62E54}"/>
          </ac:spMkLst>
        </pc:spChg>
        <pc:spChg chg="add del">
          <ac:chgData name="Deep Singh" userId="218171febb998cc3" providerId="LiveId" clId="{A631849A-FE2E-4D2F-A2E6-41A2D3869678}" dt="2020-04-01T03:35:28.712" v="509" actId="26606"/>
          <ac:spMkLst>
            <pc:docMk/>
            <pc:sldMk cId="1274963924" sldId="258"/>
            <ac:spMk id="22" creationId="{1DE7243B-5109-444B-8FAF-7437C66BC0E9}"/>
          </ac:spMkLst>
        </pc:spChg>
        <pc:spChg chg="add del">
          <ac:chgData name="Deep Singh" userId="218171febb998cc3" providerId="LiveId" clId="{A631849A-FE2E-4D2F-A2E6-41A2D3869678}" dt="2020-04-02T04:37:54.890" v="7134" actId="26606"/>
          <ac:spMkLst>
            <pc:docMk/>
            <pc:sldMk cId="1274963924" sldId="258"/>
            <ac:spMk id="23" creationId="{1DE7243B-5109-444B-8FAF-7437C66BC0E9}"/>
          </ac:spMkLst>
        </pc:spChg>
        <pc:spChg chg="add del">
          <ac:chgData name="Deep Singh" userId="218171febb998cc3" providerId="LiveId" clId="{A631849A-FE2E-4D2F-A2E6-41A2D3869678}" dt="2020-04-01T03:35:28.712" v="509" actId="26606"/>
          <ac:spMkLst>
            <pc:docMk/>
            <pc:sldMk cId="1274963924" sldId="258"/>
            <ac:spMk id="24" creationId="{4C5D6221-DA7B-4611-AA26-7D8E349FDE96}"/>
          </ac:spMkLst>
        </pc:spChg>
        <pc:spChg chg="add del">
          <ac:chgData name="Deep Singh" userId="218171febb998cc3" providerId="LiveId" clId="{A631849A-FE2E-4D2F-A2E6-41A2D3869678}" dt="2020-04-02T04:37:54.890" v="7134" actId="26606"/>
          <ac:spMkLst>
            <pc:docMk/>
            <pc:sldMk cId="1274963924" sldId="258"/>
            <ac:spMk id="25" creationId="{4C5D6221-DA7B-4611-AA26-7D8E349FDE96}"/>
          </ac:spMkLst>
        </pc:spChg>
        <pc:spChg chg="add del">
          <ac:chgData name="Deep Singh" userId="218171febb998cc3" providerId="LiveId" clId="{A631849A-FE2E-4D2F-A2E6-41A2D3869678}" dt="2020-04-01T03:37:29.319" v="550" actId="26606"/>
          <ac:spMkLst>
            <pc:docMk/>
            <pc:sldMk cId="1274963924" sldId="258"/>
            <ac:spMk id="26" creationId="{4C608BEB-860E-4094-8511-78603564A75E}"/>
          </ac:spMkLst>
        </pc:spChg>
        <pc:spChg chg="add del">
          <ac:chgData name="Deep Singh" userId="218171febb998cc3" providerId="LiveId" clId="{A631849A-FE2E-4D2F-A2E6-41A2D3869678}" dt="2020-04-02T05:21:24.699" v="7699" actId="26606"/>
          <ac:spMkLst>
            <pc:docMk/>
            <pc:sldMk cId="1274963924" sldId="258"/>
            <ac:spMk id="28" creationId="{A5AD6500-BB62-4AAC-9D2F-C10DDC90CBB1}"/>
          </ac:spMkLst>
        </pc:spChg>
        <pc:spChg chg="add del">
          <ac:chgData name="Deep Singh" userId="218171febb998cc3" providerId="LiveId" clId="{A631849A-FE2E-4D2F-A2E6-41A2D3869678}" dt="2020-04-02T05:21:24.699" v="7699" actId="26606"/>
          <ac:spMkLst>
            <pc:docMk/>
            <pc:sldMk cId="1274963924" sldId="258"/>
            <ac:spMk id="29" creationId="{9F7D788E-2C1B-4EF4-8719-12613771FF98}"/>
          </ac:spMkLst>
        </pc:spChg>
        <pc:spChg chg="add del">
          <ac:chgData name="Deep Singh" userId="218171febb998cc3" providerId="LiveId" clId="{A631849A-FE2E-4D2F-A2E6-41A2D3869678}" dt="2020-04-02T05:21:24.699" v="7699" actId="26606"/>
          <ac:spMkLst>
            <pc:docMk/>
            <pc:sldMk cId="1274963924" sldId="258"/>
            <ac:spMk id="30" creationId="{7C54E824-C0F4-480B-BC88-689F50C45FBD}"/>
          </ac:spMkLst>
        </pc:spChg>
        <pc:spChg chg="add del">
          <ac:chgData name="Deep Singh" userId="218171febb998cc3" providerId="LiveId" clId="{A631849A-FE2E-4D2F-A2E6-41A2D3869678}" dt="2020-04-02T05:21:24.699" v="7699" actId="26606"/>
          <ac:spMkLst>
            <pc:docMk/>
            <pc:sldMk cId="1274963924" sldId="258"/>
            <ac:spMk id="31" creationId="{58DEA6A1-FC5C-4E6E-BBBF-7E472949B394}"/>
          </ac:spMkLst>
        </pc:spChg>
        <pc:spChg chg="add del">
          <ac:chgData name="Deep Singh" userId="218171febb998cc3" providerId="LiveId" clId="{A631849A-FE2E-4D2F-A2E6-41A2D3869678}" dt="2020-04-02T05:21:24.699" v="7699" actId="26606"/>
          <ac:spMkLst>
            <pc:docMk/>
            <pc:sldMk cId="1274963924" sldId="258"/>
            <ac:spMk id="32" creationId="{96AAAC3B-1954-46B7-BBAC-27DFF5B5295F}"/>
          </ac:spMkLst>
        </pc:spChg>
        <pc:cxnChg chg="add del">
          <ac:chgData name="Deep Singh" userId="218171febb998cc3" providerId="LiveId" clId="{A631849A-FE2E-4D2F-A2E6-41A2D3869678}" dt="2020-04-02T05:21:24.699" v="7699" actId="26606"/>
          <ac:cxnSpMkLst>
            <pc:docMk/>
            <pc:sldMk cId="1274963924" sldId="258"/>
            <ac:cxnSpMk id="15" creationId="{1F16A8D4-FE87-4604-88B2-394B5D1EB437}"/>
          </ac:cxnSpMkLst>
        </pc:cxnChg>
        <pc:cxnChg chg="add del">
          <ac:chgData name="Deep Singh" userId="218171febb998cc3" providerId="LiveId" clId="{A631849A-FE2E-4D2F-A2E6-41A2D3869678}" dt="2020-04-01T03:37:29.319" v="550" actId="26606"/>
          <ac:cxnSpMkLst>
            <pc:docMk/>
            <pc:sldMk cId="1274963924" sldId="258"/>
            <ac:cxnSpMk id="27" creationId="{1F16A8D4-FE87-4604-88B2-394B5D1EB437}"/>
          </ac:cxnSpMkLst>
        </pc:cxnChg>
      </pc:sldChg>
      <pc:sldChg chg="addSp delSp modSp add del mod setBg setClrOvrMap delDesignElem">
        <pc:chgData name="Deep Singh" userId="218171febb998cc3" providerId="LiveId" clId="{A631849A-FE2E-4D2F-A2E6-41A2D3869678}" dt="2020-04-02T05:42:13.317" v="7789" actId="2696"/>
        <pc:sldMkLst>
          <pc:docMk/>
          <pc:sldMk cId="3519885532" sldId="267"/>
        </pc:sldMkLst>
        <pc:spChg chg="mod">
          <ac:chgData name="Deep Singh" userId="218171febb998cc3" providerId="LiveId" clId="{A631849A-FE2E-4D2F-A2E6-41A2D3869678}" dt="2020-04-02T05:22:54.645" v="7710" actId="26606"/>
          <ac:spMkLst>
            <pc:docMk/>
            <pc:sldMk cId="3519885532" sldId="267"/>
            <ac:spMk id="2" creationId="{79FE8D7F-7F02-4873-8E9A-4E1E3989C643}"/>
          </ac:spMkLst>
        </pc:spChg>
        <pc:spChg chg="mod">
          <ac:chgData name="Deep Singh" userId="218171febb998cc3" providerId="LiveId" clId="{A631849A-FE2E-4D2F-A2E6-41A2D3869678}" dt="2020-04-02T05:22:54.645" v="7710" actId="26606"/>
          <ac:spMkLst>
            <pc:docMk/>
            <pc:sldMk cId="3519885532" sldId="267"/>
            <ac:spMk id="3" creationId="{9928B6C2-BA1D-4D8E-B2DA-93A675D5791C}"/>
          </ac:spMkLst>
        </pc:spChg>
        <pc:spChg chg="mod ord">
          <ac:chgData name="Deep Singh" userId="218171febb998cc3" providerId="LiveId" clId="{A631849A-FE2E-4D2F-A2E6-41A2D3869678}" dt="2020-04-02T05:22:54.645" v="7710" actId="26606"/>
          <ac:spMkLst>
            <pc:docMk/>
            <pc:sldMk cId="3519885532" sldId="267"/>
            <ac:spMk id="4" creationId="{FFFC007F-184D-4275-A4CA-C5177002951D}"/>
          </ac:spMkLst>
        </pc:spChg>
        <pc:spChg chg="add del mod">
          <ac:chgData name="Deep Singh" userId="218171febb998cc3" providerId="LiveId" clId="{A631849A-FE2E-4D2F-A2E6-41A2D3869678}" dt="2020-04-01T22:21:12.223" v="6074" actId="478"/>
          <ac:spMkLst>
            <pc:docMk/>
            <pc:sldMk cId="3519885532" sldId="267"/>
            <ac:spMk id="5" creationId="{6B277BBB-AC3F-41B8-B918-E6C03BFEC5C3}"/>
          </ac:spMkLst>
        </pc:spChg>
        <pc:spChg chg="add del mod">
          <ac:chgData name="Deep Singh" userId="218171febb998cc3" providerId="LiveId" clId="{A631849A-FE2E-4D2F-A2E6-41A2D3869678}" dt="2020-04-02T05:40:54.718" v="7776"/>
          <ac:spMkLst>
            <pc:docMk/>
            <pc:sldMk cId="3519885532" sldId="267"/>
            <ac:spMk id="6" creationId="{EA254A6C-9629-4FBA-854A-07E4AD0041B7}"/>
          </ac:spMkLst>
        </pc:spChg>
        <pc:spChg chg="add del">
          <ac:chgData name="Deep Singh" userId="218171febb998cc3" providerId="LiveId" clId="{A631849A-FE2E-4D2F-A2E6-41A2D3869678}" dt="2020-04-01T16:15:58.986" v="1899" actId="26606"/>
          <ac:spMkLst>
            <pc:docMk/>
            <pc:sldMk cId="3519885532" sldId="267"/>
            <ac:spMk id="10" creationId="{CDA1A2E9-63FE-408D-A803-8E306ECAB4B3}"/>
          </ac:spMkLst>
        </pc:spChg>
        <pc:spChg chg="add del">
          <ac:chgData name="Deep Singh" userId="218171febb998cc3" providerId="LiveId" clId="{A631849A-FE2E-4D2F-A2E6-41A2D3869678}" dt="2020-04-01T16:15:51.849" v="1897" actId="26606"/>
          <ac:spMkLst>
            <pc:docMk/>
            <pc:sldMk cId="3519885532" sldId="267"/>
            <ac:spMk id="12" creationId="{CDA1A2E9-63FE-408D-A803-8E306ECAB4B3}"/>
          </ac:spMkLst>
        </pc:spChg>
        <pc:spChg chg="add del">
          <ac:chgData name="Deep Singh" userId="218171febb998cc3" providerId="LiveId" clId="{A631849A-FE2E-4D2F-A2E6-41A2D3869678}" dt="2020-04-01T16:15:51.849" v="1897" actId="26606"/>
          <ac:spMkLst>
            <pc:docMk/>
            <pc:sldMk cId="3519885532" sldId="267"/>
            <ac:spMk id="14" creationId="{927CAFC9-A675-4314-84EF-236FFA58A3F2}"/>
          </ac:spMkLst>
        </pc:spChg>
        <pc:spChg chg="add del">
          <ac:chgData name="Deep Singh" userId="218171febb998cc3" providerId="LiveId" clId="{A631849A-FE2E-4D2F-A2E6-41A2D3869678}" dt="2020-04-01T16:15:51.849" v="1897" actId="26606"/>
          <ac:spMkLst>
            <pc:docMk/>
            <pc:sldMk cId="3519885532" sldId="267"/>
            <ac:spMk id="16" creationId="{FBE9F90C-C163-435B-9A68-D15C92D1CF2B}"/>
          </ac:spMkLst>
        </pc:spChg>
        <pc:spChg chg="add del">
          <ac:chgData name="Deep Singh" userId="218171febb998cc3" providerId="LiveId" clId="{A631849A-FE2E-4D2F-A2E6-41A2D3869678}" dt="2020-04-01T16:15:51.849" v="1897" actId="26606"/>
          <ac:spMkLst>
            <pc:docMk/>
            <pc:sldMk cId="3519885532" sldId="267"/>
            <ac:spMk id="18" creationId="{1A882A9F-F4E9-4E23-8F0B-20B5DF42EAA9}"/>
          </ac:spMkLst>
        </pc:spChg>
        <pc:spChg chg="add del">
          <ac:chgData name="Deep Singh" userId="218171febb998cc3" providerId="LiveId" clId="{A631849A-FE2E-4D2F-A2E6-41A2D3869678}" dt="2020-04-01T16:15:58.986" v="1899" actId="26606"/>
          <ac:spMkLst>
            <pc:docMk/>
            <pc:sldMk cId="3519885532" sldId="267"/>
            <ac:spMk id="20" creationId="{1A882A9F-F4E9-4E23-8F0B-20B5DF42EAA9}"/>
          </ac:spMkLst>
        </pc:spChg>
        <pc:spChg chg="add del">
          <ac:chgData name="Deep Singh" userId="218171febb998cc3" providerId="LiveId" clId="{A631849A-FE2E-4D2F-A2E6-41A2D3869678}" dt="2020-04-01T16:15:58.986" v="1899" actId="26606"/>
          <ac:spMkLst>
            <pc:docMk/>
            <pc:sldMk cId="3519885532" sldId="267"/>
            <ac:spMk id="21" creationId="{FBE9F90C-C163-435B-9A68-D15C92D1CF2B}"/>
          </ac:spMkLst>
        </pc:spChg>
        <pc:spChg chg="add del">
          <ac:chgData name="Deep Singh" userId="218171febb998cc3" providerId="LiveId" clId="{A631849A-FE2E-4D2F-A2E6-41A2D3869678}" dt="2020-04-01T16:15:58.986" v="1899" actId="26606"/>
          <ac:spMkLst>
            <pc:docMk/>
            <pc:sldMk cId="3519885532" sldId="267"/>
            <ac:spMk id="22" creationId="{42280AB2-77A5-4CB7-AF7D-1795CA8DC7BC}"/>
          </ac:spMkLst>
        </pc:spChg>
        <pc:spChg chg="add del">
          <ac:chgData name="Deep Singh" userId="218171febb998cc3" providerId="LiveId" clId="{A631849A-FE2E-4D2F-A2E6-41A2D3869678}" dt="2020-04-01T16:16:00.995" v="1901" actId="26606"/>
          <ac:spMkLst>
            <pc:docMk/>
            <pc:sldMk cId="3519885532" sldId="267"/>
            <ac:spMk id="24" creationId="{23962611-DFD5-4092-AAFD-559E3DFCE2C9}"/>
          </ac:spMkLst>
        </pc:spChg>
        <pc:spChg chg="add del">
          <ac:chgData name="Deep Singh" userId="218171febb998cc3" providerId="LiveId" clId="{A631849A-FE2E-4D2F-A2E6-41A2D3869678}" dt="2020-04-01T16:16:13.055" v="1903" actId="26606"/>
          <ac:spMkLst>
            <pc:docMk/>
            <pc:sldMk cId="3519885532" sldId="267"/>
            <ac:spMk id="27" creationId="{2A8AA5BC-4F7A-4226-8F99-6D824B226A97}"/>
          </ac:spMkLst>
        </pc:spChg>
        <pc:spChg chg="add del">
          <ac:chgData name="Deep Singh" userId="218171febb998cc3" providerId="LiveId" clId="{A631849A-FE2E-4D2F-A2E6-41A2D3869678}" dt="2020-04-01T16:16:13.055" v="1903" actId="26606"/>
          <ac:spMkLst>
            <pc:docMk/>
            <pc:sldMk cId="3519885532" sldId="267"/>
            <ac:spMk id="28" creationId="{3E5445C6-DD42-4979-86FF-03730E8C6DB0}"/>
          </ac:spMkLst>
        </pc:spChg>
        <pc:spChg chg="add del">
          <ac:chgData name="Deep Singh" userId="218171febb998cc3" providerId="LiveId" clId="{A631849A-FE2E-4D2F-A2E6-41A2D3869678}" dt="2020-04-02T04:37:34.289" v="7132" actId="26606"/>
          <ac:spMkLst>
            <pc:docMk/>
            <pc:sldMk cId="3519885532" sldId="267"/>
            <ac:spMk id="31" creationId="{CDA1A2E9-63FE-408D-A803-8E306ECAB4B3}"/>
          </ac:spMkLst>
        </pc:spChg>
        <pc:spChg chg="add del">
          <ac:chgData name="Deep Singh" userId="218171febb998cc3" providerId="LiveId" clId="{A631849A-FE2E-4D2F-A2E6-41A2D3869678}" dt="2020-04-02T04:37:34.289" v="7132" actId="26606"/>
          <ac:spMkLst>
            <pc:docMk/>
            <pc:sldMk cId="3519885532" sldId="267"/>
            <ac:spMk id="32" creationId="{927CAFC9-A675-4314-84EF-236FFA58A3F2}"/>
          </ac:spMkLst>
        </pc:spChg>
        <pc:spChg chg="add del">
          <ac:chgData name="Deep Singh" userId="218171febb998cc3" providerId="LiveId" clId="{A631849A-FE2E-4D2F-A2E6-41A2D3869678}" dt="2020-04-02T04:37:34.289" v="7132" actId="26606"/>
          <ac:spMkLst>
            <pc:docMk/>
            <pc:sldMk cId="3519885532" sldId="267"/>
            <ac:spMk id="33" creationId="{FBE9F90C-C163-435B-9A68-D15C92D1CF2B}"/>
          </ac:spMkLst>
        </pc:spChg>
        <pc:spChg chg="add del">
          <ac:chgData name="Deep Singh" userId="218171febb998cc3" providerId="LiveId" clId="{A631849A-FE2E-4D2F-A2E6-41A2D3869678}" dt="2020-04-02T04:37:34.289" v="7132" actId="26606"/>
          <ac:spMkLst>
            <pc:docMk/>
            <pc:sldMk cId="3519885532" sldId="267"/>
            <ac:spMk id="34" creationId="{1A882A9F-F4E9-4E23-8F0B-20B5DF42EAA9}"/>
          </ac:spMkLst>
        </pc:spChg>
        <pc:spChg chg="add del">
          <ac:chgData name="Deep Singh" userId="218171febb998cc3" providerId="LiveId" clId="{A631849A-FE2E-4D2F-A2E6-41A2D3869678}" dt="2020-04-02T04:37:25.506" v="7123" actId="26606"/>
          <ac:spMkLst>
            <pc:docMk/>
            <pc:sldMk cId="3519885532" sldId="267"/>
            <ac:spMk id="40" creationId="{BCC81228-CEA3-402B-B8E5-688F5BFA7876}"/>
          </ac:spMkLst>
        </pc:spChg>
        <pc:spChg chg="add del">
          <ac:chgData name="Deep Singh" userId="218171febb998cc3" providerId="LiveId" clId="{A631849A-FE2E-4D2F-A2E6-41A2D3869678}" dt="2020-04-02T04:37:25.506" v="7123" actId="26606"/>
          <ac:spMkLst>
            <pc:docMk/>
            <pc:sldMk cId="3519885532" sldId="267"/>
            <ac:spMk id="42" creationId="{BC0916B8-FF7A-4ECB-9FD7-C7668658D9B4}"/>
          </ac:spMkLst>
        </pc:spChg>
        <pc:spChg chg="add del">
          <ac:chgData name="Deep Singh" userId="218171febb998cc3" providerId="LiveId" clId="{A631849A-FE2E-4D2F-A2E6-41A2D3869678}" dt="2020-04-02T04:37:25.506" v="7123" actId="26606"/>
          <ac:spMkLst>
            <pc:docMk/>
            <pc:sldMk cId="3519885532" sldId="267"/>
            <ac:spMk id="44" creationId="{9DC011D4-C95F-4B2E-9A3C-A46DCDE956DC}"/>
          </ac:spMkLst>
        </pc:spChg>
        <pc:spChg chg="add del">
          <ac:chgData name="Deep Singh" userId="218171febb998cc3" providerId="LiveId" clId="{A631849A-FE2E-4D2F-A2E6-41A2D3869678}" dt="2020-04-02T04:37:28.744" v="7125" actId="26606"/>
          <ac:spMkLst>
            <pc:docMk/>
            <pc:sldMk cId="3519885532" sldId="267"/>
            <ac:spMk id="46" creationId="{3E443FD7-A66B-4AA0-872D-B088B9BC5F17}"/>
          </ac:spMkLst>
        </pc:spChg>
        <pc:spChg chg="add del">
          <ac:chgData name="Deep Singh" userId="218171febb998cc3" providerId="LiveId" clId="{A631849A-FE2E-4D2F-A2E6-41A2D3869678}" dt="2020-04-02T04:37:28.744" v="7125" actId="26606"/>
          <ac:spMkLst>
            <pc:docMk/>
            <pc:sldMk cId="3519885532" sldId="267"/>
            <ac:spMk id="47" creationId="{C04BE0EF-3561-49B4-9A29-F283168A91C7}"/>
          </ac:spMkLst>
        </pc:spChg>
        <pc:spChg chg="add del">
          <ac:chgData name="Deep Singh" userId="218171febb998cc3" providerId="LiveId" clId="{A631849A-FE2E-4D2F-A2E6-41A2D3869678}" dt="2020-04-02T04:37:32.870" v="7127" actId="26606"/>
          <ac:spMkLst>
            <pc:docMk/>
            <pc:sldMk cId="3519885532" sldId="267"/>
            <ac:spMk id="49" creationId="{C0B27210-D0CA-4654-B3E3-9ABB4F178EA1}"/>
          </ac:spMkLst>
        </pc:spChg>
        <pc:spChg chg="add del">
          <ac:chgData name="Deep Singh" userId="218171febb998cc3" providerId="LiveId" clId="{A631849A-FE2E-4D2F-A2E6-41A2D3869678}" dt="2020-04-02T04:37:32.870" v="7127" actId="26606"/>
          <ac:spMkLst>
            <pc:docMk/>
            <pc:sldMk cId="3519885532" sldId="267"/>
            <ac:spMk id="50" creationId="{1DB7C82F-AB7E-4F0C-B829-FA1B9C415180}"/>
          </ac:spMkLst>
        </pc:spChg>
        <pc:spChg chg="add del">
          <ac:chgData name="Deep Singh" userId="218171febb998cc3" providerId="LiveId" clId="{A631849A-FE2E-4D2F-A2E6-41A2D3869678}" dt="2020-04-02T04:37:32.870" v="7127" actId="26606"/>
          <ac:spMkLst>
            <pc:docMk/>
            <pc:sldMk cId="3519885532" sldId="267"/>
            <ac:spMk id="51" creationId="{70B66945-4967-4040-926D-DCA44313CDAB}"/>
          </ac:spMkLst>
        </pc:spChg>
        <pc:spChg chg="add del">
          <ac:chgData name="Deep Singh" userId="218171febb998cc3" providerId="LiveId" clId="{A631849A-FE2E-4D2F-A2E6-41A2D3869678}" dt="2020-04-02T04:37:33.898" v="7129" actId="26606"/>
          <ac:spMkLst>
            <pc:docMk/>
            <pc:sldMk cId="3519885532" sldId="267"/>
            <ac:spMk id="53" creationId="{50CEED20-A22C-4FC3-BC0E-F4FE53FDEB97}"/>
          </ac:spMkLst>
        </pc:spChg>
        <pc:spChg chg="add del">
          <ac:chgData name="Deep Singh" userId="218171febb998cc3" providerId="LiveId" clId="{A631849A-FE2E-4D2F-A2E6-41A2D3869678}" dt="2020-04-02T04:37:33.898" v="7129" actId="26606"/>
          <ac:spMkLst>
            <pc:docMk/>
            <pc:sldMk cId="3519885532" sldId="267"/>
            <ac:spMk id="56" creationId="{19C9EAEA-39D0-4B0E-A0EB-51E7B26740B1}"/>
          </ac:spMkLst>
        </pc:spChg>
        <pc:spChg chg="add del">
          <ac:chgData name="Deep Singh" userId="218171febb998cc3" providerId="LiveId" clId="{A631849A-FE2E-4D2F-A2E6-41A2D3869678}" dt="2020-04-02T04:37:33.898" v="7129" actId="26606"/>
          <ac:spMkLst>
            <pc:docMk/>
            <pc:sldMk cId="3519885532" sldId="267"/>
            <ac:spMk id="57" creationId="{3873B707-463F-40B0-8227-E8CC6C67EB25}"/>
          </ac:spMkLst>
        </pc:spChg>
        <pc:spChg chg="add del">
          <ac:chgData name="Deep Singh" userId="218171febb998cc3" providerId="LiveId" clId="{A631849A-FE2E-4D2F-A2E6-41A2D3869678}" dt="2020-04-02T04:37:34.280" v="7131" actId="26606"/>
          <ac:spMkLst>
            <pc:docMk/>
            <pc:sldMk cId="3519885532" sldId="267"/>
            <ac:spMk id="59" creationId="{C0B27210-D0CA-4654-B3E3-9ABB4F178EA1}"/>
          </ac:spMkLst>
        </pc:spChg>
        <pc:spChg chg="add del">
          <ac:chgData name="Deep Singh" userId="218171febb998cc3" providerId="LiveId" clId="{A631849A-FE2E-4D2F-A2E6-41A2D3869678}" dt="2020-04-02T04:37:34.280" v="7131" actId="26606"/>
          <ac:spMkLst>
            <pc:docMk/>
            <pc:sldMk cId="3519885532" sldId="267"/>
            <ac:spMk id="60" creationId="{1DB7C82F-AB7E-4F0C-B829-FA1B9C415180}"/>
          </ac:spMkLst>
        </pc:spChg>
        <pc:spChg chg="add del">
          <ac:chgData name="Deep Singh" userId="218171febb998cc3" providerId="LiveId" clId="{A631849A-FE2E-4D2F-A2E6-41A2D3869678}" dt="2020-04-02T04:37:34.280" v="7131" actId="26606"/>
          <ac:spMkLst>
            <pc:docMk/>
            <pc:sldMk cId="3519885532" sldId="267"/>
            <ac:spMk id="61" creationId="{70B66945-4967-4040-926D-DCA44313CDAB}"/>
          </ac:spMkLst>
        </pc:spChg>
        <pc:spChg chg="add del">
          <ac:chgData name="Deep Singh" userId="218171febb998cc3" providerId="LiveId" clId="{A631849A-FE2E-4D2F-A2E6-41A2D3869678}" dt="2020-04-02T04:48:12.435" v="7260" actId="26606"/>
          <ac:spMkLst>
            <pc:docMk/>
            <pc:sldMk cId="3519885532" sldId="267"/>
            <ac:spMk id="63" creationId="{3E443FD7-A66B-4AA0-872D-B088B9BC5F17}"/>
          </ac:spMkLst>
        </pc:spChg>
        <pc:spChg chg="add del">
          <ac:chgData name="Deep Singh" userId="218171febb998cc3" providerId="LiveId" clId="{A631849A-FE2E-4D2F-A2E6-41A2D3869678}" dt="2020-04-02T04:48:12.435" v="7260" actId="26606"/>
          <ac:spMkLst>
            <pc:docMk/>
            <pc:sldMk cId="3519885532" sldId="267"/>
            <ac:spMk id="64" creationId="{C04BE0EF-3561-49B4-9A29-F283168A91C7}"/>
          </ac:spMkLst>
        </pc:spChg>
        <pc:spChg chg="add del">
          <ac:chgData name="Deep Singh" userId="218171febb998cc3" providerId="LiveId" clId="{A631849A-FE2E-4D2F-A2E6-41A2D3869678}" dt="2020-04-02T05:22:26.803" v="7706" actId="26606"/>
          <ac:spMkLst>
            <pc:docMk/>
            <pc:sldMk cId="3519885532" sldId="267"/>
            <ac:spMk id="69" creationId="{C0B27210-D0CA-4654-B3E3-9ABB4F178EA1}"/>
          </ac:spMkLst>
        </pc:spChg>
        <pc:spChg chg="add del">
          <ac:chgData name="Deep Singh" userId="218171febb998cc3" providerId="LiveId" clId="{A631849A-FE2E-4D2F-A2E6-41A2D3869678}" dt="2020-04-02T05:22:26.803" v="7706" actId="26606"/>
          <ac:spMkLst>
            <pc:docMk/>
            <pc:sldMk cId="3519885532" sldId="267"/>
            <ac:spMk id="71" creationId="{1DB7C82F-AB7E-4F0C-B829-FA1B9C415180}"/>
          </ac:spMkLst>
        </pc:spChg>
        <pc:spChg chg="add del">
          <ac:chgData name="Deep Singh" userId="218171febb998cc3" providerId="LiveId" clId="{A631849A-FE2E-4D2F-A2E6-41A2D3869678}" dt="2020-04-02T05:22:26.803" v="7706" actId="26606"/>
          <ac:spMkLst>
            <pc:docMk/>
            <pc:sldMk cId="3519885532" sldId="267"/>
            <ac:spMk id="73" creationId="{70B66945-4967-4040-926D-DCA44313CDAB}"/>
          </ac:spMkLst>
        </pc:spChg>
        <pc:spChg chg="add del">
          <ac:chgData name="Deep Singh" userId="218171febb998cc3" providerId="LiveId" clId="{A631849A-FE2E-4D2F-A2E6-41A2D3869678}" dt="2020-04-02T05:22:26.796" v="7705" actId="26606"/>
          <ac:spMkLst>
            <pc:docMk/>
            <pc:sldMk cId="3519885532" sldId="267"/>
            <ac:spMk id="78" creationId="{8AD13924-DC7C-4339-B194-8A4EFFBF2AC6}"/>
          </ac:spMkLst>
        </pc:spChg>
        <pc:spChg chg="add del">
          <ac:chgData name="Deep Singh" userId="218171febb998cc3" providerId="LiveId" clId="{A631849A-FE2E-4D2F-A2E6-41A2D3869678}" dt="2020-04-02T05:22:26.796" v="7705" actId="26606"/>
          <ac:spMkLst>
            <pc:docMk/>
            <pc:sldMk cId="3519885532" sldId="267"/>
            <ac:spMk id="80" creationId="{72458505-C9BA-445F-AE75-CFC7FF04F4E7}"/>
          </ac:spMkLst>
        </pc:spChg>
        <pc:spChg chg="add del">
          <ac:chgData name="Deep Singh" userId="218171febb998cc3" providerId="LiveId" clId="{A631849A-FE2E-4D2F-A2E6-41A2D3869678}" dt="2020-04-02T05:22:54.645" v="7710" actId="26606"/>
          <ac:spMkLst>
            <pc:docMk/>
            <pc:sldMk cId="3519885532" sldId="267"/>
            <ac:spMk id="84" creationId="{AB45A142-4255-493C-8284-5D566C121B10}"/>
          </ac:spMkLst>
        </pc:spChg>
        <pc:spChg chg="add del">
          <ac:chgData name="Deep Singh" userId="218171febb998cc3" providerId="LiveId" clId="{A631849A-FE2E-4D2F-A2E6-41A2D3869678}" dt="2020-04-02T05:40:54.718" v="7776"/>
          <ac:spMkLst>
            <pc:docMk/>
            <pc:sldMk cId="3519885532" sldId="267"/>
            <ac:spMk id="90" creationId="{ACBE1851-2230-47A9-B000-CE9046EA61B9}"/>
          </ac:spMkLst>
        </pc:spChg>
        <pc:grpChg chg="add del">
          <ac:chgData name="Deep Singh" userId="218171febb998cc3" providerId="LiveId" clId="{A631849A-FE2E-4D2F-A2E6-41A2D3869678}" dt="2020-04-02T04:37:33.898" v="7129" actId="26606"/>
          <ac:grpSpMkLst>
            <pc:docMk/>
            <pc:sldMk cId="3519885532" sldId="267"/>
            <ac:grpSpMk id="54" creationId="{032D8612-31EB-44CF-A1D0-14FD4C705424}"/>
          </ac:grpSpMkLst>
        </pc:grpChg>
        <pc:picChg chg="add del">
          <ac:chgData name="Deep Singh" userId="218171febb998cc3" providerId="LiveId" clId="{A631849A-FE2E-4D2F-A2E6-41A2D3869678}" dt="2020-04-01T16:15:51.849" v="1897" actId="26606"/>
          <ac:picMkLst>
            <pc:docMk/>
            <pc:sldMk cId="3519885532" sldId="267"/>
            <ac:picMk id="9" creationId="{A7C69957-A36A-4944-BFBA-2A53C120CA37}"/>
          </ac:picMkLst>
        </pc:picChg>
        <pc:picChg chg="add del">
          <ac:chgData name="Deep Singh" userId="218171febb998cc3" providerId="LiveId" clId="{A631849A-FE2E-4D2F-A2E6-41A2D3869678}" dt="2020-04-01T16:16:00.995" v="1901" actId="26606"/>
          <ac:picMkLst>
            <pc:docMk/>
            <pc:sldMk cId="3519885532" sldId="267"/>
            <ac:picMk id="25" creationId="{2270F1FA-0425-408F-9861-80BF5AFB276D}"/>
          </ac:picMkLst>
        </pc:picChg>
        <pc:picChg chg="add mod ord">
          <ac:chgData name="Deep Singh" userId="218171febb998cc3" providerId="LiveId" clId="{A631849A-FE2E-4D2F-A2E6-41A2D3869678}" dt="2020-04-02T05:22:54.645" v="7710" actId="26606"/>
          <ac:picMkLst>
            <pc:docMk/>
            <pc:sldMk cId="3519885532" sldId="267"/>
            <ac:picMk id="35" creationId="{A7C69957-A36A-4944-BFBA-2A53C120CA37}"/>
          </ac:picMkLst>
        </pc:picChg>
        <pc:picChg chg="add del mod">
          <ac:chgData name="Deep Singh" userId="218171febb998cc3" providerId="LiveId" clId="{A631849A-FE2E-4D2F-A2E6-41A2D3869678}" dt="2020-04-02T05:22:36.789" v="7708" actId="478"/>
          <ac:picMkLst>
            <pc:docMk/>
            <pc:sldMk cId="3519885532" sldId="267"/>
            <ac:picMk id="36" creationId="{F4B6838F-8CE2-4F6D-B2A4-77C3CC2C7F2F}"/>
          </ac:picMkLst>
        </pc:picChg>
        <pc:picChg chg="add">
          <ac:chgData name="Deep Singh" userId="218171febb998cc3" providerId="LiveId" clId="{A631849A-FE2E-4D2F-A2E6-41A2D3869678}" dt="2020-04-02T05:22:43.663" v="7709"/>
          <ac:picMkLst>
            <pc:docMk/>
            <pc:sldMk cId="3519885532" sldId="267"/>
            <ac:picMk id="41" creationId="{0E5DD835-5B84-45E4-9DD9-98FF17DC88FA}"/>
          </ac:picMkLst>
        </pc:picChg>
        <pc:cxnChg chg="add del">
          <ac:chgData name="Deep Singh" userId="218171febb998cc3" providerId="LiveId" clId="{A631849A-FE2E-4D2F-A2E6-41A2D3869678}" dt="2020-04-01T16:16:13.055" v="1903" actId="26606"/>
          <ac:cxnSpMkLst>
            <pc:docMk/>
            <pc:sldMk cId="3519885532" sldId="267"/>
            <ac:cxnSpMk id="29" creationId="{45000665-DFC7-417E-8FD7-516A0F15C975}"/>
          </ac:cxnSpMkLst>
        </pc:cxnChg>
        <pc:cxnChg chg="add del">
          <ac:chgData name="Deep Singh" userId="218171febb998cc3" providerId="LiveId" clId="{A631849A-FE2E-4D2F-A2E6-41A2D3869678}" dt="2020-04-02T05:22:26.796" v="7705" actId="26606"/>
          <ac:cxnSpMkLst>
            <pc:docMk/>
            <pc:sldMk cId="3519885532" sldId="267"/>
            <ac:cxnSpMk id="82" creationId="{492C71F2-7657-4A22-BE4C-647EEDE915B2}"/>
          </ac:cxnSpMkLst>
        </pc:cxnChg>
        <pc:cxnChg chg="add del">
          <ac:chgData name="Deep Singh" userId="218171febb998cc3" providerId="LiveId" clId="{A631849A-FE2E-4D2F-A2E6-41A2D3869678}" dt="2020-04-02T05:22:54.645" v="7710" actId="26606"/>
          <ac:cxnSpMkLst>
            <pc:docMk/>
            <pc:sldMk cId="3519885532" sldId="267"/>
            <ac:cxnSpMk id="85" creationId="{38FB9660-F42F-4313-BBC4-47C007FE484C}"/>
          </ac:cxnSpMkLst>
        </pc:cxnChg>
        <pc:cxnChg chg="add del">
          <ac:chgData name="Deep Singh" userId="218171febb998cc3" providerId="LiveId" clId="{A631849A-FE2E-4D2F-A2E6-41A2D3869678}" dt="2020-04-02T05:40:54.718" v="7776"/>
          <ac:cxnSpMkLst>
            <pc:docMk/>
            <pc:sldMk cId="3519885532" sldId="267"/>
            <ac:cxnSpMk id="92" creationId="{23B93832-6514-44F4-849B-5EE2C8A2337D}"/>
          </ac:cxnSpMkLst>
        </pc:cxnChg>
      </pc:sldChg>
      <pc:sldChg chg="addSp delSp modSp add del mod setBg">
        <pc:chgData name="Deep Singh" userId="218171febb998cc3" providerId="LiveId" clId="{A631849A-FE2E-4D2F-A2E6-41A2D3869678}" dt="2020-04-02T04:31:14.300" v="7094" actId="2696"/>
        <pc:sldMkLst>
          <pc:docMk/>
          <pc:sldMk cId="1116024895" sldId="277"/>
        </pc:sldMkLst>
        <pc:spChg chg="mod ord">
          <ac:chgData name="Deep Singh" userId="218171febb998cc3" providerId="LiveId" clId="{A631849A-FE2E-4D2F-A2E6-41A2D3869678}" dt="2020-04-01T21:30:58.699" v="5084" actId="26606"/>
          <ac:spMkLst>
            <pc:docMk/>
            <pc:sldMk cId="1116024895" sldId="277"/>
            <ac:spMk id="2" creationId="{1F0DE467-6745-433F-BFAF-64A785506820}"/>
          </ac:spMkLst>
        </pc:spChg>
        <pc:spChg chg="mod">
          <ac:chgData name="Deep Singh" userId="218171febb998cc3" providerId="LiveId" clId="{A631849A-FE2E-4D2F-A2E6-41A2D3869678}" dt="2020-04-01T21:30:58.699" v="5084" actId="26606"/>
          <ac:spMkLst>
            <pc:docMk/>
            <pc:sldMk cId="1116024895" sldId="277"/>
            <ac:spMk id="3" creationId="{ABC01BA5-A045-477E-A6AE-5C728760083B}"/>
          </ac:spMkLst>
        </pc:spChg>
        <pc:spChg chg="add del">
          <ac:chgData name="Deep Singh" userId="218171febb998cc3" providerId="LiveId" clId="{A631849A-FE2E-4D2F-A2E6-41A2D3869678}" dt="2020-04-01T21:30:58.689" v="5083" actId="26606"/>
          <ac:spMkLst>
            <pc:docMk/>
            <pc:sldMk cId="1116024895" sldId="277"/>
            <ac:spMk id="9" creationId="{CA815F2C-4E80-4019-8E59-FAD3F7F8473D}"/>
          </ac:spMkLst>
        </pc:spChg>
        <pc:spChg chg="add">
          <ac:chgData name="Deep Singh" userId="218171febb998cc3" providerId="LiveId" clId="{A631849A-FE2E-4D2F-A2E6-41A2D3869678}" dt="2020-04-01T21:30:58.699" v="5084" actId="26606"/>
          <ac:spMkLst>
            <pc:docMk/>
            <pc:sldMk cId="1116024895" sldId="277"/>
            <ac:spMk id="11" creationId="{1855405F-37A2-4869-9154-F8BE3BECE6C3}"/>
          </ac:spMkLst>
        </pc:spChg>
        <pc:spChg chg="add">
          <ac:chgData name="Deep Singh" userId="218171febb998cc3" providerId="LiveId" clId="{A631849A-FE2E-4D2F-A2E6-41A2D3869678}" dt="2020-04-01T21:30:58.699" v="5084" actId="26606"/>
          <ac:spMkLst>
            <pc:docMk/>
            <pc:sldMk cId="1116024895" sldId="277"/>
            <ac:spMk id="12" creationId="{01D0AF59-99C3-4251-AB9A-C966C6AD4400}"/>
          </ac:spMkLst>
        </pc:spChg>
        <pc:picChg chg="add mod ord">
          <ac:chgData name="Deep Singh" userId="218171febb998cc3" providerId="LiveId" clId="{A631849A-FE2E-4D2F-A2E6-41A2D3869678}" dt="2020-04-01T21:30:58.699" v="5084" actId="26606"/>
          <ac:picMkLst>
            <pc:docMk/>
            <pc:sldMk cId="1116024895" sldId="277"/>
            <ac:picMk id="4" creationId="{D80FF428-C839-4B28-AD39-92CBFA2E0276}"/>
          </ac:picMkLst>
        </pc:picChg>
        <pc:picChg chg="add">
          <ac:chgData name="Deep Singh" userId="218171febb998cc3" providerId="LiveId" clId="{A631849A-FE2E-4D2F-A2E6-41A2D3869678}" dt="2020-04-01T21:49:12.567" v="5944"/>
          <ac:picMkLst>
            <pc:docMk/>
            <pc:sldMk cId="1116024895" sldId="277"/>
            <ac:picMk id="8" creationId="{7BC3F339-43DA-4D75-9CE9-A79BDE76E92C}"/>
          </ac:picMkLst>
        </pc:picChg>
      </pc:sldChg>
      <pc:sldChg chg="addSp delSp modSp add mod ord setBg delDesignElem">
        <pc:chgData name="Deep Singh" userId="218171febb998cc3" providerId="LiveId" clId="{A631849A-FE2E-4D2F-A2E6-41A2D3869678}" dt="2020-04-02T17:32:31.849" v="12837" actId="20577"/>
        <pc:sldMkLst>
          <pc:docMk/>
          <pc:sldMk cId="419909929" sldId="278"/>
        </pc:sldMkLst>
        <pc:spChg chg="del mod">
          <ac:chgData name="Deep Singh" userId="218171febb998cc3" providerId="LiveId" clId="{A631849A-FE2E-4D2F-A2E6-41A2D3869678}" dt="2020-04-01T21:48:13.222" v="5909" actId="478"/>
          <ac:spMkLst>
            <pc:docMk/>
            <pc:sldMk cId="419909929" sldId="278"/>
            <ac:spMk id="2" creationId="{1F0DE467-6745-433F-BFAF-64A785506820}"/>
          </ac:spMkLst>
        </pc:spChg>
        <pc:spChg chg="del mod">
          <ac:chgData name="Deep Singh" userId="218171febb998cc3" providerId="LiveId" clId="{A631849A-FE2E-4D2F-A2E6-41A2D3869678}" dt="2020-04-01T21:47:42.186" v="5903" actId="478"/>
          <ac:spMkLst>
            <pc:docMk/>
            <pc:sldMk cId="419909929" sldId="278"/>
            <ac:spMk id="3" creationId="{ABC01BA5-A045-477E-A6AE-5C728760083B}"/>
          </ac:spMkLst>
        </pc:spChg>
        <pc:spChg chg="add del">
          <ac:chgData name="Deep Singh" userId="218171febb998cc3" providerId="LiveId" clId="{A631849A-FE2E-4D2F-A2E6-41A2D3869678}" dt="2020-04-01T21:34:04.589" v="5088" actId="26606"/>
          <ac:spMkLst>
            <pc:docMk/>
            <pc:sldMk cId="419909929" sldId="278"/>
            <ac:spMk id="6" creationId="{CB44330D-EA18-4254-AA95-EB49948539B8}"/>
          </ac:spMkLst>
        </pc:spChg>
        <pc:spChg chg="add del">
          <ac:chgData name="Deep Singh" userId="218171febb998cc3" providerId="LiveId" clId="{A631849A-FE2E-4D2F-A2E6-41A2D3869678}" dt="2020-04-01T21:34:04.589" v="5088" actId="26606"/>
          <ac:spMkLst>
            <pc:docMk/>
            <pc:sldMk cId="419909929" sldId="278"/>
            <ac:spMk id="9" creationId="{32BC26D8-82FB-445E-AA49-62A77D7C1EE0}"/>
          </ac:spMkLst>
        </pc:spChg>
        <pc:spChg chg="del">
          <ac:chgData name="Deep Singh" userId="218171febb998cc3" providerId="LiveId" clId="{A631849A-FE2E-4D2F-A2E6-41A2D3869678}" dt="2020-04-01T21:33:55.893" v="5086"/>
          <ac:spMkLst>
            <pc:docMk/>
            <pc:sldMk cId="419909929" sldId="278"/>
            <ac:spMk id="11" creationId="{1855405F-37A2-4869-9154-F8BE3BECE6C3}"/>
          </ac:spMkLst>
        </pc:spChg>
        <pc:spChg chg="del">
          <ac:chgData name="Deep Singh" userId="218171febb998cc3" providerId="LiveId" clId="{A631849A-FE2E-4D2F-A2E6-41A2D3869678}" dt="2020-04-01T21:33:55.893" v="5086"/>
          <ac:spMkLst>
            <pc:docMk/>
            <pc:sldMk cId="419909929" sldId="278"/>
            <ac:spMk id="12" creationId="{01D0AF59-99C3-4251-AB9A-C966C6AD4400}"/>
          </ac:spMkLst>
        </pc:spChg>
        <pc:spChg chg="add">
          <ac:chgData name="Deep Singh" userId="218171febb998cc3" providerId="LiveId" clId="{A631849A-FE2E-4D2F-A2E6-41A2D3869678}" dt="2020-04-01T21:34:04.593" v="5089" actId="26606"/>
          <ac:spMkLst>
            <pc:docMk/>
            <pc:sldMk cId="419909929" sldId="278"/>
            <ac:spMk id="13" creationId="{01D0AF59-99C3-4251-AB9A-C966C6AD4400}"/>
          </ac:spMkLst>
        </pc:spChg>
        <pc:spChg chg="add">
          <ac:chgData name="Deep Singh" userId="218171febb998cc3" providerId="LiveId" clId="{A631849A-FE2E-4D2F-A2E6-41A2D3869678}" dt="2020-04-01T21:34:04.593" v="5089" actId="26606"/>
          <ac:spMkLst>
            <pc:docMk/>
            <pc:sldMk cId="419909929" sldId="278"/>
            <ac:spMk id="14" creationId="{1855405F-37A2-4869-9154-F8BE3BECE6C3}"/>
          </ac:spMkLst>
        </pc:spChg>
        <pc:spChg chg="add del">
          <ac:chgData name="Deep Singh" userId="218171febb998cc3" providerId="LiveId" clId="{A631849A-FE2E-4D2F-A2E6-41A2D3869678}" dt="2020-04-01T21:44:17.743" v="5635" actId="478"/>
          <ac:spMkLst>
            <pc:docMk/>
            <pc:sldMk cId="419909929" sldId="278"/>
            <ac:spMk id="28" creationId="{4D6A9561-3872-4F4A-AC8A-E182DC7E998B}"/>
          </ac:spMkLst>
        </pc:spChg>
        <pc:spChg chg="add del mod">
          <ac:chgData name="Deep Singh" userId="218171febb998cc3" providerId="LiveId" clId="{A631849A-FE2E-4D2F-A2E6-41A2D3869678}" dt="2020-04-01T21:48:15.988" v="5910" actId="478"/>
          <ac:spMkLst>
            <pc:docMk/>
            <pc:sldMk cId="419909929" sldId="278"/>
            <ac:spMk id="29" creationId="{B62FE705-CB39-4164-8470-2404CBEF577C}"/>
          </ac:spMkLst>
        </pc:spChg>
        <pc:spChg chg="add mod">
          <ac:chgData name="Deep Singh" userId="218171febb998cc3" providerId="LiveId" clId="{A631849A-FE2E-4D2F-A2E6-41A2D3869678}" dt="2020-04-02T16:17:22.468" v="10944" actId="1036"/>
          <ac:spMkLst>
            <pc:docMk/>
            <pc:sldMk cId="419909929" sldId="278"/>
            <ac:spMk id="30" creationId="{A5C64833-E1A7-4392-B418-CB913EAC19FD}"/>
          </ac:spMkLst>
        </pc:spChg>
        <pc:spChg chg="add del mod">
          <ac:chgData name="Deep Singh" userId="218171febb998cc3" providerId="LiveId" clId="{A631849A-FE2E-4D2F-A2E6-41A2D3869678}" dt="2020-04-02T16:17:39.597" v="10949" actId="20577"/>
          <ac:spMkLst>
            <pc:docMk/>
            <pc:sldMk cId="419909929" sldId="278"/>
            <ac:spMk id="56" creationId="{1BCCC2E3-BE00-4609-BB12-E46FE7232BE9}"/>
          </ac:spMkLst>
        </pc:spChg>
        <pc:spChg chg="add del mod">
          <ac:chgData name="Deep Singh" userId="218171febb998cc3" providerId="LiveId" clId="{A631849A-FE2E-4D2F-A2E6-41A2D3869678}" dt="2020-04-02T15:48:52.240" v="9793" actId="478"/>
          <ac:spMkLst>
            <pc:docMk/>
            <pc:sldMk cId="419909929" sldId="278"/>
            <ac:spMk id="57" creationId="{4EEE3AEB-EBCB-4707-A979-2544A93E9B1C}"/>
          </ac:spMkLst>
        </pc:spChg>
        <pc:spChg chg="add del mod">
          <ac:chgData name="Deep Singh" userId="218171febb998cc3" providerId="LiveId" clId="{A631849A-FE2E-4D2F-A2E6-41A2D3869678}" dt="2020-04-02T15:48:13.552" v="9764" actId="478"/>
          <ac:spMkLst>
            <pc:docMk/>
            <pc:sldMk cId="419909929" sldId="278"/>
            <ac:spMk id="58" creationId="{AEC9D860-5415-45C7-92C8-97BA5EE63B6E}"/>
          </ac:spMkLst>
        </pc:spChg>
        <pc:spChg chg="add del mod">
          <ac:chgData name="Deep Singh" userId="218171febb998cc3" providerId="LiveId" clId="{A631849A-FE2E-4D2F-A2E6-41A2D3869678}" dt="2020-04-02T16:21:03.049" v="11038" actId="1037"/>
          <ac:spMkLst>
            <pc:docMk/>
            <pc:sldMk cId="419909929" sldId="278"/>
            <ac:spMk id="59" creationId="{135C6F73-FFBC-4959-BB3D-42403A51E2DD}"/>
          </ac:spMkLst>
        </pc:spChg>
        <pc:spChg chg="add del mod">
          <ac:chgData name="Deep Singh" userId="218171febb998cc3" providerId="LiveId" clId="{A631849A-FE2E-4D2F-A2E6-41A2D3869678}" dt="2020-04-02T16:21:03.049" v="11038" actId="1037"/>
          <ac:spMkLst>
            <pc:docMk/>
            <pc:sldMk cId="419909929" sldId="278"/>
            <ac:spMk id="60" creationId="{CFA162EC-B838-4522-9C6A-2E263BC95186}"/>
          </ac:spMkLst>
        </pc:spChg>
        <pc:spChg chg="mod">
          <ac:chgData name="Deep Singh" userId="218171febb998cc3" providerId="LiveId" clId="{A631849A-FE2E-4D2F-A2E6-41A2D3869678}" dt="2020-04-02T16:00:46.265" v="10272" actId="20577"/>
          <ac:spMkLst>
            <pc:docMk/>
            <pc:sldMk cId="419909929" sldId="278"/>
            <ac:spMk id="62" creationId="{81782D2C-5B78-4F8E-BD63-5BE788C64E5C}"/>
          </ac:spMkLst>
        </pc:spChg>
        <pc:spChg chg="mod">
          <ac:chgData name="Deep Singh" userId="218171febb998cc3" providerId="LiveId" clId="{A631849A-FE2E-4D2F-A2E6-41A2D3869678}" dt="2020-04-02T15:23:24.902" v="9115" actId="20577"/>
          <ac:spMkLst>
            <pc:docMk/>
            <pc:sldMk cId="419909929" sldId="278"/>
            <ac:spMk id="64" creationId="{E9A14503-C556-4154-A5B8-48B7C2EFD35F}"/>
          </ac:spMkLst>
        </pc:spChg>
        <pc:spChg chg="mod">
          <ac:chgData name="Deep Singh" userId="218171febb998cc3" providerId="LiveId" clId="{A631849A-FE2E-4D2F-A2E6-41A2D3869678}" dt="2020-04-02T15:50:23.885" v="9888" actId="1035"/>
          <ac:spMkLst>
            <pc:docMk/>
            <pc:sldMk cId="419909929" sldId="278"/>
            <ac:spMk id="66" creationId="{061F96DA-A403-4A4C-804A-525D4437A24A}"/>
          </ac:spMkLst>
        </pc:spChg>
        <pc:spChg chg="mod">
          <ac:chgData name="Deep Singh" userId="218171febb998cc3" providerId="LiveId" clId="{A631849A-FE2E-4D2F-A2E6-41A2D3869678}" dt="2020-04-02T15:50:07.896" v="9857" actId="6549"/>
          <ac:spMkLst>
            <pc:docMk/>
            <pc:sldMk cId="419909929" sldId="278"/>
            <ac:spMk id="68" creationId="{DAFC0C89-01C9-4DD9-BC43-8D65AA3DB7A5}"/>
          </ac:spMkLst>
        </pc:spChg>
        <pc:spChg chg="mod">
          <ac:chgData name="Deep Singh" userId="218171febb998cc3" providerId="LiveId" clId="{A631849A-FE2E-4D2F-A2E6-41A2D3869678}" dt="2020-04-02T15:23:31.597" v="9116" actId="12"/>
          <ac:spMkLst>
            <pc:docMk/>
            <pc:sldMk cId="419909929" sldId="278"/>
            <ac:spMk id="72" creationId="{6FA94F89-3CBB-4386-B489-04B838A469D3}"/>
          </ac:spMkLst>
        </pc:spChg>
        <pc:spChg chg="mod">
          <ac:chgData name="Deep Singh" userId="218171febb998cc3" providerId="LiveId" clId="{A631849A-FE2E-4D2F-A2E6-41A2D3869678}" dt="2020-04-02T16:03:21.628" v="10348" actId="14100"/>
          <ac:spMkLst>
            <pc:docMk/>
            <pc:sldMk cId="419909929" sldId="278"/>
            <ac:spMk id="74" creationId="{C90EE545-C4FB-476D-A985-2CB137A8211B}"/>
          </ac:spMkLst>
        </pc:spChg>
        <pc:spChg chg="mod">
          <ac:chgData name="Deep Singh" userId="218171febb998cc3" providerId="LiveId" clId="{A631849A-FE2E-4D2F-A2E6-41A2D3869678}" dt="2020-04-02T15:11:30.752" v="8962" actId="20577"/>
          <ac:spMkLst>
            <pc:docMk/>
            <pc:sldMk cId="419909929" sldId="278"/>
            <ac:spMk id="76" creationId="{D216A61B-3DF3-4D40-8C87-A25067323C6E}"/>
          </ac:spMkLst>
        </pc:spChg>
        <pc:spChg chg="mod">
          <ac:chgData name="Deep Singh" userId="218171febb998cc3" providerId="LiveId" clId="{A631849A-FE2E-4D2F-A2E6-41A2D3869678}" dt="2020-04-02T17:32:06.259" v="12823" actId="20577"/>
          <ac:spMkLst>
            <pc:docMk/>
            <pc:sldMk cId="419909929" sldId="278"/>
            <ac:spMk id="78" creationId="{DFC94A83-F455-41F4-8621-4230A9025442}"/>
          </ac:spMkLst>
        </pc:spChg>
        <pc:spChg chg="mod">
          <ac:chgData name="Deep Singh" userId="218171febb998cc3" providerId="LiveId" clId="{A631849A-FE2E-4D2F-A2E6-41A2D3869678}" dt="2020-04-02T17:32:31.849" v="12837" actId="20577"/>
          <ac:spMkLst>
            <pc:docMk/>
            <pc:sldMk cId="419909929" sldId="278"/>
            <ac:spMk id="80" creationId="{2849C472-4163-4EE0-8DF5-0FD1BE1708E2}"/>
          </ac:spMkLst>
        </pc:spChg>
        <pc:spChg chg="add del mod">
          <ac:chgData name="Deep Singh" userId="218171febb998cc3" providerId="LiveId" clId="{A631849A-FE2E-4D2F-A2E6-41A2D3869678}" dt="2020-04-02T16:21:03.049" v="11038" actId="1037"/>
          <ac:spMkLst>
            <pc:docMk/>
            <pc:sldMk cId="419909929" sldId="278"/>
            <ac:spMk id="94" creationId="{D7777FDD-B3CB-48CA-8D6F-7E8D601F3F8D}"/>
          </ac:spMkLst>
        </pc:spChg>
        <pc:spChg chg="add del mod">
          <ac:chgData name="Deep Singh" userId="218171febb998cc3" providerId="LiveId" clId="{A631849A-FE2E-4D2F-A2E6-41A2D3869678}" dt="2020-04-01T21:46:07.261" v="5819" actId="478"/>
          <ac:spMkLst>
            <pc:docMk/>
            <pc:sldMk cId="419909929" sldId="278"/>
            <ac:spMk id="99" creationId="{DC4765C1-F0C5-4855-93EC-ADBB2073605C}"/>
          </ac:spMkLst>
        </pc:spChg>
        <pc:spChg chg="add mod">
          <ac:chgData name="Deep Singh" userId="218171febb998cc3" providerId="LiveId" clId="{A631849A-FE2E-4D2F-A2E6-41A2D3869678}" dt="2020-04-02T16:21:03.049" v="11038" actId="1037"/>
          <ac:spMkLst>
            <pc:docMk/>
            <pc:sldMk cId="419909929" sldId="278"/>
            <ac:spMk id="99" creationId="{F9CB7544-F80F-4E34-BA68-1911DDEC8198}"/>
          </ac:spMkLst>
        </pc:spChg>
        <pc:spChg chg="mod">
          <ac:chgData name="Deep Singh" userId="218171febb998cc3" providerId="LiveId" clId="{A631849A-FE2E-4D2F-A2E6-41A2D3869678}" dt="2020-04-02T15:11:20.669" v="8961" actId="20577"/>
          <ac:spMkLst>
            <pc:docMk/>
            <pc:sldMk cId="419909929" sldId="278"/>
            <ac:spMk id="103" creationId="{2DDF0D9E-7623-437B-8955-CAF87C68D505}"/>
          </ac:spMkLst>
        </pc:spChg>
        <pc:spChg chg="add mod">
          <ac:chgData name="Deep Singh" userId="218171febb998cc3" providerId="LiveId" clId="{A631849A-FE2E-4D2F-A2E6-41A2D3869678}" dt="2020-04-02T16:21:03.049" v="11038" actId="1037"/>
          <ac:spMkLst>
            <pc:docMk/>
            <pc:sldMk cId="419909929" sldId="278"/>
            <ac:spMk id="104" creationId="{87EE3193-9B3F-474C-8739-497FC08298BB}"/>
          </ac:spMkLst>
        </pc:spChg>
        <pc:spChg chg="mod">
          <ac:chgData name="Deep Singh" userId="218171febb998cc3" providerId="LiveId" clId="{A631849A-FE2E-4D2F-A2E6-41A2D3869678}" dt="2020-04-02T15:53:38.561" v="9964" actId="20577"/>
          <ac:spMkLst>
            <pc:docMk/>
            <pc:sldMk cId="419909929" sldId="278"/>
            <ac:spMk id="110" creationId="{F5A57392-9281-4BDE-BB09-85301D546A3D}"/>
          </ac:spMkLst>
        </pc:spChg>
        <pc:spChg chg="mod">
          <ac:chgData name="Deep Singh" userId="218171febb998cc3" providerId="LiveId" clId="{A631849A-FE2E-4D2F-A2E6-41A2D3869678}" dt="2020-04-02T15:54:05.133" v="10014" actId="20577"/>
          <ac:spMkLst>
            <pc:docMk/>
            <pc:sldMk cId="419909929" sldId="278"/>
            <ac:spMk id="112" creationId="{DB52AAE8-04DE-4000-AB57-50701A32D02F}"/>
          </ac:spMkLst>
        </pc:spChg>
        <pc:spChg chg="add mod">
          <ac:chgData name="Deep Singh" userId="218171febb998cc3" providerId="LiveId" clId="{A631849A-FE2E-4D2F-A2E6-41A2D3869678}" dt="2020-04-02T15:43:30.664" v="9565" actId="27636"/>
          <ac:spMkLst>
            <pc:docMk/>
            <pc:sldMk cId="419909929" sldId="278"/>
            <ac:spMk id="115" creationId="{C8EAF0AB-B35C-48D4-9915-52125E730999}"/>
          </ac:spMkLst>
        </pc:spChg>
        <pc:spChg chg="add">
          <ac:chgData name="Deep Singh" userId="218171febb998cc3" providerId="LiveId" clId="{A631849A-FE2E-4D2F-A2E6-41A2D3869678}" dt="2020-04-01T21:48:16.719" v="5911"/>
          <ac:spMkLst>
            <pc:docMk/>
            <pc:sldMk cId="419909929" sldId="278"/>
            <ac:spMk id="116" creationId="{DD33930F-5B7E-4FF3-9B34-BEE6A3A938C6}"/>
          </ac:spMkLst>
        </pc:spChg>
        <pc:spChg chg="mod ord">
          <ac:chgData name="Deep Singh" userId="218171febb998cc3" providerId="LiveId" clId="{A631849A-FE2E-4D2F-A2E6-41A2D3869678}" dt="2020-04-02T16:07:32.751" v="10476" actId="14100"/>
          <ac:spMkLst>
            <pc:docMk/>
            <pc:sldMk cId="419909929" sldId="278"/>
            <ac:spMk id="117" creationId="{0BBC6EBA-FA8B-48EC-9715-EDC3977E31AF}"/>
          </ac:spMkLst>
        </pc:spChg>
        <pc:spChg chg="mod">
          <ac:chgData name="Deep Singh" userId="218171febb998cc3" providerId="LiveId" clId="{A631849A-FE2E-4D2F-A2E6-41A2D3869678}" dt="2020-04-02T16:15:54.966" v="10916" actId="20577"/>
          <ac:spMkLst>
            <pc:docMk/>
            <pc:sldMk cId="419909929" sldId="278"/>
            <ac:spMk id="119" creationId="{A00B4CF8-2594-4457-AD9C-83293FD35777}"/>
          </ac:spMkLst>
        </pc:spChg>
        <pc:spChg chg="mod">
          <ac:chgData name="Deep Singh" userId="218171febb998cc3" providerId="LiveId" clId="{A631849A-FE2E-4D2F-A2E6-41A2D3869678}" dt="2020-04-02T16:03:28.548" v="10349" actId="403"/>
          <ac:spMkLst>
            <pc:docMk/>
            <pc:sldMk cId="419909929" sldId="278"/>
            <ac:spMk id="121" creationId="{C565D092-0069-4B84-B32B-DA900C35E4F8}"/>
          </ac:spMkLst>
        </pc:spChg>
        <pc:spChg chg="mod">
          <ac:chgData name="Deep Singh" userId="218171febb998cc3" providerId="LiveId" clId="{A631849A-FE2E-4D2F-A2E6-41A2D3869678}" dt="2020-04-02T16:01:57.245" v="10325" actId="12"/>
          <ac:spMkLst>
            <pc:docMk/>
            <pc:sldMk cId="419909929" sldId="278"/>
            <ac:spMk id="123" creationId="{9DDD01D4-6210-4D6A-8978-1C1F92C127F0}"/>
          </ac:spMkLst>
        </pc:spChg>
        <pc:spChg chg="mod">
          <ac:chgData name="Deep Singh" userId="218171febb998cc3" providerId="LiveId" clId="{A631849A-FE2E-4D2F-A2E6-41A2D3869678}" dt="2020-04-02T16:04:28.995" v="10389" actId="14100"/>
          <ac:spMkLst>
            <pc:docMk/>
            <pc:sldMk cId="419909929" sldId="278"/>
            <ac:spMk id="125" creationId="{B886675F-79A0-49E0-85A9-74D6F247D005}"/>
          </ac:spMkLst>
        </pc:spChg>
        <pc:spChg chg="mod ord">
          <ac:chgData name="Deep Singh" userId="218171febb998cc3" providerId="LiveId" clId="{A631849A-FE2E-4D2F-A2E6-41A2D3869678}" dt="2020-04-02T16:04:41.957" v="10390" actId="167"/>
          <ac:spMkLst>
            <pc:docMk/>
            <pc:sldMk cId="419909929" sldId="278"/>
            <ac:spMk id="127" creationId="{E7D82850-54ED-44E2-B7E8-D9A04360EC63}"/>
          </ac:spMkLst>
        </pc:spChg>
        <pc:spChg chg="mod">
          <ac:chgData name="Deep Singh" userId="218171febb998cc3" providerId="LiveId" clId="{A631849A-FE2E-4D2F-A2E6-41A2D3869678}" dt="2020-04-02T16:07:18.691" v="10472" actId="20577"/>
          <ac:spMkLst>
            <pc:docMk/>
            <pc:sldMk cId="419909929" sldId="278"/>
            <ac:spMk id="133" creationId="{31E425B2-B8D7-4254-A95D-138F6E861B43}"/>
          </ac:spMkLst>
        </pc:spChg>
        <pc:spChg chg="mod ord">
          <ac:chgData name="Deep Singh" userId="218171febb998cc3" providerId="LiveId" clId="{A631849A-FE2E-4D2F-A2E6-41A2D3869678}" dt="2020-04-02T16:14:12.014" v="10830" actId="20577"/>
          <ac:spMkLst>
            <pc:docMk/>
            <pc:sldMk cId="419909929" sldId="278"/>
            <ac:spMk id="137" creationId="{66B702DA-B33E-47DF-BCB0-DBC0B270CAEC}"/>
          </ac:spMkLst>
        </pc:spChg>
        <pc:spChg chg="mod ord">
          <ac:chgData name="Deep Singh" userId="218171febb998cc3" providerId="LiveId" clId="{A631849A-FE2E-4D2F-A2E6-41A2D3869678}" dt="2020-04-02T16:18:23.515" v="10983" actId="20577"/>
          <ac:spMkLst>
            <pc:docMk/>
            <pc:sldMk cId="419909929" sldId="278"/>
            <ac:spMk id="139" creationId="{916A3409-C5F7-407E-A1B4-837D7CAD3566}"/>
          </ac:spMkLst>
        </pc:spChg>
        <pc:grpChg chg="add del">
          <ac:chgData name="Deep Singh" userId="218171febb998cc3" providerId="LiveId" clId="{A631849A-FE2E-4D2F-A2E6-41A2D3869678}" dt="2020-04-01T21:40:46.288" v="5320" actId="478"/>
          <ac:grpSpMkLst>
            <pc:docMk/>
            <pc:sldMk cId="419909929" sldId="278"/>
            <ac:grpSpMk id="15" creationId="{DFFAD163-877F-4309-923E-490DE1264377}"/>
          </ac:grpSpMkLst>
        </pc:grpChg>
        <pc:grpChg chg="add del mod">
          <ac:chgData name="Deep Singh" userId="218171febb998cc3" providerId="LiveId" clId="{A631849A-FE2E-4D2F-A2E6-41A2D3869678}" dt="2020-04-02T16:21:03.049" v="11038" actId="1037"/>
          <ac:grpSpMkLst>
            <pc:docMk/>
            <pc:sldMk cId="419909929" sldId="278"/>
            <ac:grpSpMk id="31" creationId="{05295D9C-ED71-4F18-81CB-6A3C5445C4C0}"/>
          </ac:grpSpMkLst>
        </pc:grpChg>
        <pc:grpChg chg="add del mod">
          <ac:chgData name="Deep Singh" userId="218171febb998cc3" providerId="LiveId" clId="{A631849A-FE2E-4D2F-A2E6-41A2D3869678}" dt="2020-04-02T16:21:03.049" v="11038" actId="1037"/>
          <ac:grpSpMkLst>
            <pc:docMk/>
            <pc:sldMk cId="419909929" sldId="278"/>
            <ac:grpSpMk id="36" creationId="{2CF833F8-FDC0-4D4A-93FE-382DF9197326}"/>
          </ac:grpSpMkLst>
        </pc:grpChg>
        <pc:grpChg chg="add del mod">
          <ac:chgData name="Deep Singh" userId="218171febb998cc3" providerId="LiveId" clId="{A631849A-FE2E-4D2F-A2E6-41A2D3869678}" dt="2020-04-02T16:21:03.049" v="11038" actId="1037"/>
          <ac:grpSpMkLst>
            <pc:docMk/>
            <pc:sldMk cId="419909929" sldId="278"/>
            <ac:grpSpMk id="41" creationId="{BE6DFEF4-606B-4116-AE57-C37BDF327105}"/>
          </ac:grpSpMkLst>
        </pc:grpChg>
        <pc:grpChg chg="add del mod">
          <ac:chgData name="Deep Singh" userId="218171febb998cc3" providerId="LiveId" clId="{A631849A-FE2E-4D2F-A2E6-41A2D3869678}" dt="2020-04-02T16:21:03.049" v="11038" actId="1037"/>
          <ac:grpSpMkLst>
            <pc:docMk/>
            <pc:sldMk cId="419909929" sldId="278"/>
            <ac:grpSpMk id="46" creationId="{88995737-DA47-4BC0-A82B-1101C5C5B9C1}"/>
          </ac:grpSpMkLst>
        </pc:grpChg>
        <pc:grpChg chg="add del mod">
          <ac:chgData name="Deep Singh" userId="218171febb998cc3" providerId="LiveId" clId="{A631849A-FE2E-4D2F-A2E6-41A2D3869678}" dt="2020-04-02T05:22:11.387" v="7703" actId="21"/>
          <ac:grpSpMkLst>
            <pc:docMk/>
            <pc:sldMk cId="419909929" sldId="278"/>
            <ac:grpSpMk id="51" creationId="{1607F45F-28F1-4B81-9B3B-CF0DB106CFBF}"/>
          </ac:grpSpMkLst>
        </pc:grpChg>
        <pc:grpChg chg="add del mod">
          <ac:chgData name="Deep Singh" userId="218171febb998cc3" providerId="LiveId" clId="{A631849A-FE2E-4D2F-A2E6-41A2D3869678}" dt="2020-04-02T16:02:23.392" v="10327" actId="478"/>
          <ac:grpSpMkLst>
            <pc:docMk/>
            <pc:sldMk cId="419909929" sldId="278"/>
            <ac:grpSpMk id="61" creationId="{72D6079C-BFB8-4D46-8AFA-C8BAA729D337}"/>
          </ac:grpSpMkLst>
        </pc:grpChg>
        <pc:grpChg chg="add del mod">
          <ac:chgData name="Deep Singh" userId="218171febb998cc3" providerId="LiveId" clId="{A631849A-FE2E-4D2F-A2E6-41A2D3869678}" dt="2020-04-02T15:58:47.131" v="10249" actId="478"/>
          <ac:grpSpMkLst>
            <pc:docMk/>
            <pc:sldMk cId="419909929" sldId="278"/>
            <ac:grpSpMk id="65" creationId="{D6FFD5EE-9237-44EC-9608-81EF28F6A99A}"/>
          </ac:grpSpMkLst>
        </pc:grpChg>
        <pc:grpChg chg="add del mod">
          <ac:chgData name="Deep Singh" userId="218171febb998cc3" providerId="LiveId" clId="{A631849A-FE2E-4D2F-A2E6-41A2D3869678}" dt="2020-04-02T16:07:52.584" v="10479" actId="478"/>
          <ac:grpSpMkLst>
            <pc:docMk/>
            <pc:sldMk cId="419909929" sldId="278"/>
            <ac:grpSpMk id="69" creationId="{04744704-0282-402C-A296-DEA2DD6A8E22}"/>
          </ac:grpSpMkLst>
        </pc:grpChg>
        <pc:grpChg chg="add del mod">
          <ac:chgData name="Deep Singh" userId="218171febb998cc3" providerId="LiveId" clId="{A631849A-FE2E-4D2F-A2E6-41A2D3869678}" dt="2020-04-02T16:21:03.049" v="11038" actId="1037"/>
          <ac:grpSpMkLst>
            <pc:docMk/>
            <pc:sldMk cId="419909929" sldId="278"/>
            <ac:grpSpMk id="73" creationId="{DDDD9CA7-EC21-4FFC-B3D9-18AA009F3669}"/>
          </ac:grpSpMkLst>
        </pc:grpChg>
        <pc:grpChg chg="add del mod">
          <ac:chgData name="Deep Singh" userId="218171febb998cc3" providerId="LiveId" clId="{A631849A-FE2E-4D2F-A2E6-41A2D3869678}" dt="2020-04-02T16:21:03.049" v="11038" actId="1037"/>
          <ac:grpSpMkLst>
            <pc:docMk/>
            <pc:sldMk cId="419909929" sldId="278"/>
            <ac:grpSpMk id="77" creationId="{395030C4-D71C-481B-BA3F-54BDFFBE2F12}"/>
          </ac:grpSpMkLst>
        </pc:grpChg>
        <pc:grpChg chg="add del mod">
          <ac:chgData name="Deep Singh" userId="218171febb998cc3" providerId="LiveId" clId="{A631849A-FE2E-4D2F-A2E6-41A2D3869678}" dt="2020-04-02T16:21:03.049" v="11038" actId="1037"/>
          <ac:grpSpMkLst>
            <pc:docMk/>
            <pc:sldMk cId="419909929" sldId="278"/>
            <ac:grpSpMk id="84" creationId="{115451B1-A64E-4FC5-9A17-A4852B5AC339}"/>
          </ac:grpSpMkLst>
        </pc:grpChg>
        <pc:grpChg chg="add del mod">
          <ac:chgData name="Deep Singh" userId="218171febb998cc3" providerId="LiveId" clId="{A631849A-FE2E-4D2F-A2E6-41A2D3869678}" dt="2020-04-02T05:22:11.387" v="7703" actId="21"/>
          <ac:grpSpMkLst>
            <pc:docMk/>
            <pc:sldMk cId="419909929" sldId="278"/>
            <ac:grpSpMk id="89" creationId="{1862A427-764B-4ED4-B873-A3E9022C3935}"/>
          </ac:grpSpMkLst>
        </pc:grpChg>
        <pc:grpChg chg="add del mod">
          <ac:chgData name="Deep Singh" userId="218171febb998cc3" providerId="LiveId" clId="{A631849A-FE2E-4D2F-A2E6-41A2D3869678}" dt="2020-04-02T16:21:03.049" v="11038" actId="1037"/>
          <ac:grpSpMkLst>
            <pc:docMk/>
            <pc:sldMk cId="419909929" sldId="278"/>
            <ac:grpSpMk id="95" creationId="{646EB02F-4A8E-443E-9CC9-7DD70B3A923B}"/>
          </ac:grpSpMkLst>
        </pc:grpChg>
        <pc:grpChg chg="add del mod">
          <ac:chgData name="Deep Singh" userId="218171febb998cc3" providerId="LiveId" clId="{A631849A-FE2E-4D2F-A2E6-41A2D3869678}" dt="2020-04-02T16:21:03.049" v="11038" actId="1037"/>
          <ac:grpSpMkLst>
            <pc:docMk/>
            <pc:sldMk cId="419909929" sldId="278"/>
            <ac:grpSpMk id="100" creationId="{E39E8C49-F1B1-462A-92EF-9D377D2AF0BD}"/>
          </ac:grpSpMkLst>
        </pc:grpChg>
        <pc:grpChg chg="add mod">
          <ac:chgData name="Deep Singh" userId="218171febb998cc3" providerId="LiveId" clId="{A631849A-FE2E-4D2F-A2E6-41A2D3869678}" dt="2020-04-01T21:42:54.727" v="5469" actId="571"/>
          <ac:grpSpMkLst>
            <pc:docMk/>
            <pc:sldMk cId="419909929" sldId="278"/>
            <ac:grpSpMk id="104" creationId="{37010E68-A14A-489B-B8FB-1BFB3399E7EB}"/>
          </ac:grpSpMkLst>
        </pc:grpChg>
        <pc:grpChg chg="add del mod">
          <ac:chgData name="Deep Singh" userId="218171febb998cc3" providerId="LiveId" clId="{A631849A-FE2E-4D2F-A2E6-41A2D3869678}" dt="2020-04-02T15:52:37.533" v="9942"/>
          <ac:grpSpMkLst>
            <pc:docMk/>
            <pc:sldMk cId="419909929" sldId="278"/>
            <ac:grpSpMk id="105" creationId="{ABF9C758-ECD9-4795-9283-5CDD0CDAA642}"/>
          </ac:grpSpMkLst>
        </pc:grpChg>
        <pc:grpChg chg="add mod">
          <ac:chgData name="Deep Singh" userId="218171febb998cc3" providerId="LiveId" clId="{A631849A-FE2E-4D2F-A2E6-41A2D3869678}" dt="2020-04-01T21:42:54.727" v="5469" actId="571"/>
          <ac:grpSpMkLst>
            <pc:docMk/>
            <pc:sldMk cId="419909929" sldId="278"/>
            <ac:grpSpMk id="109" creationId="{43BCF690-B35D-4A41-BDF2-2033DB33BB54}"/>
          </ac:grpSpMkLst>
        </pc:grpChg>
        <pc:grpChg chg="add del mod">
          <ac:chgData name="Deep Singh" userId="218171febb998cc3" providerId="LiveId" clId="{A631849A-FE2E-4D2F-A2E6-41A2D3869678}" dt="2020-04-02T16:01:24.310" v="10284" actId="478"/>
          <ac:grpSpMkLst>
            <pc:docMk/>
            <pc:sldMk cId="419909929" sldId="278"/>
            <ac:grpSpMk id="109" creationId="{94AD9832-6228-4968-9BEC-9F4F2A544E50}"/>
          </ac:grpSpMkLst>
        </pc:grpChg>
        <pc:grpChg chg="add mod">
          <ac:chgData name="Deep Singh" userId="218171febb998cc3" providerId="LiveId" clId="{A631849A-FE2E-4D2F-A2E6-41A2D3869678}" dt="2020-04-02T16:21:03.049" v="11038" actId="1037"/>
          <ac:grpSpMkLst>
            <pc:docMk/>
            <pc:sldMk cId="419909929" sldId="278"/>
            <ac:grpSpMk id="113" creationId="{CE84E0E3-3EF0-4FB6-863F-2BB8112A25F4}"/>
          </ac:grpSpMkLst>
        </pc:grpChg>
        <pc:grpChg chg="add del mod">
          <ac:chgData name="Deep Singh" userId="218171febb998cc3" providerId="LiveId" clId="{A631849A-FE2E-4D2F-A2E6-41A2D3869678}" dt="2020-04-02T16:05:22.880" v="10393" actId="478"/>
          <ac:grpSpMkLst>
            <pc:docMk/>
            <pc:sldMk cId="419909929" sldId="278"/>
            <ac:grpSpMk id="120" creationId="{BD0EBF0F-686C-4C6B-8C0F-02616BBBD214}"/>
          </ac:grpSpMkLst>
        </pc:grpChg>
        <pc:grpChg chg="add mod">
          <ac:chgData name="Deep Singh" userId="218171febb998cc3" providerId="LiveId" clId="{A631849A-FE2E-4D2F-A2E6-41A2D3869678}" dt="2020-04-02T16:13:51.382" v="10798" actId="1038"/>
          <ac:grpSpMkLst>
            <pc:docMk/>
            <pc:sldMk cId="419909929" sldId="278"/>
            <ac:grpSpMk id="124" creationId="{0A3FA56C-4A06-40F9-BD18-B82ADC0D4C0D}"/>
          </ac:grpSpMkLst>
        </pc:grpChg>
        <pc:grpChg chg="add del mod">
          <ac:chgData name="Deep Singh" userId="218171febb998cc3" providerId="LiveId" clId="{A631849A-FE2E-4D2F-A2E6-41A2D3869678}" dt="2020-04-02T16:05:46.127" v="10419"/>
          <ac:grpSpMkLst>
            <pc:docMk/>
            <pc:sldMk cId="419909929" sldId="278"/>
            <ac:grpSpMk id="128" creationId="{B39BD51D-2CA7-45A4-A930-5E9A92ED8506}"/>
          </ac:grpSpMkLst>
        </pc:grpChg>
        <pc:grpChg chg="add del mod">
          <ac:chgData name="Deep Singh" userId="218171febb998cc3" providerId="LiveId" clId="{A631849A-FE2E-4D2F-A2E6-41A2D3869678}" dt="2020-04-02T16:07:20.134" v="10474"/>
          <ac:grpSpMkLst>
            <pc:docMk/>
            <pc:sldMk cId="419909929" sldId="278"/>
            <ac:grpSpMk id="132" creationId="{806A8CDF-1FA1-4545-A6DC-AB2B48C181AF}"/>
          </ac:grpSpMkLst>
        </pc:grpChg>
        <pc:grpChg chg="add mod">
          <ac:chgData name="Deep Singh" userId="218171febb998cc3" providerId="LiveId" clId="{A631849A-FE2E-4D2F-A2E6-41A2D3869678}" dt="2020-04-02T16:21:03.049" v="11038" actId="1037"/>
          <ac:grpSpMkLst>
            <pc:docMk/>
            <pc:sldMk cId="419909929" sldId="278"/>
            <ac:grpSpMk id="136" creationId="{7A45C567-D53A-406F-AA1B-B324129D631E}"/>
          </ac:grpSpMkLst>
        </pc:grpChg>
        <pc:picChg chg="del">
          <ac:chgData name="Deep Singh" userId="218171febb998cc3" providerId="LiveId" clId="{A631849A-FE2E-4D2F-A2E6-41A2D3869678}" dt="2020-04-01T21:34:14.713" v="5090" actId="478"/>
          <ac:picMkLst>
            <pc:docMk/>
            <pc:sldMk cId="419909929" sldId="278"/>
            <ac:picMk id="4" creationId="{D80FF428-C839-4B28-AD39-92CBFA2E0276}"/>
          </ac:picMkLst>
        </pc:picChg>
        <pc:picChg chg="add del mod">
          <ac:chgData name="Deep Singh" userId="218171febb998cc3" providerId="LiveId" clId="{A631849A-FE2E-4D2F-A2E6-41A2D3869678}" dt="2020-04-02T16:21:03.049" v="11038" actId="1037"/>
          <ac:picMkLst>
            <pc:docMk/>
            <pc:sldMk cId="419909929" sldId="278"/>
            <ac:picMk id="81" creationId="{CA53BDAB-9AF0-4A0E-9482-9E4530E8C8DD}"/>
          </ac:picMkLst>
        </pc:picChg>
        <pc:picChg chg="add del mod">
          <ac:chgData name="Deep Singh" userId="218171febb998cc3" providerId="LiveId" clId="{A631849A-FE2E-4D2F-A2E6-41A2D3869678}" dt="2020-04-02T16:21:03.049" v="11038" actId="1037"/>
          <ac:picMkLst>
            <pc:docMk/>
            <pc:sldMk cId="419909929" sldId="278"/>
            <ac:picMk id="82" creationId="{2A83E2BC-9611-42F4-8D22-783FDD65BFD7}"/>
          </ac:picMkLst>
        </pc:picChg>
        <pc:picChg chg="add del mod">
          <ac:chgData name="Deep Singh" userId="218171febb998cc3" providerId="LiveId" clId="{A631849A-FE2E-4D2F-A2E6-41A2D3869678}" dt="2020-04-02T16:21:03.049" v="11038" actId="1037"/>
          <ac:picMkLst>
            <pc:docMk/>
            <pc:sldMk cId="419909929" sldId="278"/>
            <ac:picMk id="83" creationId="{916B0C1E-8A1B-45DE-8812-2AD324128925}"/>
          </ac:picMkLst>
        </pc:picChg>
        <pc:picChg chg="add mod">
          <ac:chgData name="Deep Singh" userId="218171febb998cc3" providerId="LiveId" clId="{A631849A-FE2E-4D2F-A2E6-41A2D3869678}" dt="2020-04-01T21:48:47.040" v="5938" actId="1035"/>
          <ac:picMkLst>
            <pc:docMk/>
            <pc:sldMk cId="419909929" sldId="278"/>
            <ac:picMk id="114" creationId="{91FA23CC-1D17-42E3-976F-96189981B80F}"/>
          </ac:picMkLst>
        </pc:picChg>
        <pc:cxnChg chg="mod">
          <ac:chgData name="Deep Singh" userId="218171febb998cc3" providerId="LiveId" clId="{A631849A-FE2E-4D2F-A2E6-41A2D3869678}" dt="2020-04-01T21:40:46.288" v="5320" actId="478"/>
          <ac:cxnSpMkLst>
            <pc:docMk/>
            <pc:sldMk cId="419909929" sldId="278"/>
            <ac:cxnSpMk id="20" creationId="{3AAC25FD-01C2-44CD-8483-3BD50CF597CC}"/>
          </ac:cxnSpMkLst>
        </pc:cxnChg>
        <pc:cxnChg chg="mod">
          <ac:chgData name="Deep Singh" userId="218171febb998cc3" providerId="LiveId" clId="{A631849A-FE2E-4D2F-A2E6-41A2D3869678}" dt="2020-04-01T21:40:46.288" v="5320" actId="478"/>
          <ac:cxnSpMkLst>
            <pc:docMk/>
            <pc:sldMk cId="419909929" sldId="278"/>
            <ac:cxnSpMk id="21" creationId="{8CECDDCD-5182-4566-AE8E-E4E46861B951}"/>
          </ac:cxnSpMkLst>
        </pc:cxnChg>
        <pc:cxnChg chg="mod">
          <ac:chgData name="Deep Singh" userId="218171febb998cc3" providerId="LiveId" clId="{A631849A-FE2E-4D2F-A2E6-41A2D3869678}" dt="2020-04-01T21:40:46.288" v="5320" actId="478"/>
          <ac:cxnSpMkLst>
            <pc:docMk/>
            <pc:sldMk cId="419909929" sldId="278"/>
            <ac:cxnSpMk id="22" creationId="{F3FA6E1B-96B4-4797-96C6-40B9F7FAB7DC}"/>
          </ac:cxnSpMkLst>
        </pc:cxnChg>
        <pc:cxnChg chg="mod">
          <ac:chgData name="Deep Singh" userId="218171febb998cc3" providerId="LiveId" clId="{A631849A-FE2E-4D2F-A2E6-41A2D3869678}" dt="2020-04-01T21:40:46.288" v="5320" actId="478"/>
          <ac:cxnSpMkLst>
            <pc:docMk/>
            <pc:sldMk cId="419909929" sldId="278"/>
            <ac:cxnSpMk id="24" creationId="{392B60CF-A86C-4BED-972C-78E3EAF12B13}"/>
          </ac:cxnSpMkLst>
        </pc:cxnChg>
        <pc:cxnChg chg="mod">
          <ac:chgData name="Deep Singh" userId="218171febb998cc3" providerId="LiveId" clId="{A631849A-FE2E-4D2F-A2E6-41A2D3869678}" dt="2020-04-01T21:40:46.288" v="5320" actId="478"/>
          <ac:cxnSpMkLst>
            <pc:docMk/>
            <pc:sldMk cId="419909929" sldId="278"/>
            <ac:cxnSpMk id="27" creationId="{0BF7EAA6-7A41-4E07-AD26-94D48FAD43FB}"/>
          </ac:cxnSpMkLst>
        </pc:cxnChg>
        <pc:cxnChg chg="mod">
          <ac:chgData name="Deep Singh" userId="218171febb998cc3" providerId="LiveId" clId="{A631849A-FE2E-4D2F-A2E6-41A2D3869678}" dt="2020-04-02T16:01:17.118" v="10283" actId="14100"/>
          <ac:cxnSpMkLst>
            <pc:docMk/>
            <pc:sldMk cId="419909929" sldId="278"/>
            <ac:cxnSpMk id="63" creationId="{4F35023D-4CD5-43FC-A192-44F045D4BAB2}"/>
          </ac:cxnSpMkLst>
        </pc:cxnChg>
        <pc:cxnChg chg="mod">
          <ac:chgData name="Deep Singh" userId="218171febb998cc3" providerId="LiveId" clId="{A631849A-FE2E-4D2F-A2E6-41A2D3869678}" dt="2020-04-02T15:51:11.850" v="9900" actId="1035"/>
          <ac:cxnSpMkLst>
            <pc:docMk/>
            <pc:sldMk cId="419909929" sldId="278"/>
            <ac:cxnSpMk id="67" creationId="{D3E40A4D-5CE1-4F78-AC92-C780BA88957A}"/>
          </ac:cxnSpMkLst>
        </pc:cxnChg>
        <pc:cxnChg chg="mod">
          <ac:chgData name="Deep Singh" userId="218171febb998cc3" providerId="LiveId" clId="{A631849A-FE2E-4D2F-A2E6-41A2D3869678}" dt="2020-04-02T16:00:20.594" v="10271" actId="692"/>
          <ac:cxnSpMkLst>
            <pc:docMk/>
            <pc:sldMk cId="419909929" sldId="278"/>
            <ac:cxnSpMk id="71" creationId="{0C065E44-0A53-4B3F-AD88-ADDC6928B1D5}"/>
          </ac:cxnSpMkLst>
        </pc:cxnChg>
        <pc:cxnChg chg="mod">
          <ac:chgData name="Deep Singh" userId="218171febb998cc3" providerId="LiveId" clId="{A631849A-FE2E-4D2F-A2E6-41A2D3869678}" dt="2020-04-02T15:53:15.866" v="9945" actId="692"/>
          <ac:cxnSpMkLst>
            <pc:docMk/>
            <pc:sldMk cId="419909929" sldId="278"/>
            <ac:cxnSpMk id="111" creationId="{4C32F682-33F5-4E35-A35F-647F90943E06}"/>
          </ac:cxnSpMkLst>
        </pc:cxnChg>
        <pc:cxnChg chg="mod">
          <ac:chgData name="Deep Singh" userId="218171febb998cc3" providerId="LiveId" clId="{A631849A-FE2E-4D2F-A2E6-41A2D3869678}" dt="2020-04-02T15:59:52.583" v="10270" actId="14100"/>
          <ac:cxnSpMkLst>
            <pc:docMk/>
            <pc:sldMk cId="419909929" sldId="278"/>
            <ac:cxnSpMk id="118" creationId="{2C8459DC-BC66-407E-AFD5-ED06A3F8B727}"/>
          </ac:cxnSpMkLst>
        </pc:cxnChg>
        <pc:cxnChg chg="mod">
          <ac:chgData name="Deep Singh" userId="218171febb998cc3" providerId="LiveId" clId="{A631849A-FE2E-4D2F-A2E6-41A2D3869678}" dt="2020-04-02T16:02:19.694" v="10326" actId="692"/>
          <ac:cxnSpMkLst>
            <pc:docMk/>
            <pc:sldMk cId="419909929" sldId="278"/>
            <ac:cxnSpMk id="122" creationId="{E9A0359B-9E08-49A8-9F67-DB7055D0CAA1}"/>
          </ac:cxnSpMkLst>
        </pc:cxnChg>
        <pc:cxnChg chg="mod">
          <ac:chgData name="Deep Singh" userId="218171febb998cc3" providerId="LiveId" clId="{A631849A-FE2E-4D2F-A2E6-41A2D3869678}" dt="2020-04-02T16:05:08.276" v="10392" actId="692"/>
          <ac:cxnSpMkLst>
            <pc:docMk/>
            <pc:sldMk cId="419909929" sldId="278"/>
            <ac:cxnSpMk id="126" creationId="{DDDF1686-804D-47A0-9E1B-5041DF342874}"/>
          </ac:cxnSpMkLst>
        </pc:cxnChg>
        <pc:cxnChg chg="mod">
          <ac:chgData name="Deep Singh" userId="218171febb998cc3" providerId="LiveId" clId="{A631849A-FE2E-4D2F-A2E6-41A2D3869678}" dt="2020-04-02T16:13:51.841" v="10811" actId="692"/>
          <ac:cxnSpMkLst>
            <pc:docMk/>
            <pc:sldMk cId="419909929" sldId="278"/>
            <ac:cxnSpMk id="138" creationId="{C7085BB4-E930-4DFD-9CC1-11CC6AD9171E}"/>
          </ac:cxnSpMkLst>
        </pc:cxnChg>
      </pc:sldChg>
      <pc:sldChg chg="addSp delSp modSp add del">
        <pc:chgData name="Deep Singh" userId="218171febb998cc3" providerId="LiveId" clId="{A631849A-FE2E-4D2F-A2E6-41A2D3869678}" dt="2020-04-02T04:55:36.365" v="7434" actId="47"/>
        <pc:sldMkLst>
          <pc:docMk/>
          <pc:sldMk cId="2971426411" sldId="279"/>
        </pc:sldMkLst>
        <pc:grpChg chg="del">
          <ac:chgData name="Deep Singh" userId="218171febb998cc3" providerId="LiveId" clId="{A631849A-FE2E-4D2F-A2E6-41A2D3869678}" dt="2020-04-01T21:35:21.309" v="5097" actId="478"/>
          <ac:grpSpMkLst>
            <pc:docMk/>
            <pc:sldMk cId="2971426411" sldId="279"/>
            <ac:grpSpMk id="15" creationId="{DFFAD163-877F-4309-923E-490DE1264377}"/>
          </ac:grpSpMkLst>
        </pc:grpChg>
        <pc:grpChg chg="add">
          <ac:chgData name="Deep Singh" userId="218171febb998cc3" providerId="LiveId" clId="{A631849A-FE2E-4D2F-A2E6-41A2D3869678}" dt="2020-04-01T21:35:21.768" v="5098"/>
          <ac:grpSpMkLst>
            <pc:docMk/>
            <pc:sldMk cId="2971426411" sldId="279"/>
            <ac:grpSpMk id="28" creationId="{1E70AF0F-C16F-486C-88B3-E0620E4BDDAC}"/>
          </ac:grpSpMkLst>
        </pc:grpChg>
        <pc:picChg chg="add">
          <ac:chgData name="Deep Singh" userId="218171febb998cc3" providerId="LiveId" clId="{A631849A-FE2E-4D2F-A2E6-41A2D3869678}" dt="2020-04-01T21:49:04.059" v="5941"/>
          <ac:picMkLst>
            <pc:docMk/>
            <pc:sldMk cId="2971426411" sldId="279"/>
            <ac:picMk id="56" creationId="{B36A908D-D550-4FE5-ADB1-43DE036E54A8}"/>
          </ac:picMkLst>
        </pc:picChg>
        <pc:cxnChg chg="mod">
          <ac:chgData name="Deep Singh" userId="218171febb998cc3" providerId="LiveId" clId="{A631849A-FE2E-4D2F-A2E6-41A2D3869678}" dt="2020-04-01T21:35:21.309" v="5097" actId="478"/>
          <ac:cxnSpMkLst>
            <pc:docMk/>
            <pc:sldMk cId="2971426411" sldId="279"/>
            <ac:cxnSpMk id="20" creationId="{3AAC25FD-01C2-44CD-8483-3BD50CF597CC}"/>
          </ac:cxnSpMkLst>
        </pc:cxnChg>
        <pc:cxnChg chg="mod">
          <ac:chgData name="Deep Singh" userId="218171febb998cc3" providerId="LiveId" clId="{A631849A-FE2E-4D2F-A2E6-41A2D3869678}" dt="2020-04-01T21:35:21.309" v="5097" actId="478"/>
          <ac:cxnSpMkLst>
            <pc:docMk/>
            <pc:sldMk cId="2971426411" sldId="279"/>
            <ac:cxnSpMk id="21" creationId="{8CECDDCD-5182-4566-AE8E-E4E46861B951}"/>
          </ac:cxnSpMkLst>
        </pc:cxnChg>
        <pc:cxnChg chg="mod">
          <ac:chgData name="Deep Singh" userId="218171febb998cc3" providerId="LiveId" clId="{A631849A-FE2E-4D2F-A2E6-41A2D3869678}" dt="2020-04-01T21:35:21.309" v="5097" actId="478"/>
          <ac:cxnSpMkLst>
            <pc:docMk/>
            <pc:sldMk cId="2971426411" sldId="279"/>
            <ac:cxnSpMk id="22" creationId="{F3FA6E1B-96B4-4797-96C6-40B9F7FAB7DC}"/>
          </ac:cxnSpMkLst>
        </pc:cxnChg>
        <pc:cxnChg chg="mod">
          <ac:chgData name="Deep Singh" userId="218171febb998cc3" providerId="LiveId" clId="{A631849A-FE2E-4D2F-A2E6-41A2D3869678}" dt="2020-04-01T21:35:21.309" v="5097" actId="478"/>
          <ac:cxnSpMkLst>
            <pc:docMk/>
            <pc:sldMk cId="2971426411" sldId="279"/>
            <ac:cxnSpMk id="24" creationId="{392B60CF-A86C-4BED-972C-78E3EAF12B13}"/>
          </ac:cxnSpMkLst>
        </pc:cxnChg>
        <pc:cxnChg chg="mod">
          <ac:chgData name="Deep Singh" userId="218171febb998cc3" providerId="LiveId" clId="{A631849A-FE2E-4D2F-A2E6-41A2D3869678}" dt="2020-04-01T21:35:21.309" v="5097" actId="478"/>
          <ac:cxnSpMkLst>
            <pc:docMk/>
            <pc:sldMk cId="2971426411" sldId="279"/>
            <ac:cxnSpMk id="27" creationId="{0BF7EAA6-7A41-4E07-AD26-94D48FAD43FB}"/>
          </ac:cxnSpMkLst>
        </pc:cxnChg>
      </pc:sldChg>
      <pc:sldChg chg="addSp delSp modSp add del">
        <pc:chgData name="Deep Singh" userId="218171febb998cc3" providerId="LiveId" clId="{A631849A-FE2E-4D2F-A2E6-41A2D3869678}" dt="2020-04-02T04:56:21.038" v="7442" actId="47"/>
        <pc:sldMkLst>
          <pc:docMk/>
          <pc:sldMk cId="2830413635" sldId="280"/>
        </pc:sldMkLst>
        <pc:grpChg chg="del">
          <ac:chgData name="Deep Singh" userId="218171febb998cc3" providerId="LiveId" clId="{A631849A-FE2E-4D2F-A2E6-41A2D3869678}" dt="2020-04-01T21:36:05.757" v="5101" actId="478"/>
          <ac:grpSpMkLst>
            <pc:docMk/>
            <pc:sldMk cId="2830413635" sldId="280"/>
            <ac:grpSpMk id="28" creationId="{1E70AF0F-C16F-486C-88B3-E0620E4BDDAC}"/>
          </ac:grpSpMkLst>
        </pc:grpChg>
        <pc:grpChg chg="add del">
          <ac:chgData name="Deep Singh" userId="218171febb998cc3" providerId="LiveId" clId="{A631849A-FE2E-4D2F-A2E6-41A2D3869678}" dt="2020-04-02T04:49:43.051" v="7313" actId="21"/>
          <ac:grpSpMkLst>
            <pc:docMk/>
            <pc:sldMk cId="2830413635" sldId="280"/>
            <ac:grpSpMk id="56" creationId="{D2FD036F-50EA-433E-881F-5C7281330C97}"/>
          </ac:grpSpMkLst>
        </pc:grpChg>
        <pc:picChg chg="add">
          <ac:chgData name="Deep Singh" userId="218171febb998cc3" providerId="LiveId" clId="{A631849A-FE2E-4D2F-A2E6-41A2D3869678}" dt="2020-04-01T21:49:05.513" v="5942"/>
          <ac:picMkLst>
            <pc:docMk/>
            <pc:sldMk cId="2830413635" sldId="280"/>
            <ac:picMk id="59" creationId="{8F53373D-AE28-4E4D-93D6-EE3227A83DC4}"/>
          </ac:picMkLst>
        </pc:picChg>
        <pc:cxnChg chg="mod">
          <ac:chgData name="Deep Singh" userId="218171febb998cc3" providerId="LiveId" clId="{A631849A-FE2E-4D2F-A2E6-41A2D3869678}" dt="2020-04-01T21:36:05.757" v="5101" actId="478"/>
          <ac:cxnSpMkLst>
            <pc:docMk/>
            <pc:sldMk cId="2830413635" sldId="280"/>
            <ac:cxnSpMk id="40" creationId="{F67E62CA-321A-4D78-8ED5-40790E8DE039}"/>
          </ac:cxnSpMkLst>
        </pc:cxnChg>
        <pc:cxnChg chg="mod">
          <ac:chgData name="Deep Singh" userId="218171febb998cc3" providerId="LiveId" clId="{A631849A-FE2E-4D2F-A2E6-41A2D3869678}" dt="2020-04-01T21:36:05.757" v="5101" actId="478"/>
          <ac:cxnSpMkLst>
            <pc:docMk/>
            <pc:sldMk cId="2830413635" sldId="280"/>
            <ac:cxnSpMk id="41" creationId="{9114FEAF-4EEE-4CE0-9453-BAAB16D53F07}"/>
          </ac:cxnSpMkLst>
        </pc:cxnChg>
        <pc:cxnChg chg="mod">
          <ac:chgData name="Deep Singh" userId="218171febb998cc3" providerId="LiveId" clId="{A631849A-FE2E-4D2F-A2E6-41A2D3869678}" dt="2020-04-01T21:36:05.757" v="5101" actId="478"/>
          <ac:cxnSpMkLst>
            <pc:docMk/>
            <pc:sldMk cId="2830413635" sldId="280"/>
            <ac:cxnSpMk id="42" creationId="{01D786DE-F688-406B-B6C7-1AE61A8B4AC2}"/>
          </ac:cxnSpMkLst>
        </pc:cxnChg>
        <pc:cxnChg chg="mod">
          <ac:chgData name="Deep Singh" userId="218171febb998cc3" providerId="LiveId" clId="{A631849A-FE2E-4D2F-A2E6-41A2D3869678}" dt="2020-04-01T21:36:05.757" v="5101" actId="478"/>
          <ac:cxnSpMkLst>
            <pc:docMk/>
            <pc:sldMk cId="2830413635" sldId="280"/>
            <ac:cxnSpMk id="43" creationId="{3FD758D9-E91E-4B9A-9A3C-36AC19B4109B}"/>
          </ac:cxnSpMkLst>
        </pc:cxnChg>
        <pc:cxnChg chg="mod">
          <ac:chgData name="Deep Singh" userId="218171febb998cc3" providerId="LiveId" clId="{A631849A-FE2E-4D2F-A2E6-41A2D3869678}" dt="2020-04-01T21:36:05.757" v="5101" actId="478"/>
          <ac:cxnSpMkLst>
            <pc:docMk/>
            <pc:sldMk cId="2830413635" sldId="280"/>
            <ac:cxnSpMk id="44" creationId="{4097177B-8903-43C2-9F0B-946FBAF446FF}"/>
          </ac:cxnSpMkLst>
        </pc:cxnChg>
        <pc:cxnChg chg="mod">
          <ac:chgData name="Deep Singh" userId="218171febb998cc3" providerId="LiveId" clId="{A631849A-FE2E-4D2F-A2E6-41A2D3869678}" dt="2020-04-01T21:36:05.757" v="5101" actId="478"/>
          <ac:cxnSpMkLst>
            <pc:docMk/>
            <pc:sldMk cId="2830413635" sldId="280"/>
            <ac:cxnSpMk id="45" creationId="{9FF5FDAD-4217-4BFC-9AC9-0E7A9C54484B}"/>
          </ac:cxnSpMkLst>
        </pc:cxnChg>
        <pc:cxnChg chg="mod">
          <ac:chgData name="Deep Singh" userId="218171febb998cc3" providerId="LiveId" clId="{A631849A-FE2E-4D2F-A2E6-41A2D3869678}" dt="2020-04-01T21:36:05.757" v="5101" actId="478"/>
          <ac:cxnSpMkLst>
            <pc:docMk/>
            <pc:sldMk cId="2830413635" sldId="280"/>
            <ac:cxnSpMk id="47" creationId="{210C657C-ADB6-403E-B6CC-DE3AFDE7E100}"/>
          </ac:cxnSpMkLst>
        </pc:cxnChg>
        <pc:cxnChg chg="mod">
          <ac:chgData name="Deep Singh" userId="218171febb998cc3" providerId="LiveId" clId="{A631849A-FE2E-4D2F-A2E6-41A2D3869678}" dt="2020-04-01T21:36:05.757" v="5101" actId="478"/>
          <ac:cxnSpMkLst>
            <pc:docMk/>
            <pc:sldMk cId="2830413635" sldId="280"/>
            <ac:cxnSpMk id="48" creationId="{C97F6C90-FE9C-4411-B26E-EEBD4FEA1FE1}"/>
          </ac:cxnSpMkLst>
        </pc:cxnChg>
        <pc:cxnChg chg="mod">
          <ac:chgData name="Deep Singh" userId="218171febb998cc3" providerId="LiveId" clId="{A631849A-FE2E-4D2F-A2E6-41A2D3869678}" dt="2020-04-01T21:36:05.757" v="5101" actId="478"/>
          <ac:cxnSpMkLst>
            <pc:docMk/>
            <pc:sldMk cId="2830413635" sldId="280"/>
            <ac:cxnSpMk id="49" creationId="{D04B959D-83BC-4EB3-A85E-B7402FE08527}"/>
          </ac:cxnSpMkLst>
        </pc:cxnChg>
        <pc:cxnChg chg="mod">
          <ac:chgData name="Deep Singh" userId="218171febb998cc3" providerId="LiveId" clId="{A631849A-FE2E-4D2F-A2E6-41A2D3869678}" dt="2020-04-01T21:36:05.757" v="5101" actId="478"/>
          <ac:cxnSpMkLst>
            <pc:docMk/>
            <pc:sldMk cId="2830413635" sldId="280"/>
            <ac:cxnSpMk id="50" creationId="{3ACA9DCB-9188-4C76-AD2B-D19547628DF2}"/>
          </ac:cxnSpMkLst>
        </pc:cxnChg>
        <pc:cxnChg chg="mod">
          <ac:chgData name="Deep Singh" userId="218171febb998cc3" providerId="LiveId" clId="{A631849A-FE2E-4D2F-A2E6-41A2D3869678}" dt="2020-04-01T21:36:05.757" v="5101" actId="478"/>
          <ac:cxnSpMkLst>
            <pc:docMk/>
            <pc:sldMk cId="2830413635" sldId="280"/>
            <ac:cxnSpMk id="53" creationId="{71940A5F-AE46-4797-AAAB-C8D7F2C05B44}"/>
          </ac:cxnSpMkLst>
        </pc:cxnChg>
        <pc:cxnChg chg="mod">
          <ac:chgData name="Deep Singh" userId="218171febb998cc3" providerId="LiveId" clId="{A631849A-FE2E-4D2F-A2E6-41A2D3869678}" dt="2020-04-01T21:36:05.757" v="5101" actId="478"/>
          <ac:cxnSpMkLst>
            <pc:docMk/>
            <pc:sldMk cId="2830413635" sldId="280"/>
            <ac:cxnSpMk id="54" creationId="{9E7191F2-A5A6-4BEB-A965-9A38CC081207}"/>
          </ac:cxnSpMkLst>
        </pc:cxnChg>
        <pc:cxnChg chg="mod">
          <ac:chgData name="Deep Singh" userId="218171febb998cc3" providerId="LiveId" clId="{A631849A-FE2E-4D2F-A2E6-41A2D3869678}" dt="2020-04-01T21:36:05.757" v="5101" actId="478"/>
          <ac:cxnSpMkLst>
            <pc:docMk/>
            <pc:sldMk cId="2830413635" sldId="280"/>
            <ac:cxnSpMk id="55" creationId="{525753E3-DA87-4E74-B33B-3FA8F5047562}"/>
          </ac:cxnSpMkLst>
        </pc:cxnChg>
      </pc:sldChg>
      <pc:sldChg chg="addSp delSp add del">
        <pc:chgData name="Deep Singh" userId="218171febb998cc3" providerId="LiveId" clId="{A631849A-FE2E-4D2F-A2E6-41A2D3869678}" dt="2020-04-02T05:13:44.920" v="7650" actId="47"/>
        <pc:sldMkLst>
          <pc:docMk/>
          <pc:sldMk cId="2304348724" sldId="281"/>
        </pc:sldMkLst>
        <pc:grpChg chg="add">
          <ac:chgData name="Deep Singh" userId="218171febb998cc3" providerId="LiveId" clId="{A631849A-FE2E-4D2F-A2E6-41A2D3869678}" dt="2020-04-01T21:36:31.237" v="5107"/>
          <ac:grpSpMkLst>
            <pc:docMk/>
            <pc:sldMk cId="2304348724" sldId="281"/>
            <ac:grpSpMk id="9" creationId="{435CE9C9-59DD-4226-8D08-A310E8B453C0}"/>
          </ac:grpSpMkLst>
        </pc:grpChg>
        <pc:grpChg chg="del">
          <ac:chgData name="Deep Singh" userId="218171febb998cc3" providerId="LiveId" clId="{A631849A-FE2E-4D2F-A2E6-41A2D3869678}" dt="2020-04-01T21:36:33.575" v="5108" actId="478"/>
          <ac:grpSpMkLst>
            <pc:docMk/>
            <pc:sldMk cId="2304348724" sldId="281"/>
            <ac:grpSpMk id="56" creationId="{D2FD036F-50EA-433E-881F-5C7281330C97}"/>
          </ac:grpSpMkLst>
        </pc:grpChg>
        <pc:picChg chg="add">
          <ac:chgData name="Deep Singh" userId="218171febb998cc3" providerId="LiveId" clId="{A631849A-FE2E-4D2F-A2E6-41A2D3869678}" dt="2020-04-01T21:49:20.189" v="5949"/>
          <ac:picMkLst>
            <pc:docMk/>
            <pc:sldMk cId="2304348724" sldId="281"/>
            <ac:picMk id="36" creationId="{98C7BA30-037D-485D-A429-88F2E65778C8}"/>
          </ac:picMkLst>
        </pc:picChg>
      </pc:sldChg>
      <pc:sldChg chg="addSp delSp add del">
        <pc:chgData name="Deep Singh" userId="218171febb998cc3" providerId="LiveId" clId="{A631849A-FE2E-4D2F-A2E6-41A2D3869678}" dt="2020-04-02T05:44:48.979" v="7874" actId="47"/>
        <pc:sldMkLst>
          <pc:docMk/>
          <pc:sldMk cId="3803553894" sldId="282"/>
        </pc:sldMkLst>
        <pc:grpChg chg="add">
          <ac:chgData name="Deep Singh" userId="218171febb998cc3" providerId="LiveId" clId="{A631849A-FE2E-4D2F-A2E6-41A2D3869678}" dt="2020-04-01T21:36:43.183" v="5111"/>
          <ac:grpSpMkLst>
            <pc:docMk/>
            <pc:sldMk cId="3803553894" sldId="282"/>
            <ac:grpSpMk id="9" creationId="{DE6953A5-77C2-4BC8-A8FD-BD5C2BC6C0EB}"/>
          </ac:grpSpMkLst>
        </pc:grpChg>
        <pc:grpChg chg="del">
          <ac:chgData name="Deep Singh" userId="218171febb998cc3" providerId="LiveId" clId="{A631849A-FE2E-4D2F-A2E6-41A2D3869678}" dt="2020-04-01T21:36:42.802" v="5110" actId="478"/>
          <ac:grpSpMkLst>
            <pc:docMk/>
            <pc:sldMk cId="3803553894" sldId="282"/>
            <ac:grpSpMk id="56" creationId="{D2FD036F-50EA-433E-881F-5C7281330C97}"/>
          </ac:grpSpMkLst>
        </pc:grpChg>
        <pc:picChg chg="add">
          <ac:chgData name="Deep Singh" userId="218171febb998cc3" providerId="LiveId" clId="{A631849A-FE2E-4D2F-A2E6-41A2D3869678}" dt="2020-04-01T21:49:19.274" v="5948"/>
          <ac:picMkLst>
            <pc:docMk/>
            <pc:sldMk cId="3803553894" sldId="282"/>
            <ac:picMk id="23" creationId="{76638C5A-C7C5-44A6-A2CE-428D87497E40}"/>
          </ac:picMkLst>
        </pc:picChg>
      </pc:sldChg>
      <pc:sldChg chg="addSp delSp modSp add del">
        <pc:chgData name="Deep Singh" userId="218171febb998cc3" providerId="LiveId" clId="{A631849A-FE2E-4D2F-A2E6-41A2D3869678}" dt="2020-04-02T05:52:06.327" v="8231" actId="47"/>
        <pc:sldMkLst>
          <pc:docMk/>
          <pc:sldMk cId="4255572257" sldId="283"/>
        </pc:sldMkLst>
        <pc:grpChg chg="del">
          <ac:chgData name="Deep Singh" userId="218171febb998cc3" providerId="LiveId" clId="{A631849A-FE2E-4D2F-A2E6-41A2D3869678}" dt="2020-04-01T21:37:55.246" v="5133" actId="478"/>
          <ac:grpSpMkLst>
            <pc:docMk/>
            <pc:sldMk cId="4255572257" sldId="283"/>
            <ac:grpSpMk id="9" creationId="{DE6953A5-77C2-4BC8-A8FD-BD5C2BC6C0EB}"/>
          </ac:grpSpMkLst>
        </pc:grpChg>
        <pc:grpChg chg="add mod">
          <ac:chgData name="Deep Singh" userId="218171febb998cc3" providerId="LiveId" clId="{A631849A-FE2E-4D2F-A2E6-41A2D3869678}" dt="2020-04-01T21:38:01.228" v="5155" actId="1035"/>
          <ac:grpSpMkLst>
            <pc:docMk/>
            <pc:sldMk cId="4255572257" sldId="283"/>
            <ac:grpSpMk id="23" creationId="{6076E4CC-A0EB-4043-A5D0-DE0139515AC5}"/>
          </ac:grpSpMkLst>
        </pc:grpChg>
        <pc:picChg chg="add">
          <ac:chgData name="Deep Singh" userId="218171febb998cc3" providerId="LiveId" clId="{A631849A-FE2E-4D2F-A2E6-41A2D3869678}" dt="2020-04-01T21:49:15.969" v="5946"/>
          <ac:picMkLst>
            <pc:docMk/>
            <pc:sldMk cId="4255572257" sldId="283"/>
            <ac:picMk id="37" creationId="{38301F5D-92A2-4992-8914-C89212224415}"/>
          </ac:picMkLst>
        </pc:picChg>
        <pc:cxnChg chg="mod">
          <ac:chgData name="Deep Singh" userId="218171febb998cc3" providerId="LiveId" clId="{A631849A-FE2E-4D2F-A2E6-41A2D3869678}" dt="2020-04-01T21:37:55.246" v="5133" actId="478"/>
          <ac:cxnSpMkLst>
            <pc:docMk/>
            <pc:sldMk cId="4255572257" sldId="283"/>
            <ac:cxnSpMk id="12" creationId="{8A51251D-EDED-405C-B27B-4D3597134FCC}"/>
          </ac:cxnSpMkLst>
        </pc:cxnChg>
        <pc:cxnChg chg="mod">
          <ac:chgData name="Deep Singh" userId="218171febb998cc3" providerId="LiveId" clId="{A631849A-FE2E-4D2F-A2E6-41A2D3869678}" dt="2020-04-01T21:37:55.246" v="5133" actId="478"/>
          <ac:cxnSpMkLst>
            <pc:docMk/>
            <pc:sldMk cId="4255572257" sldId="283"/>
            <ac:cxnSpMk id="15" creationId="{78034E9E-CAD0-419D-95D2-6FCDE0D91E90}"/>
          </ac:cxnSpMkLst>
        </pc:cxnChg>
        <pc:cxnChg chg="mod">
          <ac:chgData name="Deep Singh" userId="218171febb998cc3" providerId="LiveId" clId="{A631849A-FE2E-4D2F-A2E6-41A2D3869678}" dt="2020-04-01T21:37:55.246" v="5133" actId="478"/>
          <ac:cxnSpMkLst>
            <pc:docMk/>
            <pc:sldMk cId="4255572257" sldId="283"/>
            <ac:cxnSpMk id="17" creationId="{2CBBAFF0-0909-463A-95DF-2C9EFFA31CC0}"/>
          </ac:cxnSpMkLst>
        </pc:cxnChg>
      </pc:sldChg>
      <pc:sldChg chg="addSp delSp modSp add del">
        <pc:chgData name="Deep Singh" userId="218171febb998cc3" providerId="LiveId" clId="{A631849A-FE2E-4D2F-A2E6-41A2D3869678}" dt="2020-04-02T05:51:29.958" v="8203" actId="47"/>
        <pc:sldMkLst>
          <pc:docMk/>
          <pc:sldMk cId="871251521" sldId="284"/>
        </pc:sldMkLst>
        <pc:grpChg chg="del">
          <ac:chgData name="Deep Singh" userId="218171febb998cc3" providerId="LiveId" clId="{A631849A-FE2E-4D2F-A2E6-41A2D3869678}" dt="2020-04-01T21:37:32.158" v="5115" actId="478"/>
          <ac:grpSpMkLst>
            <pc:docMk/>
            <pc:sldMk cId="871251521" sldId="284"/>
            <ac:grpSpMk id="9" creationId="{DE6953A5-77C2-4BC8-A8FD-BD5C2BC6C0EB}"/>
          </ac:grpSpMkLst>
        </pc:grpChg>
        <pc:grpChg chg="add mod">
          <ac:chgData name="Deep Singh" userId="218171febb998cc3" providerId="LiveId" clId="{A631849A-FE2E-4D2F-A2E6-41A2D3869678}" dt="2020-04-01T21:37:36.784" v="5130" actId="1036"/>
          <ac:grpSpMkLst>
            <pc:docMk/>
            <pc:sldMk cId="871251521" sldId="284"/>
            <ac:grpSpMk id="23" creationId="{315E7B0F-D150-4B82-9645-F118820A4FF8}"/>
          </ac:grpSpMkLst>
        </pc:grpChg>
        <pc:picChg chg="add">
          <ac:chgData name="Deep Singh" userId="218171febb998cc3" providerId="LiveId" clId="{A631849A-FE2E-4D2F-A2E6-41A2D3869678}" dt="2020-04-01T21:49:17.825" v="5947"/>
          <ac:picMkLst>
            <pc:docMk/>
            <pc:sldMk cId="871251521" sldId="284"/>
            <ac:picMk id="37" creationId="{565E9638-27B0-41F1-97C7-0D3EBABA009D}"/>
          </ac:picMkLst>
        </pc:picChg>
        <pc:cxnChg chg="mod">
          <ac:chgData name="Deep Singh" userId="218171febb998cc3" providerId="LiveId" clId="{A631849A-FE2E-4D2F-A2E6-41A2D3869678}" dt="2020-04-01T21:37:32.158" v="5115" actId="478"/>
          <ac:cxnSpMkLst>
            <pc:docMk/>
            <pc:sldMk cId="871251521" sldId="284"/>
            <ac:cxnSpMk id="12" creationId="{8A51251D-EDED-405C-B27B-4D3597134FCC}"/>
          </ac:cxnSpMkLst>
        </pc:cxnChg>
        <pc:cxnChg chg="mod">
          <ac:chgData name="Deep Singh" userId="218171febb998cc3" providerId="LiveId" clId="{A631849A-FE2E-4D2F-A2E6-41A2D3869678}" dt="2020-04-01T21:37:32.158" v="5115" actId="478"/>
          <ac:cxnSpMkLst>
            <pc:docMk/>
            <pc:sldMk cId="871251521" sldId="284"/>
            <ac:cxnSpMk id="15" creationId="{78034E9E-CAD0-419D-95D2-6FCDE0D91E90}"/>
          </ac:cxnSpMkLst>
        </pc:cxnChg>
        <pc:cxnChg chg="mod">
          <ac:chgData name="Deep Singh" userId="218171febb998cc3" providerId="LiveId" clId="{A631849A-FE2E-4D2F-A2E6-41A2D3869678}" dt="2020-04-01T21:37:32.158" v="5115" actId="478"/>
          <ac:cxnSpMkLst>
            <pc:docMk/>
            <pc:sldMk cId="871251521" sldId="284"/>
            <ac:cxnSpMk id="17" creationId="{2CBBAFF0-0909-463A-95DF-2C9EFFA31CC0}"/>
          </ac:cxnSpMkLst>
        </pc:cxnChg>
      </pc:sldChg>
      <pc:sldChg chg="addSp delSp modSp add">
        <pc:chgData name="Deep Singh" userId="218171febb998cc3" providerId="LiveId" clId="{A631849A-FE2E-4D2F-A2E6-41A2D3869678}" dt="2020-04-02T15:43:30.678" v="9566" actId="27636"/>
        <pc:sldMkLst>
          <pc:docMk/>
          <pc:sldMk cId="2712270058" sldId="285"/>
        </pc:sldMkLst>
        <pc:spChg chg="mod">
          <ac:chgData name="Deep Singh" userId="218171febb998cc3" providerId="LiveId" clId="{A631849A-FE2E-4D2F-A2E6-41A2D3869678}" dt="2020-04-02T15:43:30.678" v="9566" actId="27636"/>
          <ac:spMkLst>
            <pc:docMk/>
            <pc:sldMk cId="2712270058" sldId="285"/>
            <ac:spMk id="2" creationId="{1F0DE467-6745-433F-BFAF-64A785506820}"/>
          </ac:spMkLst>
        </pc:spChg>
        <pc:spChg chg="add mod">
          <ac:chgData name="Deep Singh" userId="218171febb998cc3" providerId="LiveId" clId="{A631849A-FE2E-4D2F-A2E6-41A2D3869678}" dt="2020-04-01T21:38:51.158" v="5246" actId="1038"/>
          <ac:spMkLst>
            <pc:docMk/>
            <pc:sldMk cId="2712270058" sldId="285"/>
            <ac:spMk id="20" creationId="{80D993F9-6136-467F-9736-C46E90A2E191}"/>
          </ac:spMkLst>
        </pc:spChg>
        <pc:spChg chg="add">
          <ac:chgData name="Deep Singh" userId="218171febb998cc3" providerId="LiveId" clId="{A631849A-FE2E-4D2F-A2E6-41A2D3869678}" dt="2020-04-01T21:38:22.052" v="5159"/>
          <ac:spMkLst>
            <pc:docMk/>
            <pc:sldMk cId="2712270058" sldId="285"/>
            <ac:spMk id="21" creationId="{C3CD0FBF-F292-4EEF-86F5-76486342E380}"/>
          </ac:spMkLst>
        </pc:spChg>
        <pc:spChg chg="add">
          <ac:chgData name="Deep Singh" userId="218171febb998cc3" providerId="LiveId" clId="{A631849A-FE2E-4D2F-A2E6-41A2D3869678}" dt="2020-04-01T21:38:22.052" v="5159"/>
          <ac:spMkLst>
            <pc:docMk/>
            <pc:sldMk cId="2712270058" sldId="285"/>
            <ac:spMk id="22" creationId="{E9DAEF54-2714-4509-A0AA-828250ADF659}"/>
          </ac:spMkLst>
        </pc:spChg>
        <pc:spChg chg="add">
          <ac:chgData name="Deep Singh" userId="218171febb998cc3" providerId="LiveId" clId="{A631849A-FE2E-4D2F-A2E6-41A2D3869678}" dt="2020-04-01T21:38:22.052" v="5159"/>
          <ac:spMkLst>
            <pc:docMk/>
            <pc:sldMk cId="2712270058" sldId="285"/>
            <ac:spMk id="37" creationId="{358AEACC-457B-4D31-90FE-068A1D6B5B3F}"/>
          </ac:spMkLst>
        </pc:spChg>
        <pc:spChg chg="add">
          <ac:chgData name="Deep Singh" userId="218171febb998cc3" providerId="LiveId" clId="{A631849A-FE2E-4D2F-A2E6-41A2D3869678}" dt="2020-04-01T21:38:22.052" v="5159"/>
          <ac:spMkLst>
            <pc:docMk/>
            <pc:sldMk cId="2712270058" sldId="285"/>
            <ac:spMk id="38" creationId="{8A56B29E-E6AB-4277-8D33-5B6D8D32C263}"/>
          </ac:spMkLst>
        </pc:spChg>
        <pc:spChg chg="add">
          <ac:chgData name="Deep Singh" userId="218171febb998cc3" providerId="LiveId" clId="{A631849A-FE2E-4D2F-A2E6-41A2D3869678}" dt="2020-04-01T21:38:22.052" v="5159"/>
          <ac:spMkLst>
            <pc:docMk/>
            <pc:sldMk cId="2712270058" sldId="285"/>
            <ac:spMk id="39" creationId="{FC600905-D24E-4782-AD4F-938A835C882D}"/>
          </ac:spMkLst>
        </pc:spChg>
        <pc:spChg chg="add">
          <ac:chgData name="Deep Singh" userId="218171febb998cc3" providerId="LiveId" clId="{A631849A-FE2E-4D2F-A2E6-41A2D3869678}" dt="2020-04-01T21:38:22.052" v="5159"/>
          <ac:spMkLst>
            <pc:docMk/>
            <pc:sldMk cId="2712270058" sldId="285"/>
            <ac:spMk id="40" creationId="{40779E1D-6B63-4DB9-96FA-FE73314FEC42}"/>
          </ac:spMkLst>
        </pc:spChg>
        <pc:spChg chg="add">
          <ac:chgData name="Deep Singh" userId="218171febb998cc3" providerId="LiveId" clId="{A631849A-FE2E-4D2F-A2E6-41A2D3869678}" dt="2020-04-01T21:38:22.052" v="5159"/>
          <ac:spMkLst>
            <pc:docMk/>
            <pc:sldMk cId="2712270058" sldId="285"/>
            <ac:spMk id="41" creationId="{11B18783-14B5-4DA5-ADE4-39B1ABCD9DDC}"/>
          </ac:spMkLst>
        </pc:spChg>
        <pc:spChg chg="add">
          <ac:chgData name="Deep Singh" userId="218171febb998cc3" providerId="LiveId" clId="{A631849A-FE2E-4D2F-A2E6-41A2D3869678}" dt="2020-04-01T21:38:22.052" v="5159"/>
          <ac:spMkLst>
            <pc:docMk/>
            <pc:sldMk cId="2712270058" sldId="285"/>
            <ac:spMk id="42" creationId="{E11EC0FA-EFA9-4A6E-BD97-0C93FF484FE4}"/>
          </ac:spMkLst>
        </pc:spChg>
        <pc:spChg chg="add">
          <ac:chgData name="Deep Singh" userId="218171febb998cc3" providerId="LiveId" clId="{A631849A-FE2E-4D2F-A2E6-41A2D3869678}" dt="2020-04-01T21:38:22.052" v="5159"/>
          <ac:spMkLst>
            <pc:docMk/>
            <pc:sldMk cId="2712270058" sldId="285"/>
            <ac:spMk id="43" creationId="{04B3DD6E-AD75-4E01-9401-9780AAA4BDAD}"/>
          </ac:spMkLst>
        </pc:spChg>
        <pc:spChg chg="add mod">
          <ac:chgData name="Deep Singh" userId="218171febb998cc3" providerId="LiveId" clId="{A631849A-FE2E-4D2F-A2E6-41A2D3869678}" dt="2020-04-02T04:28:54.527" v="7073" actId="1076"/>
          <ac:spMkLst>
            <pc:docMk/>
            <pc:sldMk cId="2712270058" sldId="285"/>
            <ac:spMk id="44" creationId="{865EDF38-1842-45DD-931E-F37C9832FEC9}"/>
          </ac:spMkLst>
        </pc:spChg>
        <pc:spChg chg="add">
          <ac:chgData name="Deep Singh" userId="218171febb998cc3" providerId="LiveId" clId="{A631849A-FE2E-4D2F-A2E6-41A2D3869678}" dt="2020-04-01T21:38:22.052" v="5159"/>
          <ac:spMkLst>
            <pc:docMk/>
            <pc:sldMk cId="2712270058" sldId="285"/>
            <ac:spMk id="45" creationId="{2DDD7A5B-22AF-45E2-94D6-140155308E0E}"/>
          </ac:spMkLst>
        </pc:spChg>
        <pc:grpChg chg="del">
          <ac:chgData name="Deep Singh" userId="218171febb998cc3" providerId="LiveId" clId="{A631849A-FE2E-4D2F-A2E6-41A2D3869678}" dt="2020-04-01T21:38:21.584" v="5158" actId="478"/>
          <ac:grpSpMkLst>
            <pc:docMk/>
            <pc:sldMk cId="2712270058" sldId="285"/>
            <ac:grpSpMk id="23" creationId="{6076E4CC-A0EB-4043-A5D0-DE0139515AC5}"/>
          </ac:grpSpMkLst>
        </pc:grpChg>
        <pc:grpChg chg="add">
          <ac:chgData name="Deep Singh" userId="218171febb998cc3" providerId="LiveId" clId="{A631849A-FE2E-4D2F-A2E6-41A2D3869678}" dt="2020-04-01T21:38:22.052" v="5159"/>
          <ac:grpSpMkLst>
            <pc:docMk/>
            <pc:sldMk cId="2712270058" sldId="285"/>
            <ac:grpSpMk id="46" creationId="{E1F18B7B-027D-4470-9626-1DCBA32262B2}"/>
          </ac:grpSpMkLst>
        </pc:grpChg>
        <pc:grpChg chg="add">
          <ac:chgData name="Deep Singh" userId="218171febb998cc3" providerId="LiveId" clId="{A631849A-FE2E-4D2F-A2E6-41A2D3869678}" dt="2020-04-01T21:38:22.052" v="5159"/>
          <ac:grpSpMkLst>
            <pc:docMk/>
            <pc:sldMk cId="2712270058" sldId="285"/>
            <ac:grpSpMk id="49" creationId="{A6DA75F5-4717-4EEC-9C77-5B418B281EDA}"/>
          </ac:grpSpMkLst>
        </pc:grpChg>
        <pc:grpChg chg="add">
          <ac:chgData name="Deep Singh" userId="218171febb998cc3" providerId="LiveId" clId="{A631849A-FE2E-4D2F-A2E6-41A2D3869678}" dt="2020-04-01T21:38:22.052" v="5159"/>
          <ac:grpSpMkLst>
            <pc:docMk/>
            <pc:sldMk cId="2712270058" sldId="285"/>
            <ac:grpSpMk id="52" creationId="{2AC22BD6-20AC-47D5-9E7D-DAF995097A5C}"/>
          </ac:grpSpMkLst>
        </pc:grpChg>
        <pc:grpChg chg="add">
          <ac:chgData name="Deep Singh" userId="218171febb998cc3" providerId="LiveId" clId="{A631849A-FE2E-4D2F-A2E6-41A2D3869678}" dt="2020-04-01T21:38:22.052" v="5159"/>
          <ac:grpSpMkLst>
            <pc:docMk/>
            <pc:sldMk cId="2712270058" sldId="285"/>
            <ac:grpSpMk id="55" creationId="{C973E429-A742-405C-A954-D74E998D9920}"/>
          </ac:grpSpMkLst>
        </pc:grpChg>
        <pc:picChg chg="add">
          <ac:chgData name="Deep Singh" userId="218171febb998cc3" providerId="LiveId" clId="{A631849A-FE2E-4D2F-A2E6-41A2D3869678}" dt="2020-04-01T21:38:22.052" v="5159"/>
          <ac:picMkLst>
            <pc:docMk/>
            <pc:sldMk cId="2712270058" sldId="285"/>
            <ac:picMk id="58" creationId="{DE7793AB-20C9-490D-8DB4-0F1840E470AB}"/>
          </ac:picMkLst>
        </pc:picChg>
        <pc:picChg chg="add">
          <ac:chgData name="Deep Singh" userId="218171febb998cc3" providerId="LiveId" clId="{A631849A-FE2E-4D2F-A2E6-41A2D3869678}" dt="2020-04-01T21:38:22.052" v="5159"/>
          <ac:picMkLst>
            <pc:docMk/>
            <pc:sldMk cId="2712270058" sldId="285"/>
            <ac:picMk id="59" creationId="{783B87F1-8D02-4A15-843A-E52E38EC883C}"/>
          </ac:picMkLst>
        </pc:picChg>
        <pc:picChg chg="add">
          <ac:chgData name="Deep Singh" userId="218171febb998cc3" providerId="LiveId" clId="{A631849A-FE2E-4D2F-A2E6-41A2D3869678}" dt="2020-04-01T21:38:22.052" v="5159"/>
          <ac:picMkLst>
            <pc:docMk/>
            <pc:sldMk cId="2712270058" sldId="285"/>
            <ac:picMk id="60" creationId="{28F93E0E-5167-450A-92D8-036786257553}"/>
          </ac:picMkLst>
        </pc:picChg>
        <pc:picChg chg="add">
          <ac:chgData name="Deep Singh" userId="218171febb998cc3" providerId="LiveId" clId="{A631849A-FE2E-4D2F-A2E6-41A2D3869678}" dt="2020-04-01T21:38:22.052" v="5159"/>
          <ac:picMkLst>
            <pc:docMk/>
            <pc:sldMk cId="2712270058" sldId="285"/>
            <ac:picMk id="61" creationId="{50C2A500-EC48-42AB-A5BD-65C777C51FAE}"/>
          </ac:picMkLst>
        </pc:picChg>
        <pc:picChg chg="add">
          <ac:chgData name="Deep Singh" userId="218171febb998cc3" providerId="LiveId" clId="{A631849A-FE2E-4D2F-A2E6-41A2D3869678}" dt="2020-04-01T21:49:13.912" v="5945"/>
          <ac:picMkLst>
            <pc:docMk/>
            <pc:sldMk cId="2712270058" sldId="285"/>
            <ac:picMk id="62" creationId="{AA38D54B-A637-45E8-A832-4DA69F1E2DF1}"/>
          </ac:picMkLst>
        </pc:picChg>
        <pc:cxnChg chg="mod">
          <ac:chgData name="Deep Singh" userId="218171febb998cc3" providerId="LiveId" clId="{A631849A-FE2E-4D2F-A2E6-41A2D3869678}" dt="2020-04-01T21:38:21.584" v="5158" actId="478"/>
          <ac:cxnSpMkLst>
            <pc:docMk/>
            <pc:sldMk cId="2712270058" sldId="285"/>
            <ac:cxnSpMk id="26" creationId="{4B6D93CF-6A18-4AA2-8CD7-7E0C63239F86}"/>
          </ac:cxnSpMkLst>
        </pc:cxnChg>
        <pc:cxnChg chg="mod">
          <ac:chgData name="Deep Singh" userId="218171febb998cc3" providerId="LiveId" clId="{A631849A-FE2E-4D2F-A2E6-41A2D3869678}" dt="2020-04-01T21:38:21.584" v="5158" actId="478"/>
          <ac:cxnSpMkLst>
            <pc:docMk/>
            <pc:sldMk cId="2712270058" sldId="285"/>
            <ac:cxnSpMk id="27" creationId="{CB17A4EE-CB09-433A-91DB-55FBC41045DB}"/>
          </ac:cxnSpMkLst>
        </pc:cxnChg>
        <pc:cxnChg chg="mod">
          <ac:chgData name="Deep Singh" userId="218171febb998cc3" providerId="LiveId" clId="{A631849A-FE2E-4D2F-A2E6-41A2D3869678}" dt="2020-04-01T21:38:21.584" v="5158" actId="478"/>
          <ac:cxnSpMkLst>
            <pc:docMk/>
            <pc:sldMk cId="2712270058" sldId="285"/>
            <ac:cxnSpMk id="29" creationId="{92097BD8-E85C-442B-90CA-5ED867E8D832}"/>
          </ac:cxnSpMkLst>
        </pc:cxnChg>
      </pc:sldChg>
      <pc:sldChg chg="addSp delSp modSp add del ord delDesignElem">
        <pc:chgData name="Deep Singh" userId="218171febb998cc3" providerId="LiveId" clId="{A631849A-FE2E-4D2F-A2E6-41A2D3869678}" dt="2020-04-02T17:32:59.974" v="12839" actId="47"/>
        <pc:sldMkLst>
          <pc:docMk/>
          <pc:sldMk cId="1011680403" sldId="286"/>
        </pc:sldMkLst>
        <pc:spChg chg="add del mod">
          <ac:chgData name="Deep Singh" userId="218171febb998cc3" providerId="LiveId" clId="{A631849A-FE2E-4D2F-A2E6-41A2D3869678}" dt="2020-04-02T16:47:07.600" v="11697" actId="478"/>
          <ac:spMkLst>
            <pc:docMk/>
            <pc:sldMk cId="1011680403" sldId="286"/>
            <ac:spMk id="2" creationId="{1F0DE467-6745-433F-BFAF-64A785506820}"/>
          </ac:spMkLst>
        </pc:spChg>
        <pc:spChg chg="add del">
          <ac:chgData name="Deep Singh" userId="218171febb998cc3" providerId="LiveId" clId="{A631849A-FE2E-4D2F-A2E6-41A2D3869678}" dt="2020-04-02T16:47:07.600" v="11697" actId="478"/>
          <ac:spMkLst>
            <pc:docMk/>
            <pc:sldMk cId="1011680403" sldId="286"/>
            <ac:spMk id="3" creationId="{ABC01BA5-A045-477E-A6AE-5C728760083B}"/>
          </ac:spMkLst>
        </pc:spChg>
        <pc:spChg chg="del">
          <ac:chgData name="Deep Singh" userId="218171febb998cc3" providerId="LiveId" clId="{A631849A-FE2E-4D2F-A2E6-41A2D3869678}" dt="2020-04-02T07:46:12.479" v="8950"/>
          <ac:spMkLst>
            <pc:docMk/>
            <pc:sldMk cId="1011680403" sldId="286"/>
            <ac:spMk id="4" creationId="{64E44CB5-10CD-4598-B491-7C5C2D4DADC7}"/>
          </ac:spMkLst>
        </pc:spChg>
        <pc:spChg chg="add del">
          <ac:chgData name="Deep Singh" userId="218171febb998cc3" providerId="LiveId" clId="{A631849A-FE2E-4D2F-A2E6-41A2D3869678}" dt="2020-04-02T07:46:18.531" v="8952"/>
          <ac:spMkLst>
            <pc:docMk/>
            <pc:sldMk cId="1011680403" sldId="286"/>
            <ac:spMk id="5" creationId="{18C3BB6B-5325-4B70-B990-6CDB41B59B44}"/>
          </ac:spMkLst>
        </pc:spChg>
        <pc:spChg chg="add del">
          <ac:chgData name="Deep Singh" userId="218171febb998cc3" providerId="LiveId" clId="{A631849A-FE2E-4D2F-A2E6-41A2D3869678}" dt="2020-04-02T15:42:43.829" v="9564" actId="478"/>
          <ac:spMkLst>
            <pc:docMk/>
            <pc:sldMk cId="1011680403" sldId="286"/>
            <ac:spMk id="7" creationId="{21D362EA-7E69-4F36-906C-DC7C1A279185}"/>
          </ac:spMkLst>
        </pc:spChg>
        <pc:spChg chg="add del">
          <ac:chgData name="Deep Singh" userId="218171febb998cc3" providerId="LiveId" clId="{A631849A-FE2E-4D2F-A2E6-41A2D3869678}" dt="2020-04-02T16:47:07.600" v="11697" actId="478"/>
          <ac:spMkLst>
            <pc:docMk/>
            <pc:sldMk cId="1011680403" sldId="286"/>
            <ac:spMk id="8" creationId="{6349D460-D5CF-43E7-8B6E-57D3D1689C9B}"/>
          </ac:spMkLst>
        </pc:spChg>
        <pc:spChg chg="add del mod">
          <ac:chgData name="Deep Singh" userId="218171febb998cc3" providerId="LiveId" clId="{A631849A-FE2E-4D2F-A2E6-41A2D3869678}" dt="2020-04-02T16:42:07.259" v="11487" actId="478"/>
          <ac:spMkLst>
            <pc:docMk/>
            <pc:sldMk cId="1011680403" sldId="286"/>
            <ac:spMk id="9" creationId="{7E2BBC29-0655-4C65-BECE-3C92CB9B028E}"/>
          </ac:spMkLst>
        </pc:spChg>
        <pc:spChg chg="add mod">
          <ac:chgData name="Deep Singh" userId="218171febb998cc3" providerId="LiveId" clId="{A631849A-FE2E-4D2F-A2E6-41A2D3869678}" dt="2020-04-02T16:28:14.333" v="11209" actId="1076"/>
          <ac:spMkLst>
            <pc:docMk/>
            <pc:sldMk cId="1011680403" sldId="286"/>
            <ac:spMk id="10" creationId="{02A5F7C8-3E03-44D7-96F7-B5FCFC06175A}"/>
          </ac:spMkLst>
        </pc:spChg>
        <pc:spChg chg="add del">
          <ac:chgData name="Deep Singh" userId="218171febb998cc3" providerId="LiveId" clId="{A631849A-FE2E-4D2F-A2E6-41A2D3869678}" dt="2020-04-02T16:21:13.735" v="11041"/>
          <ac:spMkLst>
            <pc:docMk/>
            <pc:sldMk cId="1011680403" sldId="286"/>
            <ac:spMk id="11" creationId="{1855405F-37A2-4869-9154-F8BE3BECE6C3}"/>
          </ac:spMkLst>
        </pc:spChg>
        <pc:spChg chg="add del">
          <ac:chgData name="Deep Singh" userId="218171febb998cc3" providerId="LiveId" clId="{A631849A-FE2E-4D2F-A2E6-41A2D3869678}" dt="2020-04-02T16:21:13.735" v="11041"/>
          <ac:spMkLst>
            <pc:docMk/>
            <pc:sldMk cId="1011680403" sldId="286"/>
            <ac:spMk id="12" creationId="{01D0AF59-99C3-4251-AB9A-C966C6AD4400}"/>
          </ac:spMkLst>
        </pc:spChg>
        <pc:spChg chg="add del">
          <ac:chgData name="Deep Singh" userId="218171febb998cc3" providerId="LiveId" clId="{A631849A-FE2E-4D2F-A2E6-41A2D3869678}" dt="2020-04-02T15:44:13.115" v="9573" actId="478"/>
          <ac:spMkLst>
            <pc:docMk/>
            <pc:sldMk cId="1011680403" sldId="286"/>
            <ac:spMk id="13" creationId="{D2887975-735B-410F-BA2F-183030235D6D}"/>
          </ac:spMkLst>
        </pc:spChg>
        <pc:spChg chg="add mod">
          <ac:chgData name="Deep Singh" userId="218171febb998cc3" providerId="LiveId" clId="{A631849A-FE2E-4D2F-A2E6-41A2D3869678}" dt="2020-04-02T16:57:35.224" v="11983"/>
          <ac:spMkLst>
            <pc:docMk/>
            <pc:sldMk cId="1011680403" sldId="286"/>
            <ac:spMk id="14" creationId="{FB97BC05-B0AD-4CFF-AADA-251CE08DF3D7}"/>
          </ac:spMkLst>
        </pc:spChg>
        <pc:spChg chg="add mod">
          <ac:chgData name="Deep Singh" userId="218171febb998cc3" providerId="LiveId" clId="{A631849A-FE2E-4D2F-A2E6-41A2D3869678}" dt="2020-04-02T16:59:58.545" v="12053" actId="20577"/>
          <ac:spMkLst>
            <pc:docMk/>
            <pc:sldMk cId="1011680403" sldId="286"/>
            <ac:spMk id="15" creationId="{60698C03-C281-46D4-A496-343F4587EF06}"/>
          </ac:spMkLst>
        </pc:spChg>
        <pc:spChg chg="add mod">
          <ac:chgData name="Deep Singh" userId="218171febb998cc3" providerId="LiveId" clId="{A631849A-FE2E-4D2F-A2E6-41A2D3869678}" dt="2020-04-02T16:58:11.576" v="11988" actId="20577"/>
          <ac:spMkLst>
            <pc:docMk/>
            <pc:sldMk cId="1011680403" sldId="286"/>
            <ac:spMk id="16" creationId="{4A521CE9-CB25-44C4-A2C9-9D88F0FDE3D3}"/>
          </ac:spMkLst>
        </pc:spChg>
        <pc:spChg chg="add del mod">
          <ac:chgData name="Deep Singh" userId="218171febb998cc3" providerId="LiveId" clId="{A631849A-FE2E-4D2F-A2E6-41A2D3869678}" dt="2020-04-02T16:57:48.447" v="11986"/>
          <ac:spMkLst>
            <pc:docMk/>
            <pc:sldMk cId="1011680403" sldId="286"/>
            <ac:spMk id="17" creationId="{BDC722AE-F116-4087-B312-37C3B8C9B859}"/>
          </ac:spMkLst>
        </pc:spChg>
        <pc:spChg chg="add mod">
          <ac:chgData name="Deep Singh" userId="218171febb998cc3" providerId="LiveId" clId="{A631849A-FE2E-4D2F-A2E6-41A2D3869678}" dt="2020-04-02T16:58:16.741" v="11990" actId="20577"/>
          <ac:spMkLst>
            <pc:docMk/>
            <pc:sldMk cId="1011680403" sldId="286"/>
            <ac:spMk id="18" creationId="{ACE823AD-EE7D-4FC1-BE3A-D2375F3E9901}"/>
          </ac:spMkLst>
        </pc:spChg>
        <pc:spChg chg="add del">
          <ac:chgData name="Deep Singh" userId="218171febb998cc3" providerId="LiveId" clId="{A631849A-FE2E-4D2F-A2E6-41A2D3869678}" dt="2020-04-02T16:35:46.901" v="11457" actId="478"/>
          <ac:spMkLst>
            <pc:docMk/>
            <pc:sldMk cId="1011680403" sldId="286"/>
            <ac:spMk id="19" creationId="{37A6CE43-7F5E-471E-BAFE-146710020858}"/>
          </ac:spMkLst>
        </pc:spChg>
        <pc:spChg chg="add mod">
          <ac:chgData name="Deep Singh" userId="218171febb998cc3" providerId="LiveId" clId="{A631849A-FE2E-4D2F-A2E6-41A2D3869678}" dt="2020-04-02T16:44:15.961" v="11604" actId="20577"/>
          <ac:spMkLst>
            <pc:docMk/>
            <pc:sldMk cId="1011680403" sldId="286"/>
            <ac:spMk id="20" creationId="{9E3BF2A9-41E2-4294-8C4C-640AFEC4108F}"/>
          </ac:spMkLst>
        </pc:spChg>
        <pc:spChg chg="add mod">
          <ac:chgData name="Deep Singh" userId="218171febb998cc3" providerId="LiveId" clId="{A631849A-FE2E-4D2F-A2E6-41A2D3869678}" dt="2020-04-02T16:45:07.354" v="11681" actId="207"/>
          <ac:spMkLst>
            <pc:docMk/>
            <pc:sldMk cId="1011680403" sldId="286"/>
            <ac:spMk id="21" creationId="{DED27A36-7711-46A9-8B7B-E24B709AB6B0}"/>
          </ac:spMkLst>
        </pc:spChg>
        <pc:spChg chg="add mod">
          <ac:chgData name="Deep Singh" userId="218171febb998cc3" providerId="LiveId" clId="{A631849A-FE2E-4D2F-A2E6-41A2D3869678}" dt="2020-04-02T16:52:53.112" v="11822" actId="14100"/>
          <ac:spMkLst>
            <pc:docMk/>
            <pc:sldMk cId="1011680403" sldId="286"/>
            <ac:spMk id="22" creationId="{E561468B-4DCB-4E74-897A-CABF4C15FEBE}"/>
          </ac:spMkLst>
        </pc:spChg>
        <pc:spChg chg="add mod">
          <ac:chgData name="Deep Singh" userId="218171febb998cc3" providerId="LiveId" clId="{A631849A-FE2E-4D2F-A2E6-41A2D3869678}" dt="2020-04-02T16:46:12.748" v="11689" actId="207"/>
          <ac:spMkLst>
            <pc:docMk/>
            <pc:sldMk cId="1011680403" sldId="286"/>
            <ac:spMk id="23" creationId="{F8E078C5-A065-4E93-9797-A9F7CCA304A3}"/>
          </ac:spMkLst>
        </pc:spChg>
        <pc:spChg chg="add mod">
          <ac:chgData name="Deep Singh" userId="218171febb998cc3" providerId="LiveId" clId="{A631849A-FE2E-4D2F-A2E6-41A2D3869678}" dt="2020-04-02T16:46:38.625" v="11692" actId="207"/>
          <ac:spMkLst>
            <pc:docMk/>
            <pc:sldMk cId="1011680403" sldId="286"/>
            <ac:spMk id="24" creationId="{054D8DC1-0321-4566-8A2E-3D0334CC6294}"/>
          </ac:spMkLst>
        </pc:spChg>
        <pc:spChg chg="add mod">
          <ac:chgData name="Deep Singh" userId="218171febb998cc3" providerId="LiveId" clId="{A631849A-FE2E-4D2F-A2E6-41A2D3869678}" dt="2020-04-02T16:46:53.490" v="11695" actId="207"/>
          <ac:spMkLst>
            <pc:docMk/>
            <pc:sldMk cId="1011680403" sldId="286"/>
            <ac:spMk id="25" creationId="{E4AD6F1C-DCF0-4FA0-8EC3-B93A339678B6}"/>
          </ac:spMkLst>
        </pc:spChg>
        <pc:spChg chg="add mod">
          <ac:chgData name="Deep Singh" userId="218171febb998cc3" providerId="LiveId" clId="{A631849A-FE2E-4D2F-A2E6-41A2D3869678}" dt="2020-04-01T21:40:01.576" v="5295" actId="14100"/>
          <ac:spMkLst>
            <pc:docMk/>
            <pc:sldMk cId="1011680403" sldId="286"/>
            <ac:spMk id="26" creationId="{CDA184D8-88A9-42EA-A346-E0E8B4821165}"/>
          </ac:spMkLst>
        </pc:spChg>
        <pc:spChg chg="add">
          <ac:chgData name="Deep Singh" userId="218171febb998cc3" providerId="LiveId" clId="{A631849A-FE2E-4D2F-A2E6-41A2D3869678}" dt="2020-04-01T21:39:24.470" v="5250"/>
          <ac:spMkLst>
            <pc:docMk/>
            <pc:sldMk cId="1011680403" sldId="286"/>
            <ac:spMk id="27" creationId="{2BCF353B-44AD-4ECF-A4F0-61AFF86B8AFA}"/>
          </ac:spMkLst>
        </pc:spChg>
        <pc:spChg chg="add">
          <ac:chgData name="Deep Singh" userId="218171febb998cc3" providerId="LiveId" clId="{A631849A-FE2E-4D2F-A2E6-41A2D3869678}" dt="2020-04-01T21:39:24.470" v="5250"/>
          <ac:spMkLst>
            <pc:docMk/>
            <pc:sldMk cId="1011680403" sldId="286"/>
            <ac:spMk id="28" creationId="{A7F0BE97-26FE-4707-BD9B-3425ED3C6A30}"/>
          </ac:spMkLst>
        </pc:spChg>
        <pc:spChg chg="add">
          <ac:chgData name="Deep Singh" userId="218171febb998cc3" providerId="LiveId" clId="{A631849A-FE2E-4D2F-A2E6-41A2D3869678}" dt="2020-04-01T21:39:24.470" v="5250"/>
          <ac:spMkLst>
            <pc:docMk/>
            <pc:sldMk cId="1011680403" sldId="286"/>
            <ac:spMk id="29" creationId="{07C591E5-5D13-405B-9BE4-A11F3868B839}"/>
          </ac:spMkLst>
        </pc:spChg>
        <pc:spChg chg="add">
          <ac:chgData name="Deep Singh" userId="218171febb998cc3" providerId="LiveId" clId="{A631849A-FE2E-4D2F-A2E6-41A2D3869678}" dt="2020-04-01T21:39:24.470" v="5250"/>
          <ac:spMkLst>
            <pc:docMk/>
            <pc:sldMk cId="1011680403" sldId="286"/>
            <ac:spMk id="30" creationId="{70D526A2-73F1-4653-9E93-09F1CD882A63}"/>
          </ac:spMkLst>
        </pc:spChg>
        <pc:spChg chg="add del mod">
          <ac:chgData name="Deep Singh" userId="218171febb998cc3" providerId="LiveId" clId="{A631849A-FE2E-4D2F-A2E6-41A2D3869678}" dt="2020-04-02T16:42:25.453" v="11492" actId="478"/>
          <ac:spMkLst>
            <pc:docMk/>
            <pc:sldMk cId="1011680403" sldId="286"/>
            <ac:spMk id="31" creationId="{3C9E7142-8EBD-4326-AB33-66BB57974A4C}"/>
          </ac:spMkLst>
        </pc:spChg>
        <pc:spChg chg="add">
          <ac:chgData name="Deep Singh" userId="218171febb998cc3" providerId="LiveId" clId="{A631849A-FE2E-4D2F-A2E6-41A2D3869678}" dt="2020-04-01T21:39:24.470" v="5250"/>
          <ac:spMkLst>
            <pc:docMk/>
            <pc:sldMk cId="1011680403" sldId="286"/>
            <ac:spMk id="32" creationId="{31C251F7-130F-4BF5-AB46-3B453EC1BC98}"/>
          </ac:spMkLst>
        </pc:spChg>
        <pc:spChg chg="add del mod">
          <ac:chgData name="Deep Singh" userId="218171febb998cc3" providerId="LiveId" clId="{A631849A-FE2E-4D2F-A2E6-41A2D3869678}" dt="2020-04-02T16:42:22.969" v="11491" actId="478"/>
          <ac:spMkLst>
            <pc:docMk/>
            <pc:sldMk cId="1011680403" sldId="286"/>
            <ac:spMk id="33" creationId="{3A5F9DE9-F158-4269-9FB3-EBE99F17E92A}"/>
          </ac:spMkLst>
        </pc:spChg>
        <pc:spChg chg="add mod">
          <ac:chgData name="Deep Singh" userId="218171febb998cc3" providerId="LiveId" clId="{A631849A-FE2E-4D2F-A2E6-41A2D3869678}" dt="2020-04-02T16:52:27.658" v="11820" actId="1037"/>
          <ac:spMkLst>
            <pc:docMk/>
            <pc:sldMk cId="1011680403" sldId="286"/>
            <ac:spMk id="34" creationId="{DF036868-DD3C-4154-A741-554004D8DF75}"/>
          </ac:spMkLst>
        </pc:spChg>
        <pc:spChg chg="add">
          <ac:chgData name="Deep Singh" userId="218171febb998cc3" providerId="LiveId" clId="{A631849A-FE2E-4D2F-A2E6-41A2D3869678}" dt="2020-04-01T21:39:24.470" v="5250"/>
          <ac:spMkLst>
            <pc:docMk/>
            <pc:sldMk cId="1011680403" sldId="286"/>
            <ac:spMk id="35" creationId="{84524522-A023-4336-AA56-434527ED725E}"/>
          </ac:spMkLst>
        </pc:spChg>
        <pc:spChg chg="add del">
          <ac:chgData name="Deep Singh" userId="218171febb998cc3" providerId="LiveId" clId="{A631849A-FE2E-4D2F-A2E6-41A2D3869678}" dt="2020-04-02T16:32:41.564" v="11257" actId="478"/>
          <ac:spMkLst>
            <pc:docMk/>
            <pc:sldMk cId="1011680403" sldId="286"/>
            <ac:spMk id="36" creationId="{75301D15-1C08-4560-BD1D-E1F8BECAF18F}"/>
          </ac:spMkLst>
        </pc:spChg>
        <pc:spChg chg="add del mod">
          <ac:chgData name="Deep Singh" userId="218171febb998cc3" providerId="LiveId" clId="{A631849A-FE2E-4D2F-A2E6-41A2D3869678}" dt="2020-04-02T16:41:25.115" v="11483" actId="478"/>
          <ac:spMkLst>
            <pc:docMk/>
            <pc:sldMk cId="1011680403" sldId="286"/>
            <ac:spMk id="37" creationId="{6575AF47-5BB3-4A38-9293-C36EAA02DF63}"/>
          </ac:spMkLst>
        </pc:spChg>
        <pc:spChg chg="add mod">
          <ac:chgData name="Deep Singh" userId="218171febb998cc3" providerId="LiveId" clId="{A631849A-FE2E-4D2F-A2E6-41A2D3869678}" dt="2020-04-02T16:48:05.844" v="11701" actId="1076"/>
          <ac:spMkLst>
            <pc:docMk/>
            <pc:sldMk cId="1011680403" sldId="286"/>
            <ac:spMk id="38" creationId="{56B937CA-AE54-4050-9CCB-2E8FC72A54A2}"/>
          </ac:spMkLst>
        </pc:spChg>
        <pc:spChg chg="add">
          <ac:chgData name="Deep Singh" userId="218171febb998cc3" providerId="LiveId" clId="{A631849A-FE2E-4D2F-A2E6-41A2D3869678}" dt="2020-04-01T21:39:24.470" v="5250"/>
          <ac:spMkLst>
            <pc:docMk/>
            <pc:sldMk cId="1011680403" sldId="286"/>
            <ac:spMk id="39" creationId="{C9A77970-E51D-4229-8E1F-BACB28F7EE76}"/>
          </ac:spMkLst>
        </pc:spChg>
        <pc:spChg chg="add">
          <ac:chgData name="Deep Singh" userId="218171febb998cc3" providerId="LiveId" clId="{A631849A-FE2E-4D2F-A2E6-41A2D3869678}" dt="2020-04-01T21:39:24.470" v="5250"/>
          <ac:spMkLst>
            <pc:docMk/>
            <pc:sldMk cId="1011680403" sldId="286"/>
            <ac:spMk id="40" creationId="{664922F8-865B-495E-9C2E-497968B75C3D}"/>
          </ac:spMkLst>
        </pc:spChg>
        <pc:spChg chg="add del mod">
          <ac:chgData name="Deep Singh" userId="218171febb998cc3" providerId="LiveId" clId="{A631849A-FE2E-4D2F-A2E6-41A2D3869678}" dt="2020-04-02T16:42:07.259" v="11487" actId="478"/>
          <ac:spMkLst>
            <pc:docMk/>
            <pc:sldMk cId="1011680403" sldId="286"/>
            <ac:spMk id="47" creationId="{0C6E5FE0-0ADD-4821-8185-261EF07DE82A}"/>
          </ac:spMkLst>
        </pc:spChg>
        <pc:spChg chg="add del mod">
          <ac:chgData name="Deep Singh" userId="218171febb998cc3" providerId="LiveId" clId="{A631849A-FE2E-4D2F-A2E6-41A2D3869678}" dt="2020-04-02T16:42:07.259" v="11487" actId="478"/>
          <ac:spMkLst>
            <pc:docMk/>
            <pc:sldMk cId="1011680403" sldId="286"/>
            <ac:spMk id="48" creationId="{28ED3579-3871-4F7E-9CD6-E1789DF56610}"/>
          </ac:spMkLst>
        </pc:spChg>
        <pc:spChg chg="add del mod">
          <ac:chgData name="Deep Singh" userId="218171febb998cc3" providerId="LiveId" clId="{A631849A-FE2E-4D2F-A2E6-41A2D3869678}" dt="2020-04-02T16:42:07.259" v="11487" actId="478"/>
          <ac:spMkLst>
            <pc:docMk/>
            <pc:sldMk cId="1011680403" sldId="286"/>
            <ac:spMk id="49" creationId="{B648583C-3D0A-4D03-8379-2D244BFF22BD}"/>
          </ac:spMkLst>
        </pc:spChg>
        <pc:spChg chg="add del mod">
          <ac:chgData name="Deep Singh" userId="218171febb998cc3" providerId="LiveId" clId="{A631849A-FE2E-4D2F-A2E6-41A2D3869678}" dt="2020-04-02T16:42:07.259" v="11487" actId="478"/>
          <ac:spMkLst>
            <pc:docMk/>
            <pc:sldMk cId="1011680403" sldId="286"/>
            <ac:spMk id="50" creationId="{B2068009-4A74-4A58-BF85-F7FCEBB971D8}"/>
          </ac:spMkLst>
        </pc:spChg>
        <pc:spChg chg="add del">
          <ac:chgData name="Deep Singh" userId="218171febb998cc3" providerId="LiveId" clId="{A631849A-FE2E-4D2F-A2E6-41A2D3869678}" dt="2020-04-02T16:42:10.826" v="11488" actId="478"/>
          <ac:spMkLst>
            <pc:docMk/>
            <pc:sldMk cId="1011680403" sldId="286"/>
            <ac:spMk id="51" creationId="{6650210A-51C5-4FE7-BF4B-BA942DAC26A9}"/>
          </ac:spMkLst>
        </pc:spChg>
        <pc:spChg chg="add mod">
          <ac:chgData name="Deep Singh" userId="218171febb998cc3" providerId="LiveId" clId="{A631849A-FE2E-4D2F-A2E6-41A2D3869678}" dt="2020-04-02T16:52:21.763" v="11812" actId="1037"/>
          <ac:spMkLst>
            <pc:docMk/>
            <pc:sldMk cId="1011680403" sldId="286"/>
            <ac:spMk id="54" creationId="{E14DFE45-2961-4F05-B0F1-F374767DA786}"/>
          </ac:spMkLst>
        </pc:spChg>
        <pc:spChg chg="add mod">
          <ac:chgData name="Deep Singh" userId="218171febb998cc3" providerId="LiveId" clId="{A631849A-FE2E-4D2F-A2E6-41A2D3869678}" dt="2020-04-02T16:52:09.977" v="11792" actId="1037"/>
          <ac:spMkLst>
            <pc:docMk/>
            <pc:sldMk cId="1011680403" sldId="286"/>
            <ac:spMk id="55" creationId="{BBB75BF8-FA72-42C9-A7EA-D2457AE9046B}"/>
          </ac:spMkLst>
        </pc:spChg>
        <pc:spChg chg="add mod">
          <ac:chgData name="Deep Singh" userId="218171febb998cc3" providerId="LiveId" clId="{A631849A-FE2E-4D2F-A2E6-41A2D3869678}" dt="2020-04-02T16:35:41.218" v="11455" actId="571"/>
          <ac:spMkLst>
            <pc:docMk/>
            <pc:sldMk cId="1011680403" sldId="286"/>
            <ac:spMk id="57" creationId="{54B458DB-E281-4B13-B6DF-75A1887EBD77}"/>
          </ac:spMkLst>
        </pc:spChg>
        <pc:spChg chg="add mod">
          <ac:chgData name="Deep Singh" userId="218171febb998cc3" providerId="LiveId" clId="{A631849A-FE2E-4D2F-A2E6-41A2D3869678}" dt="2020-04-02T16:35:41.218" v="11455" actId="571"/>
          <ac:spMkLst>
            <pc:docMk/>
            <pc:sldMk cId="1011680403" sldId="286"/>
            <ac:spMk id="58" creationId="{85256727-FCB7-4F8F-97C5-E17B9D514890}"/>
          </ac:spMkLst>
        </pc:spChg>
        <pc:spChg chg="add mod">
          <ac:chgData name="Deep Singh" userId="218171febb998cc3" providerId="LiveId" clId="{A631849A-FE2E-4D2F-A2E6-41A2D3869678}" dt="2020-04-02T16:52:16.101" v="11800" actId="1037"/>
          <ac:spMkLst>
            <pc:docMk/>
            <pc:sldMk cId="1011680403" sldId="286"/>
            <ac:spMk id="93" creationId="{F0337E81-B9B9-42D9-B13B-46DA678B40B0}"/>
          </ac:spMkLst>
        </pc:spChg>
        <pc:spChg chg="add mod">
          <ac:chgData name="Deep Singh" userId="218171febb998cc3" providerId="LiveId" clId="{A631849A-FE2E-4D2F-A2E6-41A2D3869678}" dt="2020-04-02T16:56:21.465" v="11942" actId="571"/>
          <ac:spMkLst>
            <pc:docMk/>
            <pc:sldMk cId="1011680403" sldId="286"/>
            <ac:spMk id="94" creationId="{DB21C5AC-6292-4ED3-82EE-C372FB4B9901}"/>
          </ac:spMkLst>
        </pc:spChg>
        <pc:spChg chg="add del mod">
          <ac:chgData name="Deep Singh" userId="218171febb998cc3" providerId="LiveId" clId="{A631849A-FE2E-4D2F-A2E6-41A2D3869678}" dt="2020-04-02T16:56:21.465" v="11942" actId="571"/>
          <ac:spMkLst>
            <pc:docMk/>
            <pc:sldMk cId="1011680403" sldId="286"/>
            <ac:spMk id="95" creationId="{995B0827-C516-4ADB-A097-D938416FF7B7}"/>
          </ac:spMkLst>
        </pc:spChg>
        <pc:spChg chg="add del mod">
          <ac:chgData name="Deep Singh" userId="218171febb998cc3" providerId="LiveId" clId="{A631849A-FE2E-4D2F-A2E6-41A2D3869678}" dt="2020-04-02T16:59:38.754" v="12051"/>
          <ac:spMkLst>
            <pc:docMk/>
            <pc:sldMk cId="1011680403" sldId="286"/>
            <ac:spMk id="100" creationId="{FF27E557-E04B-4228-9036-F3581AF89DFD}"/>
          </ac:spMkLst>
        </pc:spChg>
        <pc:spChg chg="add del mod">
          <ac:chgData name="Deep Singh" userId="218171febb998cc3" providerId="LiveId" clId="{A631849A-FE2E-4D2F-A2E6-41A2D3869678}" dt="2020-04-02T16:59:38.754" v="12051"/>
          <ac:spMkLst>
            <pc:docMk/>
            <pc:sldMk cId="1011680403" sldId="286"/>
            <ac:spMk id="101" creationId="{1A877B51-E805-45FB-9BBC-C2D1C38B0C6B}"/>
          </ac:spMkLst>
        </pc:spChg>
        <pc:spChg chg="add del mod">
          <ac:chgData name="Deep Singh" userId="218171febb998cc3" providerId="LiveId" clId="{A631849A-FE2E-4D2F-A2E6-41A2D3869678}" dt="2020-04-02T16:59:38.754" v="12051"/>
          <ac:spMkLst>
            <pc:docMk/>
            <pc:sldMk cId="1011680403" sldId="286"/>
            <ac:spMk id="102" creationId="{C807BF6D-1AA7-42A6-8C28-62A69BC5249C}"/>
          </ac:spMkLst>
        </pc:spChg>
        <pc:spChg chg="add del mod">
          <ac:chgData name="Deep Singh" userId="218171febb998cc3" providerId="LiveId" clId="{A631849A-FE2E-4D2F-A2E6-41A2D3869678}" dt="2020-04-02T16:59:38.754" v="12051"/>
          <ac:spMkLst>
            <pc:docMk/>
            <pc:sldMk cId="1011680403" sldId="286"/>
            <ac:spMk id="103" creationId="{854303BE-495B-4A55-8082-B5142D0DABD9}"/>
          </ac:spMkLst>
        </pc:spChg>
        <pc:grpChg chg="add del mod">
          <ac:chgData name="Deep Singh" userId="218171febb998cc3" providerId="LiveId" clId="{A631849A-FE2E-4D2F-A2E6-41A2D3869678}" dt="2020-04-02T16:47:22.864" v="11698" actId="478"/>
          <ac:grpSpMkLst>
            <pc:docMk/>
            <pc:sldMk cId="1011680403" sldId="286"/>
            <ac:grpSpMk id="63" creationId="{6BDD8A09-C0BA-4328-BF80-DBDC7E05C5EC}"/>
          </ac:grpSpMkLst>
        </pc:grpChg>
        <pc:grpChg chg="add del mod">
          <ac:chgData name="Deep Singh" userId="218171febb998cc3" providerId="LiveId" clId="{A631849A-FE2E-4D2F-A2E6-41A2D3869678}" dt="2020-04-02T16:47:22.864" v="11698" actId="478"/>
          <ac:grpSpMkLst>
            <pc:docMk/>
            <pc:sldMk cId="1011680403" sldId="286"/>
            <ac:grpSpMk id="68" creationId="{B45F3B94-8F0F-457A-B7C6-51B6A50587FB}"/>
          </ac:grpSpMkLst>
        </pc:grpChg>
        <pc:grpChg chg="add del mod">
          <ac:chgData name="Deep Singh" userId="218171febb998cc3" providerId="LiveId" clId="{A631849A-FE2E-4D2F-A2E6-41A2D3869678}" dt="2020-04-02T16:47:22.864" v="11698" actId="478"/>
          <ac:grpSpMkLst>
            <pc:docMk/>
            <pc:sldMk cId="1011680403" sldId="286"/>
            <ac:grpSpMk id="73" creationId="{8AFB13B6-B579-4F74-BB88-BF924E3C4EE3}"/>
          </ac:grpSpMkLst>
        </pc:grpChg>
        <pc:grpChg chg="add del mod">
          <ac:chgData name="Deep Singh" userId="218171febb998cc3" providerId="LiveId" clId="{A631849A-FE2E-4D2F-A2E6-41A2D3869678}" dt="2020-04-02T16:47:22.864" v="11698" actId="478"/>
          <ac:grpSpMkLst>
            <pc:docMk/>
            <pc:sldMk cId="1011680403" sldId="286"/>
            <ac:grpSpMk id="78" creationId="{0F8D97C9-C056-45CD-B405-102101A062D8}"/>
          </ac:grpSpMkLst>
        </pc:grpChg>
        <pc:grpChg chg="add del mod">
          <ac:chgData name="Deep Singh" userId="218171febb998cc3" providerId="LiveId" clId="{A631849A-FE2E-4D2F-A2E6-41A2D3869678}" dt="2020-04-02T16:47:22.864" v="11698" actId="478"/>
          <ac:grpSpMkLst>
            <pc:docMk/>
            <pc:sldMk cId="1011680403" sldId="286"/>
            <ac:grpSpMk id="83" creationId="{CEA4A68A-604A-4E3C-9490-5D1CC07DAE8B}"/>
          </ac:grpSpMkLst>
        </pc:grpChg>
        <pc:grpChg chg="add del mod">
          <ac:chgData name="Deep Singh" userId="218171febb998cc3" providerId="LiveId" clId="{A631849A-FE2E-4D2F-A2E6-41A2D3869678}" dt="2020-04-02T16:47:22.864" v="11698" actId="478"/>
          <ac:grpSpMkLst>
            <pc:docMk/>
            <pc:sldMk cId="1011680403" sldId="286"/>
            <ac:grpSpMk id="88" creationId="{ED6C68AC-3FCC-4EC4-BB10-56D79FA3B7DF}"/>
          </ac:grpSpMkLst>
        </pc:grpChg>
        <pc:picChg chg="del">
          <ac:chgData name="Deep Singh" userId="218171febb998cc3" providerId="LiveId" clId="{A631849A-FE2E-4D2F-A2E6-41A2D3869678}" dt="2020-04-01T21:39:23.758" v="5249" actId="478"/>
          <ac:picMkLst>
            <pc:docMk/>
            <pc:sldMk cId="1011680403" sldId="286"/>
            <ac:picMk id="4" creationId="{D80FF428-C839-4B28-AD39-92CBFA2E0276}"/>
          </ac:picMkLst>
        </pc:picChg>
        <pc:picChg chg="add del">
          <ac:chgData name="Deep Singh" userId="218171febb998cc3" providerId="LiveId" clId="{A631849A-FE2E-4D2F-A2E6-41A2D3869678}" dt="2020-04-02T16:49:06.340" v="11722" actId="478"/>
          <ac:picMkLst>
            <pc:docMk/>
            <pc:sldMk cId="1011680403" sldId="286"/>
            <ac:picMk id="41" creationId="{C9A6E5CF-0159-4BCD-AB77-C4254DA63482}"/>
          </ac:picMkLst>
        </pc:picChg>
        <pc:picChg chg="add del">
          <ac:chgData name="Deep Singh" userId="218171febb998cc3" providerId="LiveId" clId="{A631849A-FE2E-4D2F-A2E6-41A2D3869678}" dt="2020-04-02T16:49:03.258" v="11721" actId="478"/>
          <ac:picMkLst>
            <pc:docMk/>
            <pc:sldMk cId="1011680403" sldId="286"/>
            <ac:picMk id="42" creationId="{BAC63BEB-7072-4EB8-943E-9FB5D3918336}"/>
          </ac:picMkLst>
        </pc:picChg>
        <pc:picChg chg="add del">
          <ac:chgData name="Deep Singh" userId="218171febb998cc3" providerId="LiveId" clId="{A631849A-FE2E-4D2F-A2E6-41A2D3869678}" dt="2020-04-02T16:42:17.392" v="11490" actId="478"/>
          <ac:picMkLst>
            <pc:docMk/>
            <pc:sldMk cId="1011680403" sldId="286"/>
            <ac:picMk id="43" creationId="{4257EA49-1838-4A5E-9127-3747439F6743}"/>
          </ac:picMkLst>
        </pc:picChg>
        <pc:picChg chg="add del mod">
          <ac:chgData name="Deep Singh" userId="218171febb998cc3" providerId="LiveId" clId="{A631849A-FE2E-4D2F-A2E6-41A2D3869678}" dt="2020-04-02T16:42:07.259" v="11487" actId="478"/>
          <ac:picMkLst>
            <pc:docMk/>
            <pc:sldMk cId="1011680403" sldId="286"/>
            <ac:picMk id="44" creationId="{6B35C174-05E4-40E9-9AB6-3B5554A0AD05}"/>
          </ac:picMkLst>
        </pc:picChg>
        <pc:picChg chg="add del mod">
          <ac:chgData name="Deep Singh" userId="218171febb998cc3" providerId="LiveId" clId="{A631849A-FE2E-4D2F-A2E6-41A2D3869678}" dt="2020-04-02T16:42:07.259" v="11487" actId="478"/>
          <ac:picMkLst>
            <pc:docMk/>
            <pc:sldMk cId="1011680403" sldId="286"/>
            <ac:picMk id="45" creationId="{A26E48D7-7BF3-4FEB-9C0C-A763C7037279}"/>
          </ac:picMkLst>
        </pc:picChg>
        <pc:picChg chg="add del mod">
          <ac:chgData name="Deep Singh" userId="218171febb998cc3" providerId="LiveId" clId="{A631849A-FE2E-4D2F-A2E6-41A2D3869678}" dt="2020-04-02T16:42:07.259" v="11487" actId="478"/>
          <ac:picMkLst>
            <pc:docMk/>
            <pc:sldMk cId="1011680403" sldId="286"/>
            <ac:picMk id="46" creationId="{9AA4C927-5C11-4EE9-B583-599DF3213290}"/>
          </ac:picMkLst>
        </pc:picChg>
        <pc:picChg chg="add del">
          <ac:chgData name="Deep Singh" userId="218171febb998cc3" providerId="LiveId" clId="{A631849A-FE2E-4D2F-A2E6-41A2D3869678}" dt="2020-04-02T16:42:14.204" v="11489" actId="478"/>
          <ac:picMkLst>
            <pc:docMk/>
            <pc:sldMk cId="1011680403" sldId="286"/>
            <ac:picMk id="52" creationId="{5BE016B2-6426-4EFC-A77A-171A88194187}"/>
          </ac:picMkLst>
        </pc:picChg>
        <pc:picChg chg="add del">
          <ac:chgData name="Deep Singh" userId="218171febb998cc3" providerId="LiveId" clId="{A631849A-FE2E-4D2F-A2E6-41A2D3869678}" dt="2020-04-02T16:23:59.196" v="11143" actId="478"/>
          <ac:picMkLst>
            <pc:docMk/>
            <pc:sldMk cId="1011680403" sldId="286"/>
            <ac:picMk id="53" creationId="{A962809E-C4D2-476D-974B-3124B691E9E9}"/>
          </ac:picMkLst>
        </pc:picChg>
        <pc:picChg chg="add mod ord">
          <ac:chgData name="Deep Singh" userId="218171febb998cc3" providerId="LiveId" clId="{A631849A-FE2E-4D2F-A2E6-41A2D3869678}" dt="2020-04-02T16:54:20.196" v="11885" actId="14100"/>
          <ac:picMkLst>
            <pc:docMk/>
            <pc:sldMk cId="1011680403" sldId="286"/>
            <ac:picMk id="56" creationId="{5C278901-CC01-4369-8900-2EF8528E23BD}"/>
          </ac:picMkLst>
        </pc:picChg>
        <pc:picChg chg="add del">
          <ac:chgData name="Deep Singh" userId="218171febb998cc3" providerId="LiveId" clId="{A631849A-FE2E-4D2F-A2E6-41A2D3869678}" dt="2020-04-02T16:43:42.890" v="11593" actId="478"/>
          <ac:picMkLst>
            <pc:docMk/>
            <pc:sldMk cId="1011680403" sldId="286"/>
            <ac:picMk id="59" creationId="{6F5AE01A-ED5F-4AFB-9263-DC14ECFD63C1}"/>
          </ac:picMkLst>
        </pc:picChg>
        <pc:picChg chg="add del">
          <ac:chgData name="Deep Singh" userId="218171febb998cc3" providerId="LiveId" clId="{A631849A-FE2E-4D2F-A2E6-41A2D3869678}" dt="2020-04-02T16:43:44.918" v="11594" actId="478"/>
          <ac:picMkLst>
            <pc:docMk/>
            <pc:sldMk cId="1011680403" sldId="286"/>
            <ac:picMk id="60" creationId="{E5AEA87A-5600-457A-9199-144EA79442AF}"/>
          </ac:picMkLst>
        </pc:picChg>
        <pc:picChg chg="add del">
          <ac:chgData name="Deep Singh" userId="218171febb998cc3" providerId="LiveId" clId="{A631849A-FE2E-4D2F-A2E6-41A2D3869678}" dt="2020-04-02T16:43:47.076" v="11595" actId="478"/>
          <ac:picMkLst>
            <pc:docMk/>
            <pc:sldMk cId="1011680403" sldId="286"/>
            <ac:picMk id="61" creationId="{6926F83D-C12E-48D6-A483-0698B54C68A3}"/>
          </ac:picMkLst>
        </pc:picChg>
        <pc:picChg chg="add del">
          <ac:chgData name="Deep Singh" userId="218171febb998cc3" providerId="LiveId" clId="{A631849A-FE2E-4D2F-A2E6-41A2D3869678}" dt="2020-04-02T16:43:49.227" v="11596" actId="478"/>
          <ac:picMkLst>
            <pc:docMk/>
            <pc:sldMk cId="1011680403" sldId="286"/>
            <ac:picMk id="62" creationId="{75562A45-9120-4FBF-954D-B472D2E6FBFD}"/>
          </ac:picMkLst>
        </pc:picChg>
        <pc:cxnChg chg="add del mod">
          <ac:chgData name="Deep Singh" userId="218171febb998cc3" providerId="LiveId" clId="{A631849A-FE2E-4D2F-A2E6-41A2D3869678}" dt="2020-04-02T16:59:38.754" v="12051"/>
          <ac:cxnSpMkLst>
            <pc:docMk/>
            <pc:sldMk cId="1011680403" sldId="286"/>
            <ac:cxnSpMk id="96" creationId="{CF679C1C-6D74-4E97-AC64-E4F06690B51F}"/>
          </ac:cxnSpMkLst>
        </pc:cxnChg>
        <pc:cxnChg chg="add del mod">
          <ac:chgData name="Deep Singh" userId="218171febb998cc3" providerId="LiveId" clId="{A631849A-FE2E-4D2F-A2E6-41A2D3869678}" dt="2020-04-02T16:59:38.754" v="12051"/>
          <ac:cxnSpMkLst>
            <pc:docMk/>
            <pc:sldMk cId="1011680403" sldId="286"/>
            <ac:cxnSpMk id="97" creationId="{04E40394-37AA-4F15-AAFB-4511E59F9C5F}"/>
          </ac:cxnSpMkLst>
        </pc:cxnChg>
        <pc:cxnChg chg="add del mod">
          <ac:chgData name="Deep Singh" userId="218171febb998cc3" providerId="LiveId" clId="{A631849A-FE2E-4D2F-A2E6-41A2D3869678}" dt="2020-04-02T16:59:38.754" v="12051"/>
          <ac:cxnSpMkLst>
            <pc:docMk/>
            <pc:sldMk cId="1011680403" sldId="286"/>
            <ac:cxnSpMk id="98" creationId="{E19A9964-16EE-46A5-8F3E-69A5EDB7F065}"/>
          </ac:cxnSpMkLst>
        </pc:cxnChg>
        <pc:cxnChg chg="add del mod">
          <ac:chgData name="Deep Singh" userId="218171febb998cc3" providerId="LiveId" clId="{A631849A-FE2E-4D2F-A2E6-41A2D3869678}" dt="2020-04-02T16:59:38.754" v="12051"/>
          <ac:cxnSpMkLst>
            <pc:docMk/>
            <pc:sldMk cId="1011680403" sldId="286"/>
            <ac:cxnSpMk id="99" creationId="{1C8A395A-57FC-478C-81BF-08E5AFB9206C}"/>
          </ac:cxnSpMkLst>
        </pc:cxnChg>
      </pc:sldChg>
      <pc:sldChg chg="addSp add del">
        <pc:chgData name="Deep Singh" userId="218171febb998cc3" providerId="LiveId" clId="{A631849A-FE2E-4D2F-A2E6-41A2D3869678}" dt="2020-04-02T04:39:45.169" v="7150" actId="47"/>
        <pc:sldMkLst>
          <pc:docMk/>
          <pc:sldMk cId="296687623" sldId="287"/>
        </pc:sldMkLst>
        <pc:picChg chg="add">
          <ac:chgData name="Deep Singh" userId="218171febb998cc3" providerId="LiveId" clId="{A631849A-FE2E-4D2F-A2E6-41A2D3869678}" dt="2020-04-01T21:49:02.289" v="5940"/>
          <ac:picMkLst>
            <pc:docMk/>
            <pc:sldMk cId="296687623" sldId="287"/>
            <ac:picMk id="28" creationId="{E9615C1D-AA58-422B-946A-303141290355}"/>
          </ac:picMkLst>
        </pc:picChg>
      </pc:sldChg>
      <pc:sldChg chg="addSp delSp modSp add del ord setBg">
        <pc:chgData name="Deep Singh" userId="218171febb998cc3" providerId="LiveId" clId="{A631849A-FE2E-4D2F-A2E6-41A2D3869678}" dt="2020-04-02T04:38:12.823" v="7135" actId="2696"/>
        <pc:sldMkLst>
          <pc:docMk/>
          <pc:sldMk cId="0" sldId="289"/>
        </pc:sldMkLst>
        <pc:spChg chg="add del">
          <ac:chgData name="Deep Singh" userId="218171febb998cc3" providerId="LiveId" clId="{A631849A-FE2E-4D2F-A2E6-41A2D3869678}" dt="2020-04-01T22:26:20.511" v="6090"/>
          <ac:spMkLst>
            <pc:docMk/>
            <pc:sldMk cId="0" sldId="289"/>
            <ac:spMk id="20" creationId="{987E9E9C-2125-4995-A156-E9B63CFE78A9}"/>
          </ac:spMkLst>
        </pc:spChg>
        <pc:spChg chg="add del">
          <ac:chgData name="Deep Singh" userId="218171febb998cc3" providerId="LiveId" clId="{A631849A-FE2E-4D2F-A2E6-41A2D3869678}" dt="2020-04-01T22:26:31.843" v="6093" actId="478"/>
          <ac:spMkLst>
            <pc:docMk/>
            <pc:sldMk cId="0" sldId="289"/>
            <ac:spMk id="21" creationId="{6D452165-80F8-4D40-8A6A-5BB0E65346EF}"/>
          </ac:spMkLst>
        </pc:spChg>
        <pc:spChg chg="add del">
          <ac:chgData name="Deep Singh" userId="218171febb998cc3" providerId="LiveId" clId="{A631849A-FE2E-4D2F-A2E6-41A2D3869678}" dt="2020-04-01T22:32:56.290" v="6265"/>
          <ac:spMkLst>
            <pc:docMk/>
            <pc:sldMk cId="0" sldId="289"/>
            <ac:spMk id="22" creationId="{E18D3C5C-9251-479E-A990-D2C367C73F9C}"/>
          </ac:spMkLst>
        </pc:spChg>
        <pc:spChg chg="add del mod">
          <ac:chgData name="Deep Singh" userId="218171febb998cc3" providerId="LiveId" clId="{A631849A-FE2E-4D2F-A2E6-41A2D3869678}" dt="2020-04-02T04:33:47.914" v="7115" actId="207"/>
          <ac:spMkLst>
            <pc:docMk/>
            <pc:sldMk cId="0" sldId="289"/>
            <ac:spMk id="191" creationId="{00000000-0000-0000-0000-000000000000}"/>
          </ac:spMkLst>
        </pc:spChg>
        <pc:spChg chg="mod">
          <ac:chgData name="Deep Singh" userId="218171febb998cc3" providerId="LiveId" clId="{A631849A-FE2E-4D2F-A2E6-41A2D3869678}" dt="2020-04-01T22:33:38.807" v="6272" actId="113"/>
          <ac:spMkLst>
            <pc:docMk/>
            <pc:sldMk cId="0" sldId="289"/>
            <ac:spMk id="192" creationId="{00000000-0000-0000-0000-000000000000}"/>
          </ac:spMkLst>
        </pc:spChg>
        <pc:spChg chg="mod">
          <ac:chgData name="Deep Singh" userId="218171febb998cc3" providerId="LiveId" clId="{A631849A-FE2E-4D2F-A2E6-41A2D3869678}" dt="2020-04-01T22:32:48.916" v="6263" actId="20577"/>
          <ac:spMkLst>
            <pc:docMk/>
            <pc:sldMk cId="0" sldId="289"/>
            <ac:spMk id="194" creationId="{00000000-0000-0000-0000-000000000000}"/>
          </ac:spMkLst>
        </pc:spChg>
        <pc:spChg chg="mod">
          <ac:chgData name="Deep Singh" userId="218171febb998cc3" providerId="LiveId" clId="{A631849A-FE2E-4D2F-A2E6-41A2D3869678}" dt="2020-04-01T22:33:07.152" v="6268"/>
          <ac:spMkLst>
            <pc:docMk/>
            <pc:sldMk cId="0" sldId="289"/>
            <ac:spMk id="196" creationId="{00000000-0000-0000-0000-000000000000}"/>
          </ac:spMkLst>
        </pc:spChg>
        <pc:spChg chg="mod">
          <ac:chgData name="Deep Singh" userId="218171febb998cc3" providerId="LiveId" clId="{A631849A-FE2E-4D2F-A2E6-41A2D3869678}" dt="2020-04-01T22:31:24.626" v="6167" actId="20577"/>
          <ac:spMkLst>
            <pc:docMk/>
            <pc:sldMk cId="0" sldId="289"/>
            <ac:spMk id="198" creationId="{00000000-0000-0000-0000-000000000000}"/>
          </ac:spMkLst>
        </pc:spChg>
        <pc:spChg chg="mod">
          <ac:chgData name="Deep Singh" userId="218171febb998cc3" providerId="LiveId" clId="{A631849A-FE2E-4D2F-A2E6-41A2D3869678}" dt="2020-04-01T22:32:21.360" v="6210" actId="20577"/>
          <ac:spMkLst>
            <pc:docMk/>
            <pc:sldMk cId="0" sldId="289"/>
            <ac:spMk id="200" creationId="{00000000-0000-0000-0000-000000000000}"/>
          </ac:spMkLst>
        </pc:spChg>
        <pc:spChg chg="mod">
          <ac:chgData name="Deep Singh" userId="218171febb998cc3" providerId="LiveId" clId="{A631849A-FE2E-4D2F-A2E6-41A2D3869678}" dt="2020-04-01T22:32:28.871" v="6224" actId="20577"/>
          <ac:spMkLst>
            <pc:docMk/>
            <pc:sldMk cId="0" sldId="289"/>
            <ac:spMk id="202" creationId="{00000000-0000-0000-0000-000000000000}"/>
          </ac:spMkLst>
        </pc:spChg>
        <pc:spChg chg="mod">
          <ac:chgData name="Deep Singh" userId="218171febb998cc3" providerId="LiveId" clId="{A631849A-FE2E-4D2F-A2E6-41A2D3869678}" dt="2020-04-01T22:33:02.332" v="6266"/>
          <ac:spMkLst>
            <pc:docMk/>
            <pc:sldMk cId="0" sldId="289"/>
            <ac:spMk id="204" creationId="{00000000-0000-0000-0000-000000000000}"/>
          </ac:spMkLst>
        </pc:spChg>
        <pc:spChg chg="mod">
          <ac:chgData name="Deep Singh" userId="218171febb998cc3" providerId="LiveId" clId="{A631849A-FE2E-4D2F-A2E6-41A2D3869678}" dt="2020-04-01T22:32:42.191" v="6250" actId="20577"/>
          <ac:spMkLst>
            <pc:docMk/>
            <pc:sldMk cId="0" sldId="289"/>
            <ac:spMk id="206" creationId="{00000000-0000-0000-0000-000000000000}"/>
          </ac:spMkLst>
        </pc:spChg>
        <pc:spChg chg="mod">
          <ac:chgData name="Deep Singh" userId="218171febb998cc3" providerId="LiveId" clId="{A631849A-FE2E-4D2F-A2E6-41A2D3869678}" dt="2020-04-01T22:33:04.543" v="6267"/>
          <ac:spMkLst>
            <pc:docMk/>
            <pc:sldMk cId="0" sldId="289"/>
            <ac:spMk id="208" creationId="{00000000-0000-0000-0000-000000000000}"/>
          </ac:spMkLst>
        </pc:spChg>
        <pc:picChg chg="mod">
          <ac:chgData name="Deep Singh" userId="218171febb998cc3" providerId="LiveId" clId="{A631849A-FE2E-4D2F-A2E6-41A2D3869678}" dt="2020-04-01T22:31:00.788" v="6148" actId="1076"/>
          <ac:picMkLst>
            <pc:docMk/>
            <pc:sldMk cId="0" sldId="289"/>
            <ac:picMk id="197" creationId="{00000000-0000-0000-0000-000000000000}"/>
          </ac:picMkLst>
        </pc:picChg>
        <pc:picChg chg="mod">
          <ac:chgData name="Deep Singh" userId="218171febb998cc3" providerId="LiveId" clId="{A631849A-FE2E-4D2F-A2E6-41A2D3869678}" dt="2020-04-01T22:33:16.361" v="6270" actId="1076"/>
          <ac:picMkLst>
            <pc:docMk/>
            <pc:sldMk cId="0" sldId="289"/>
            <ac:picMk id="201" creationId="{00000000-0000-0000-0000-000000000000}"/>
          </ac:picMkLst>
        </pc:picChg>
      </pc:sldChg>
      <pc:sldChg chg="addSp delSp modSp add">
        <pc:chgData name="Deep Singh" userId="218171febb998cc3" providerId="LiveId" clId="{A631849A-FE2E-4D2F-A2E6-41A2D3869678}" dt="2020-04-02T15:43:30.687" v="9567" actId="27636"/>
        <pc:sldMkLst>
          <pc:docMk/>
          <pc:sldMk cId="3446036230" sldId="291"/>
        </pc:sldMkLst>
        <pc:spChg chg="mod">
          <ac:chgData name="Deep Singh" userId="218171febb998cc3" providerId="LiveId" clId="{A631849A-FE2E-4D2F-A2E6-41A2D3869678}" dt="2020-04-02T15:43:30.687" v="9567" actId="27636"/>
          <ac:spMkLst>
            <pc:docMk/>
            <pc:sldMk cId="3446036230" sldId="291"/>
            <ac:spMk id="2" creationId="{1F0DE467-6745-433F-BFAF-64A785506820}"/>
          </ac:spMkLst>
        </pc:spChg>
        <pc:spChg chg="mod">
          <ac:chgData name="Deep Singh" userId="218171febb998cc3" providerId="LiveId" clId="{A631849A-FE2E-4D2F-A2E6-41A2D3869678}" dt="2020-04-02T04:28:21.340" v="7066" actId="20577"/>
          <ac:spMkLst>
            <pc:docMk/>
            <pc:sldMk cId="3446036230" sldId="291"/>
            <ac:spMk id="20" creationId="{80D993F9-6136-467F-9736-C46E90A2E191}"/>
          </ac:spMkLst>
        </pc:spChg>
        <pc:spChg chg="del">
          <ac:chgData name="Deep Singh" userId="218171febb998cc3" providerId="LiveId" clId="{A631849A-FE2E-4D2F-A2E6-41A2D3869678}" dt="2020-04-01T22:36:09.736" v="6283" actId="478"/>
          <ac:spMkLst>
            <pc:docMk/>
            <pc:sldMk cId="3446036230" sldId="291"/>
            <ac:spMk id="21" creationId="{C3CD0FBF-F292-4EEF-86F5-76486342E380}"/>
          </ac:spMkLst>
        </pc:spChg>
        <pc:spChg chg="del">
          <ac:chgData name="Deep Singh" userId="218171febb998cc3" providerId="LiveId" clId="{A631849A-FE2E-4D2F-A2E6-41A2D3869678}" dt="2020-04-01T22:36:02.119" v="6280" actId="478"/>
          <ac:spMkLst>
            <pc:docMk/>
            <pc:sldMk cId="3446036230" sldId="291"/>
            <ac:spMk id="22" creationId="{E9DAEF54-2714-4509-A0AA-828250ADF659}"/>
          </ac:spMkLst>
        </pc:spChg>
        <pc:spChg chg="del">
          <ac:chgData name="Deep Singh" userId="218171febb998cc3" providerId="LiveId" clId="{A631849A-FE2E-4D2F-A2E6-41A2D3869678}" dt="2020-04-01T22:36:02.119" v="6280" actId="478"/>
          <ac:spMkLst>
            <pc:docMk/>
            <pc:sldMk cId="3446036230" sldId="291"/>
            <ac:spMk id="37" creationId="{358AEACC-457B-4D31-90FE-068A1D6B5B3F}"/>
          </ac:spMkLst>
        </pc:spChg>
        <pc:spChg chg="del">
          <ac:chgData name="Deep Singh" userId="218171febb998cc3" providerId="LiveId" clId="{A631849A-FE2E-4D2F-A2E6-41A2D3869678}" dt="2020-04-01T22:36:02.119" v="6280" actId="478"/>
          <ac:spMkLst>
            <pc:docMk/>
            <pc:sldMk cId="3446036230" sldId="291"/>
            <ac:spMk id="38" creationId="{8A56B29E-E6AB-4277-8D33-5B6D8D32C263}"/>
          </ac:spMkLst>
        </pc:spChg>
        <pc:spChg chg="del">
          <ac:chgData name="Deep Singh" userId="218171febb998cc3" providerId="LiveId" clId="{A631849A-FE2E-4D2F-A2E6-41A2D3869678}" dt="2020-04-01T22:36:04.199" v="6281" actId="478"/>
          <ac:spMkLst>
            <pc:docMk/>
            <pc:sldMk cId="3446036230" sldId="291"/>
            <ac:spMk id="39" creationId="{FC600905-D24E-4782-AD4F-938A835C882D}"/>
          </ac:spMkLst>
        </pc:spChg>
        <pc:spChg chg="mod">
          <ac:chgData name="Deep Singh" userId="218171febb998cc3" providerId="LiveId" clId="{A631849A-FE2E-4D2F-A2E6-41A2D3869678}" dt="2020-04-02T04:18:58.475" v="7034" actId="1038"/>
          <ac:spMkLst>
            <pc:docMk/>
            <pc:sldMk cId="3446036230" sldId="291"/>
            <ac:spMk id="40" creationId="{40779E1D-6B63-4DB9-96FA-FE73314FEC42}"/>
          </ac:spMkLst>
        </pc:spChg>
        <pc:spChg chg="mod">
          <ac:chgData name="Deep Singh" userId="218171febb998cc3" providerId="LiveId" clId="{A631849A-FE2E-4D2F-A2E6-41A2D3869678}" dt="2020-04-02T04:18:58.475" v="7034" actId="1038"/>
          <ac:spMkLst>
            <pc:docMk/>
            <pc:sldMk cId="3446036230" sldId="291"/>
            <ac:spMk id="41" creationId="{11B18783-14B5-4DA5-ADE4-39B1ABCD9DDC}"/>
          </ac:spMkLst>
        </pc:spChg>
        <pc:spChg chg="mod">
          <ac:chgData name="Deep Singh" userId="218171febb998cc3" providerId="LiveId" clId="{A631849A-FE2E-4D2F-A2E6-41A2D3869678}" dt="2020-04-02T04:18:58.475" v="7034" actId="1038"/>
          <ac:spMkLst>
            <pc:docMk/>
            <pc:sldMk cId="3446036230" sldId="291"/>
            <ac:spMk id="42" creationId="{E11EC0FA-EFA9-4A6E-BD97-0C93FF484FE4}"/>
          </ac:spMkLst>
        </pc:spChg>
        <pc:spChg chg="del">
          <ac:chgData name="Deep Singh" userId="218171febb998cc3" providerId="LiveId" clId="{A631849A-FE2E-4D2F-A2E6-41A2D3869678}" dt="2020-04-01T22:36:02.119" v="6280" actId="478"/>
          <ac:spMkLst>
            <pc:docMk/>
            <pc:sldMk cId="3446036230" sldId="291"/>
            <ac:spMk id="43" creationId="{04B3DD6E-AD75-4E01-9401-9780AAA4BDAD}"/>
          </ac:spMkLst>
        </pc:spChg>
        <pc:spChg chg="del">
          <ac:chgData name="Deep Singh" userId="218171febb998cc3" providerId="LiveId" clId="{A631849A-FE2E-4D2F-A2E6-41A2D3869678}" dt="2020-04-01T22:36:02.119" v="6280" actId="478"/>
          <ac:spMkLst>
            <pc:docMk/>
            <pc:sldMk cId="3446036230" sldId="291"/>
            <ac:spMk id="44" creationId="{865EDF38-1842-45DD-931E-F37C9832FEC9}"/>
          </ac:spMkLst>
        </pc:spChg>
        <pc:spChg chg="del">
          <ac:chgData name="Deep Singh" userId="218171febb998cc3" providerId="LiveId" clId="{A631849A-FE2E-4D2F-A2E6-41A2D3869678}" dt="2020-04-01T22:36:07.436" v="6282" actId="478"/>
          <ac:spMkLst>
            <pc:docMk/>
            <pc:sldMk cId="3446036230" sldId="291"/>
            <ac:spMk id="45" creationId="{2DDD7A5B-22AF-45E2-94D6-140155308E0E}"/>
          </ac:spMkLst>
        </pc:spChg>
        <pc:grpChg chg="del">
          <ac:chgData name="Deep Singh" userId="218171febb998cc3" providerId="LiveId" clId="{A631849A-FE2E-4D2F-A2E6-41A2D3869678}" dt="2020-04-01T22:36:02.119" v="6280" actId="478"/>
          <ac:grpSpMkLst>
            <pc:docMk/>
            <pc:sldMk cId="3446036230" sldId="291"/>
            <ac:grpSpMk id="46" creationId="{E1F18B7B-027D-4470-9626-1DCBA32262B2}"/>
          </ac:grpSpMkLst>
        </pc:grpChg>
        <pc:grpChg chg="del">
          <ac:chgData name="Deep Singh" userId="218171febb998cc3" providerId="LiveId" clId="{A631849A-FE2E-4D2F-A2E6-41A2D3869678}" dt="2020-04-01T22:36:02.119" v="6280" actId="478"/>
          <ac:grpSpMkLst>
            <pc:docMk/>
            <pc:sldMk cId="3446036230" sldId="291"/>
            <ac:grpSpMk id="49" creationId="{A6DA75F5-4717-4EEC-9C77-5B418B281EDA}"/>
          </ac:grpSpMkLst>
        </pc:grpChg>
        <pc:grpChg chg="mod">
          <ac:chgData name="Deep Singh" userId="218171febb998cc3" providerId="LiveId" clId="{A631849A-FE2E-4D2F-A2E6-41A2D3869678}" dt="2020-04-02T04:18:58.475" v="7034" actId="1038"/>
          <ac:grpSpMkLst>
            <pc:docMk/>
            <pc:sldMk cId="3446036230" sldId="291"/>
            <ac:grpSpMk id="52" creationId="{2AC22BD6-20AC-47D5-9E7D-DAF995097A5C}"/>
          </ac:grpSpMkLst>
        </pc:grpChg>
        <pc:grpChg chg="del">
          <ac:chgData name="Deep Singh" userId="218171febb998cc3" providerId="LiveId" clId="{A631849A-FE2E-4D2F-A2E6-41A2D3869678}" dt="2020-04-01T22:35:54.732" v="6279" actId="478"/>
          <ac:grpSpMkLst>
            <pc:docMk/>
            <pc:sldMk cId="3446036230" sldId="291"/>
            <ac:grpSpMk id="55" creationId="{C973E429-A742-405C-A954-D74E998D9920}"/>
          </ac:grpSpMkLst>
        </pc:grpChg>
        <pc:picChg chg="add del mod">
          <ac:chgData name="Deep Singh" userId="218171febb998cc3" providerId="LiveId" clId="{A631849A-FE2E-4D2F-A2E6-41A2D3869678}" dt="2020-04-01T22:37:32.693" v="6321"/>
          <ac:picMkLst>
            <pc:docMk/>
            <pc:sldMk cId="3446036230" sldId="291"/>
            <ac:picMk id="4" creationId="{0E829B66-51B0-46EC-8589-C1EAADDAD808}"/>
          </ac:picMkLst>
        </pc:picChg>
        <pc:picChg chg="add del mod">
          <ac:chgData name="Deep Singh" userId="218171febb998cc3" providerId="LiveId" clId="{A631849A-FE2E-4D2F-A2E6-41A2D3869678}" dt="2020-04-02T00:20:51.054" v="6706" actId="478"/>
          <ac:picMkLst>
            <pc:docMk/>
            <pc:sldMk cId="3446036230" sldId="291"/>
            <ac:picMk id="5" creationId="{F1D148FA-E3D8-459E-9193-C3B83F2241C9}"/>
          </ac:picMkLst>
        </pc:picChg>
        <pc:picChg chg="add del mod">
          <ac:chgData name="Deep Singh" userId="218171febb998cc3" providerId="LiveId" clId="{A631849A-FE2E-4D2F-A2E6-41A2D3869678}" dt="2020-04-02T04:14:42.291" v="6851" actId="478"/>
          <ac:picMkLst>
            <pc:docMk/>
            <pc:sldMk cId="3446036230" sldId="291"/>
            <ac:picMk id="6" creationId="{AA1FC5F0-79EF-4167-BBE2-B8729E62792B}"/>
          </ac:picMkLst>
        </pc:picChg>
        <pc:picChg chg="add del">
          <ac:chgData name="Deep Singh" userId="218171febb998cc3" providerId="LiveId" clId="{A631849A-FE2E-4D2F-A2E6-41A2D3869678}" dt="2020-04-02T03:37:33.707" v="6831"/>
          <ac:picMkLst>
            <pc:docMk/>
            <pc:sldMk cId="3446036230" sldId="291"/>
            <ac:picMk id="7" creationId="{1BFDC95B-31C5-486C-8EBA-9026BFC2B149}"/>
          </ac:picMkLst>
        </pc:picChg>
        <pc:picChg chg="add del mod">
          <ac:chgData name="Deep Singh" userId="218171febb998cc3" providerId="LiveId" clId="{A631849A-FE2E-4D2F-A2E6-41A2D3869678}" dt="2020-04-02T04:26:48.432" v="7040" actId="478"/>
          <ac:picMkLst>
            <pc:docMk/>
            <pc:sldMk cId="3446036230" sldId="291"/>
            <ac:picMk id="8" creationId="{821A30A3-C655-491D-BC9E-D5378B2BAF2F}"/>
          </ac:picMkLst>
        </pc:picChg>
        <pc:picChg chg="add mod">
          <ac:chgData name="Deep Singh" userId="218171febb998cc3" providerId="LiveId" clId="{A631849A-FE2E-4D2F-A2E6-41A2D3869678}" dt="2020-04-02T04:27:16.494" v="7045" actId="1076"/>
          <ac:picMkLst>
            <pc:docMk/>
            <pc:sldMk cId="3446036230" sldId="291"/>
            <ac:picMk id="9" creationId="{280197B6-8000-4D71-B1DE-892FEE79D5FB}"/>
          </ac:picMkLst>
        </pc:picChg>
        <pc:picChg chg="del">
          <ac:chgData name="Deep Singh" userId="218171febb998cc3" providerId="LiveId" clId="{A631849A-FE2E-4D2F-A2E6-41A2D3869678}" dt="2020-04-01T22:36:02.119" v="6280" actId="478"/>
          <ac:picMkLst>
            <pc:docMk/>
            <pc:sldMk cId="3446036230" sldId="291"/>
            <ac:picMk id="58" creationId="{DE7793AB-20C9-490D-8DB4-0F1840E470AB}"/>
          </ac:picMkLst>
        </pc:picChg>
        <pc:picChg chg="mod">
          <ac:chgData name="Deep Singh" userId="218171febb998cc3" providerId="LiveId" clId="{A631849A-FE2E-4D2F-A2E6-41A2D3869678}" dt="2020-04-02T04:18:58.475" v="7034" actId="1038"/>
          <ac:picMkLst>
            <pc:docMk/>
            <pc:sldMk cId="3446036230" sldId="291"/>
            <ac:picMk id="59" creationId="{783B87F1-8D02-4A15-843A-E52E38EC883C}"/>
          </ac:picMkLst>
        </pc:picChg>
        <pc:picChg chg="del">
          <ac:chgData name="Deep Singh" userId="218171febb998cc3" providerId="LiveId" clId="{A631849A-FE2E-4D2F-A2E6-41A2D3869678}" dt="2020-04-01T22:36:02.119" v="6280" actId="478"/>
          <ac:picMkLst>
            <pc:docMk/>
            <pc:sldMk cId="3446036230" sldId="291"/>
            <ac:picMk id="60" creationId="{28F93E0E-5167-450A-92D8-036786257553}"/>
          </ac:picMkLst>
        </pc:picChg>
        <pc:picChg chg="del">
          <ac:chgData name="Deep Singh" userId="218171febb998cc3" providerId="LiveId" clId="{A631849A-FE2E-4D2F-A2E6-41A2D3869678}" dt="2020-04-01T22:36:02.119" v="6280" actId="478"/>
          <ac:picMkLst>
            <pc:docMk/>
            <pc:sldMk cId="3446036230" sldId="291"/>
            <ac:picMk id="61" creationId="{50C2A500-EC48-42AB-A5BD-65C777C51FAE}"/>
          </ac:picMkLst>
        </pc:picChg>
      </pc:sldChg>
      <pc:sldChg chg="addSp delSp modSp add ord">
        <pc:chgData name="Deep Singh" userId="218171febb998cc3" providerId="LiveId" clId="{A631849A-FE2E-4D2F-A2E6-41A2D3869678}" dt="2020-04-02T16:28:48.537" v="11210" actId="478"/>
        <pc:sldMkLst>
          <pc:docMk/>
          <pc:sldMk cId="3374568400" sldId="292"/>
        </pc:sldMkLst>
        <pc:spChg chg="mod">
          <ac:chgData name="Deep Singh" userId="218171febb998cc3" providerId="LiveId" clId="{A631849A-FE2E-4D2F-A2E6-41A2D3869678}" dt="2020-04-02T15:43:30.708" v="9570" actId="27636"/>
          <ac:spMkLst>
            <pc:docMk/>
            <pc:sldMk cId="3374568400" sldId="292"/>
            <ac:spMk id="2" creationId="{1F0DE467-6745-433F-BFAF-64A785506820}"/>
          </ac:spMkLst>
        </pc:spChg>
        <pc:spChg chg="del mod">
          <ac:chgData name="Deep Singh" userId="218171febb998cc3" providerId="LiveId" clId="{A631849A-FE2E-4D2F-A2E6-41A2D3869678}" dt="2020-04-02T04:29:09.373" v="7076" actId="478"/>
          <ac:spMkLst>
            <pc:docMk/>
            <pc:sldMk cId="3374568400" sldId="292"/>
            <ac:spMk id="20" creationId="{80D993F9-6136-467F-9736-C46E90A2E191}"/>
          </ac:spMkLst>
        </pc:spChg>
        <pc:spChg chg="del">
          <ac:chgData name="Deep Singh" userId="218171febb998cc3" providerId="LiveId" clId="{A631849A-FE2E-4D2F-A2E6-41A2D3869678}" dt="2020-04-02T04:30:25.178" v="7088" actId="478"/>
          <ac:spMkLst>
            <pc:docMk/>
            <pc:sldMk cId="3374568400" sldId="292"/>
            <ac:spMk id="21" creationId="{C3CD0FBF-F292-4EEF-86F5-76486342E380}"/>
          </ac:spMkLst>
        </pc:spChg>
        <pc:spChg chg="del">
          <ac:chgData name="Deep Singh" userId="218171febb998cc3" providerId="LiveId" clId="{A631849A-FE2E-4D2F-A2E6-41A2D3869678}" dt="2020-04-02T04:29:14.834" v="7078" actId="478"/>
          <ac:spMkLst>
            <pc:docMk/>
            <pc:sldMk cId="3374568400" sldId="292"/>
            <ac:spMk id="22" creationId="{E9DAEF54-2714-4509-A0AA-828250ADF659}"/>
          </ac:spMkLst>
        </pc:spChg>
        <pc:spChg chg="add">
          <ac:chgData name="Deep Singh" userId="218171febb998cc3" providerId="LiveId" clId="{A631849A-FE2E-4D2F-A2E6-41A2D3869678}" dt="2020-04-02T04:29:10.303" v="7077"/>
          <ac:spMkLst>
            <pc:docMk/>
            <pc:sldMk cId="3374568400" sldId="292"/>
            <ac:spMk id="35" creationId="{E39CA32A-F1E7-46E6-B41D-9D12DDF4E77E}"/>
          </ac:spMkLst>
        </pc:spChg>
        <pc:spChg chg="add">
          <ac:chgData name="Deep Singh" userId="218171febb998cc3" providerId="LiveId" clId="{A631849A-FE2E-4D2F-A2E6-41A2D3869678}" dt="2020-04-02T04:29:21.356" v="7079"/>
          <ac:spMkLst>
            <pc:docMk/>
            <pc:sldMk cId="3374568400" sldId="292"/>
            <ac:spMk id="36" creationId="{0FADA108-09AA-4674-A9D2-34B3F736A3DD}"/>
          </ac:spMkLst>
        </pc:spChg>
        <pc:spChg chg="del">
          <ac:chgData name="Deep Singh" userId="218171febb998cc3" providerId="LiveId" clId="{A631849A-FE2E-4D2F-A2E6-41A2D3869678}" dt="2020-04-02T04:29:14.834" v="7078" actId="478"/>
          <ac:spMkLst>
            <pc:docMk/>
            <pc:sldMk cId="3374568400" sldId="292"/>
            <ac:spMk id="37" creationId="{358AEACC-457B-4D31-90FE-068A1D6B5B3F}"/>
          </ac:spMkLst>
        </pc:spChg>
        <pc:spChg chg="del">
          <ac:chgData name="Deep Singh" userId="218171febb998cc3" providerId="LiveId" clId="{A631849A-FE2E-4D2F-A2E6-41A2D3869678}" dt="2020-04-02T04:29:14.834" v="7078" actId="478"/>
          <ac:spMkLst>
            <pc:docMk/>
            <pc:sldMk cId="3374568400" sldId="292"/>
            <ac:spMk id="38" creationId="{8A56B29E-E6AB-4277-8D33-5B6D8D32C263}"/>
          </ac:spMkLst>
        </pc:spChg>
        <pc:spChg chg="del">
          <ac:chgData name="Deep Singh" userId="218171febb998cc3" providerId="LiveId" clId="{A631849A-FE2E-4D2F-A2E6-41A2D3869678}" dt="2020-04-02T00:17:54.312" v="6513" actId="478"/>
          <ac:spMkLst>
            <pc:docMk/>
            <pc:sldMk cId="3374568400" sldId="292"/>
            <ac:spMk id="39" creationId="{FC600905-D24E-4782-AD4F-938A835C882D}"/>
          </ac:spMkLst>
        </pc:spChg>
        <pc:spChg chg="del mod">
          <ac:chgData name="Deep Singh" userId="218171febb998cc3" providerId="LiveId" clId="{A631849A-FE2E-4D2F-A2E6-41A2D3869678}" dt="2020-04-02T04:16:38.868" v="6912" actId="478"/>
          <ac:spMkLst>
            <pc:docMk/>
            <pc:sldMk cId="3374568400" sldId="292"/>
            <ac:spMk id="40" creationId="{40779E1D-6B63-4DB9-96FA-FE73314FEC42}"/>
          </ac:spMkLst>
        </pc:spChg>
        <pc:spChg chg="add del mod">
          <ac:chgData name="Deep Singh" userId="218171febb998cc3" providerId="LiveId" clId="{A631849A-FE2E-4D2F-A2E6-41A2D3869678}" dt="2020-04-02T04:16:38.868" v="6912" actId="478"/>
          <ac:spMkLst>
            <pc:docMk/>
            <pc:sldMk cId="3374568400" sldId="292"/>
            <ac:spMk id="41" creationId="{11B18783-14B5-4DA5-ADE4-39B1ABCD9DDC}"/>
          </ac:spMkLst>
        </pc:spChg>
        <pc:spChg chg="add del mod">
          <ac:chgData name="Deep Singh" userId="218171febb998cc3" providerId="LiveId" clId="{A631849A-FE2E-4D2F-A2E6-41A2D3869678}" dt="2020-04-02T04:16:38.868" v="6912" actId="478"/>
          <ac:spMkLst>
            <pc:docMk/>
            <pc:sldMk cId="3374568400" sldId="292"/>
            <ac:spMk id="42" creationId="{E11EC0FA-EFA9-4A6E-BD97-0C93FF484FE4}"/>
          </ac:spMkLst>
        </pc:spChg>
        <pc:spChg chg="del">
          <ac:chgData name="Deep Singh" userId="218171febb998cc3" providerId="LiveId" clId="{A631849A-FE2E-4D2F-A2E6-41A2D3869678}" dt="2020-04-02T04:29:14.834" v="7078" actId="478"/>
          <ac:spMkLst>
            <pc:docMk/>
            <pc:sldMk cId="3374568400" sldId="292"/>
            <ac:spMk id="43" creationId="{04B3DD6E-AD75-4E01-9401-9780AAA4BDAD}"/>
          </ac:spMkLst>
        </pc:spChg>
        <pc:spChg chg="del">
          <ac:chgData name="Deep Singh" userId="218171febb998cc3" providerId="LiveId" clId="{A631849A-FE2E-4D2F-A2E6-41A2D3869678}" dt="2020-04-02T04:30:25.178" v="7088" actId="478"/>
          <ac:spMkLst>
            <pc:docMk/>
            <pc:sldMk cId="3374568400" sldId="292"/>
            <ac:spMk id="44" creationId="{865EDF38-1842-45DD-931E-F37C9832FEC9}"/>
          </ac:spMkLst>
        </pc:spChg>
        <pc:spChg chg="del">
          <ac:chgData name="Deep Singh" userId="218171febb998cc3" providerId="LiveId" clId="{A631849A-FE2E-4D2F-A2E6-41A2D3869678}" dt="2020-04-02T00:17:58.286" v="6514" actId="478"/>
          <ac:spMkLst>
            <pc:docMk/>
            <pc:sldMk cId="3374568400" sldId="292"/>
            <ac:spMk id="45" creationId="{2DDD7A5B-22AF-45E2-94D6-140155308E0E}"/>
          </ac:spMkLst>
        </pc:spChg>
        <pc:spChg chg="add mod">
          <ac:chgData name="Deep Singh" userId="218171febb998cc3" providerId="LiveId" clId="{A631849A-FE2E-4D2F-A2E6-41A2D3869678}" dt="2020-04-02T04:30:21.125" v="7087" actId="20577"/>
          <ac:spMkLst>
            <pc:docMk/>
            <pc:sldMk cId="3374568400" sldId="292"/>
            <ac:spMk id="63" creationId="{8B2174FA-71C4-4228-8CAE-8AE9C98CFE94}"/>
          </ac:spMkLst>
        </pc:spChg>
        <pc:spChg chg="add del">
          <ac:chgData name="Deep Singh" userId="218171febb998cc3" providerId="LiveId" clId="{A631849A-FE2E-4D2F-A2E6-41A2D3869678}" dt="2020-04-02T16:28:48.537" v="11210" actId="478"/>
          <ac:spMkLst>
            <pc:docMk/>
            <pc:sldMk cId="3374568400" sldId="292"/>
            <ac:spMk id="64" creationId="{666F9D6B-33D0-4B2F-81D3-B8E67E4D6437}"/>
          </ac:spMkLst>
        </pc:spChg>
        <pc:spChg chg="add del">
          <ac:chgData name="Deep Singh" userId="218171febb998cc3" providerId="LiveId" clId="{A631849A-FE2E-4D2F-A2E6-41A2D3869678}" dt="2020-04-02T04:29:58.101" v="7081" actId="478"/>
          <ac:spMkLst>
            <pc:docMk/>
            <pc:sldMk cId="3374568400" sldId="292"/>
            <ac:spMk id="65" creationId="{A8B1BC70-53B5-446E-9267-092819DB3B37}"/>
          </ac:spMkLst>
        </pc:spChg>
        <pc:spChg chg="add mod">
          <ac:chgData name="Deep Singh" userId="218171febb998cc3" providerId="LiveId" clId="{A631849A-FE2E-4D2F-A2E6-41A2D3869678}" dt="2020-04-02T04:30:07.766" v="7083" actId="1076"/>
          <ac:spMkLst>
            <pc:docMk/>
            <pc:sldMk cId="3374568400" sldId="292"/>
            <ac:spMk id="70" creationId="{98765653-DBD5-49E1-ABEC-41515B07E51F}"/>
          </ac:spMkLst>
        </pc:spChg>
        <pc:grpChg chg="del">
          <ac:chgData name="Deep Singh" userId="218171febb998cc3" providerId="LiveId" clId="{A631849A-FE2E-4D2F-A2E6-41A2D3869678}" dt="2020-04-02T04:30:25.178" v="7088" actId="478"/>
          <ac:grpSpMkLst>
            <pc:docMk/>
            <pc:sldMk cId="3374568400" sldId="292"/>
            <ac:grpSpMk id="46" creationId="{E1F18B7B-027D-4470-9626-1DCBA32262B2}"/>
          </ac:grpSpMkLst>
        </pc:grpChg>
        <pc:grpChg chg="del">
          <ac:chgData name="Deep Singh" userId="218171febb998cc3" providerId="LiveId" clId="{A631849A-FE2E-4D2F-A2E6-41A2D3869678}" dt="2020-04-02T04:29:14.834" v="7078" actId="478"/>
          <ac:grpSpMkLst>
            <pc:docMk/>
            <pc:sldMk cId="3374568400" sldId="292"/>
            <ac:grpSpMk id="49" creationId="{A6DA75F5-4717-4EEC-9C77-5B418B281EDA}"/>
          </ac:grpSpMkLst>
        </pc:grpChg>
        <pc:grpChg chg="add del">
          <ac:chgData name="Deep Singh" userId="218171febb998cc3" providerId="LiveId" clId="{A631849A-FE2E-4D2F-A2E6-41A2D3869678}" dt="2020-04-02T00:16:59.046" v="6480" actId="478"/>
          <ac:grpSpMkLst>
            <pc:docMk/>
            <pc:sldMk cId="3374568400" sldId="292"/>
            <ac:grpSpMk id="52" creationId="{2AC22BD6-20AC-47D5-9E7D-DAF995097A5C}"/>
          </ac:grpSpMkLst>
        </pc:grpChg>
        <pc:grpChg chg="del mod">
          <ac:chgData name="Deep Singh" userId="218171febb998cc3" providerId="LiveId" clId="{A631849A-FE2E-4D2F-A2E6-41A2D3869678}" dt="2020-04-02T04:16:38.868" v="6912" actId="478"/>
          <ac:grpSpMkLst>
            <pc:docMk/>
            <pc:sldMk cId="3374568400" sldId="292"/>
            <ac:grpSpMk id="55" creationId="{C973E429-A742-405C-A954-D74E998D9920}"/>
          </ac:grpSpMkLst>
        </pc:grpChg>
        <pc:grpChg chg="add">
          <ac:chgData name="Deep Singh" userId="218171febb998cc3" providerId="LiveId" clId="{A631849A-FE2E-4D2F-A2E6-41A2D3869678}" dt="2020-04-02T04:29:21.356" v="7079"/>
          <ac:grpSpMkLst>
            <pc:docMk/>
            <pc:sldMk cId="3374568400" sldId="292"/>
            <ac:grpSpMk id="66" creationId="{5C9B2CD9-1E3E-46E2-81BB-A032CBAE674E}"/>
          </ac:grpSpMkLst>
        </pc:grpChg>
        <pc:picChg chg="add del">
          <ac:chgData name="Deep Singh" userId="218171febb998cc3" providerId="LiveId" clId="{A631849A-FE2E-4D2F-A2E6-41A2D3869678}" dt="2020-04-02T04:30:37.096" v="7090"/>
          <ac:picMkLst>
            <pc:docMk/>
            <pc:sldMk cId="3374568400" sldId="292"/>
            <ac:picMk id="4" creationId="{A3D41DDF-2888-4E80-87DC-EFD8698D74E2}"/>
          </ac:picMkLst>
        </pc:picChg>
        <pc:picChg chg="add mod">
          <ac:chgData name="Deep Singh" userId="218171febb998cc3" providerId="LiveId" clId="{A631849A-FE2E-4D2F-A2E6-41A2D3869678}" dt="2020-04-02T04:30:59.814" v="7093" actId="1076"/>
          <ac:picMkLst>
            <pc:docMk/>
            <pc:sldMk cId="3374568400" sldId="292"/>
            <ac:picMk id="5" creationId="{2CF6ECC7-0F06-4462-AAC2-690B7C0D503C}"/>
          </ac:picMkLst>
        </pc:picChg>
        <pc:picChg chg="del">
          <ac:chgData name="Deep Singh" userId="218171febb998cc3" providerId="LiveId" clId="{A631849A-FE2E-4D2F-A2E6-41A2D3869678}" dt="2020-04-02T00:17:02.093" v="6481" actId="21"/>
          <ac:picMkLst>
            <pc:docMk/>
            <pc:sldMk cId="3374568400" sldId="292"/>
            <ac:picMk id="58" creationId="{DE7793AB-20C9-490D-8DB4-0F1840E470AB}"/>
          </ac:picMkLst>
        </pc:picChg>
        <pc:picChg chg="add del mod">
          <ac:chgData name="Deep Singh" userId="218171febb998cc3" providerId="LiveId" clId="{A631849A-FE2E-4D2F-A2E6-41A2D3869678}" dt="2020-04-02T04:16:38.868" v="6912" actId="478"/>
          <ac:picMkLst>
            <pc:docMk/>
            <pc:sldMk cId="3374568400" sldId="292"/>
            <ac:picMk id="59" creationId="{783B87F1-8D02-4A15-843A-E52E38EC883C}"/>
          </ac:picMkLst>
        </pc:picChg>
        <pc:picChg chg="del">
          <ac:chgData name="Deep Singh" userId="218171febb998cc3" providerId="LiveId" clId="{A631849A-FE2E-4D2F-A2E6-41A2D3869678}" dt="2020-04-02T04:29:14.834" v="7078" actId="478"/>
          <ac:picMkLst>
            <pc:docMk/>
            <pc:sldMk cId="3374568400" sldId="292"/>
            <ac:picMk id="60" creationId="{28F93E0E-5167-450A-92D8-036786257553}"/>
          </ac:picMkLst>
        </pc:picChg>
        <pc:picChg chg="del">
          <ac:chgData name="Deep Singh" userId="218171febb998cc3" providerId="LiveId" clId="{A631849A-FE2E-4D2F-A2E6-41A2D3869678}" dt="2020-04-02T04:30:25.178" v="7088" actId="478"/>
          <ac:picMkLst>
            <pc:docMk/>
            <pc:sldMk cId="3374568400" sldId="292"/>
            <ac:picMk id="61" creationId="{50C2A500-EC48-42AB-A5BD-65C777C51FAE}"/>
          </ac:picMkLst>
        </pc:picChg>
        <pc:picChg chg="add del">
          <ac:chgData name="Deep Singh" userId="218171febb998cc3" providerId="LiveId" clId="{A631849A-FE2E-4D2F-A2E6-41A2D3869678}" dt="2020-04-02T04:30:12.204" v="7084" actId="478"/>
          <ac:picMkLst>
            <pc:docMk/>
            <pc:sldMk cId="3374568400" sldId="292"/>
            <ac:picMk id="69" creationId="{A99F1350-14F8-40B6-9C31-887EA2B23E74}"/>
          </ac:picMkLst>
        </pc:picChg>
        <pc:picChg chg="add mod">
          <ac:chgData name="Deep Singh" userId="218171febb998cc3" providerId="LiveId" clId="{A631849A-FE2E-4D2F-A2E6-41A2D3869678}" dt="2020-04-02T04:30:18.822" v="7086" actId="1076"/>
          <ac:picMkLst>
            <pc:docMk/>
            <pc:sldMk cId="3374568400" sldId="292"/>
            <ac:picMk id="71" creationId="{1A9903A0-F2F7-4A9F-8014-E3FA1BD52342}"/>
          </ac:picMkLst>
        </pc:picChg>
      </pc:sldChg>
      <pc:sldChg chg="delSp add del ord">
        <pc:chgData name="Deep Singh" userId="218171febb998cc3" providerId="LiveId" clId="{A631849A-FE2E-4D2F-A2E6-41A2D3869678}" dt="2020-04-02T03:25:36.368" v="6828" actId="47"/>
        <pc:sldMkLst>
          <pc:docMk/>
          <pc:sldMk cId="2577946248" sldId="293"/>
        </pc:sldMkLst>
        <pc:spChg chg="del">
          <ac:chgData name="Deep Singh" userId="218171febb998cc3" providerId="LiveId" clId="{A631849A-FE2E-4D2F-A2E6-41A2D3869678}" dt="2020-04-02T00:19:13.115" v="6703" actId="478"/>
          <ac:spMkLst>
            <pc:docMk/>
            <pc:sldMk cId="2577946248" sldId="293"/>
            <ac:spMk id="21" creationId="{C3CD0FBF-F292-4EEF-86F5-76486342E380}"/>
          </ac:spMkLst>
        </pc:spChg>
        <pc:spChg chg="del">
          <ac:chgData name="Deep Singh" userId="218171febb998cc3" providerId="LiveId" clId="{A631849A-FE2E-4D2F-A2E6-41A2D3869678}" dt="2020-04-02T00:19:13.115" v="6703" actId="478"/>
          <ac:spMkLst>
            <pc:docMk/>
            <pc:sldMk cId="2577946248" sldId="293"/>
            <ac:spMk id="22" creationId="{E9DAEF54-2714-4509-A0AA-828250ADF659}"/>
          </ac:spMkLst>
        </pc:spChg>
        <pc:spChg chg="del">
          <ac:chgData name="Deep Singh" userId="218171febb998cc3" providerId="LiveId" clId="{A631849A-FE2E-4D2F-A2E6-41A2D3869678}" dt="2020-04-02T00:19:13.115" v="6703" actId="478"/>
          <ac:spMkLst>
            <pc:docMk/>
            <pc:sldMk cId="2577946248" sldId="293"/>
            <ac:spMk id="37" creationId="{358AEACC-457B-4D31-90FE-068A1D6B5B3F}"/>
          </ac:spMkLst>
        </pc:spChg>
        <pc:spChg chg="del">
          <ac:chgData name="Deep Singh" userId="218171febb998cc3" providerId="LiveId" clId="{A631849A-FE2E-4D2F-A2E6-41A2D3869678}" dt="2020-04-02T00:19:13.115" v="6703" actId="478"/>
          <ac:spMkLst>
            <pc:docMk/>
            <pc:sldMk cId="2577946248" sldId="293"/>
            <ac:spMk id="38" creationId="{8A56B29E-E6AB-4277-8D33-5B6D8D32C263}"/>
          </ac:spMkLst>
        </pc:spChg>
        <pc:spChg chg="del">
          <ac:chgData name="Deep Singh" userId="218171febb998cc3" providerId="LiveId" clId="{A631849A-FE2E-4D2F-A2E6-41A2D3869678}" dt="2020-04-02T00:19:13.115" v="6703" actId="478"/>
          <ac:spMkLst>
            <pc:docMk/>
            <pc:sldMk cId="2577946248" sldId="293"/>
            <ac:spMk id="43" creationId="{04B3DD6E-AD75-4E01-9401-9780AAA4BDAD}"/>
          </ac:spMkLst>
        </pc:spChg>
        <pc:spChg chg="del">
          <ac:chgData name="Deep Singh" userId="218171febb998cc3" providerId="LiveId" clId="{A631849A-FE2E-4D2F-A2E6-41A2D3869678}" dt="2020-04-02T00:19:13.115" v="6703" actId="478"/>
          <ac:spMkLst>
            <pc:docMk/>
            <pc:sldMk cId="2577946248" sldId="293"/>
            <ac:spMk id="44" creationId="{865EDF38-1842-45DD-931E-F37C9832FEC9}"/>
          </ac:spMkLst>
        </pc:spChg>
        <pc:grpChg chg="del">
          <ac:chgData name="Deep Singh" userId="218171febb998cc3" providerId="LiveId" clId="{A631849A-FE2E-4D2F-A2E6-41A2D3869678}" dt="2020-04-02T00:19:13.115" v="6703" actId="478"/>
          <ac:grpSpMkLst>
            <pc:docMk/>
            <pc:sldMk cId="2577946248" sldId="293"/>
            <ac:grpSpMk id="46" creationId="{E1F18B7B-027D-4470-9626-1DCBA32262B2}"/>
          </ac:grpSpMkLst>
        </pc:grpChg>
        <pc:grpChg chg="del">
          <ac:chgData name="Deep Singh" userId="218171febb998cc3" providerId="LiveId" clId="{A631849A-FE2E-4D2F-A2E6-41A2D3869678}" dt="2020-04-02T00:19:13.115" v="6703" actId="478"/>
          <ac:grpSpMkLst>
            <pc:docMk/>
            <pc:sldMk cId="2577946248" sldId="293"/>
            <ac:grpSpMk id="49" creationId="{A6DA75F5-4717-4EEC-9C77-5B418B281EDA}"/>
          </ac:grpSpMkLst>
        </pc:grpChg>
        <pc:picChg chg="del">
          <ac:chgData name="Deep Singh" userId="218171febb998cc3" providerId="LiveId" clId="{A631849A-FE2E-4D2F-A2E6-41A2D3869678}" dt="2020-04-02T00:19:13.115" v="6703" actId="478"/>
          <ac:picMkLst>
            <pc:docMk/>
            <pc:sldMk cId="2577946248" sldId="293"/>
            <ac:picMk id="60" creationId="{28F93E0E-5167-450A-92D8-036786257553}"/>
          </ac:picMkLst>
        </pc:picChg>
        <pc:picChg chg="del">
          <ac:chgData name="Deep Singh" userId="218171febb998cc3" providerId="LiveId" clId="{A631849A-FE2E-4D2F-A2E6-41A2D3869678}" dt="2020-04-02T00:19:13.115" v="6703" actId="478"/>
          <ac:picMkLst>
            <pc:docMk/>
            <pc:sldMk cId="2577946248" sldId="293"/>
            <ac:picMk id="61" creationId="{50C2A500-EC48-42AB-A5BD-65C777C51FAE}"/>
          </ac:picMkLst>
        </pc:picChg>
      </pc:sldChg>
      <pc:sldChg chg="addSp delSp modSp add del ord setBg delDesignElem">
        <pc:chgData name="Deep Singh" userId="218171febb998cc3" providerId="LiveId" clId="{A631849A-FE2E-4D2F-A2E6-41A2D3869678}" dt="2020-04-02T21:08:24.917" v="15295" actId="1076"/>
        <pc:sldMkLst>
          <pc:docMk/>
          <pc:sldMk cId="2673105863" sldId="293"/>
        </pc:sldMkLst>
        <pc:spChg chg="add del">
          <ac:chgData name="Deep Singh" userId="218171febb998cc3" providerId="LiveId" clId="{A631849A-FE2E-4D2F-A2E6-41A2D3869678}" dt="2020-04-02T21:06:07.344" v="15276"/>
          <ac:spMkLst>
            <pc:docMk/>
            <pc:sldMk cId="2673105863" sldId="293"/>
            <ac:spMk id="23" creationId="{867D4867-5BA7-4462-B2F6-A23F4A622AA7}"/>
          </ac:spMkLst>
        </pc:spChg>
        <pc:graphicFrameChg chg="add del mod">
          <ac:chgData name="Deep Singh" userId="218171febb998cc3" providerId="LiveId" clId="{A631849A-FE2E-4D2F-A2E6-41A2D3869678}" dt="2020-04-02T21:07:56.480" v="15290"/>
          <ac:graphicFrameMkLst>
            <pc:docMk/>
            <pc:sldMk cId="2673105863" sldId="293"/>
            <ac:graphicFrameMk id="9" creationId="{E191AD9D-873D-4C84-A92C-E69419838B85}"/>
          </ac:graphicFrameMkLst>
        </pc:graphicFrameChg>
        <pc:graphicFrameChg chg="add mod">
          <ac:chgData name="Deep Singh" userId="218171febb998cc3" providerId="LiveId" clId="{A631849A-FE2E-4D2F-A2E6-41A2D3869678}" dt="2020-04-02T21:08:24.917" v="15295" actId="1076"/>
          <ac:graphicFrameMkLst>
            <pc:docMk/>
            <pc:sldMk cId="2673105863" sldId="293"/>
            <ac:graphicFrameMk id="10" creationId="{CE1E7DC9-98EF-45CE-8A2B-78B3676001ED}"/>
          </ac:graphicFrameMkLst>
        </pc:graphicFrameChg>
        <pc:picChg chg="del">
          <ac:chgData name="Deep Singh" userId="218171febb998cc3" providerId="LiveId" clId="{A631849A-FE2E-4D2F-A2E6-41A2D3869678}" dt="2020-04-02T21:06:32.310" v="15279" actId="478"/>
          <ac:picMkLst>
            <pc:docMk/>
            <pc:sldMk cId="2673105863" sldId="293"/>
            <ac:picMk id="8" creationId="{7BBECDD0-B7D2-48A4-9032-928B9D3C19F7}"/>
          </ac:picMkLst>
        </pc:picChg>
      </pc:sldChg>
      <pc:sldChg chg="addSp delSp modSp add">
        <pc:chgData name="Deep Singh" userId="218171febb998cc3" providerId="LiveId" clId="{A631849A-FE2E-4D2F-A2E6-41A2D3869678}" dt="2020-04-02T15:43:30.692" v="9568" actId="27636"/>
        <pc:sldMkLst>
          <pc:docMk/>
          <pc:sldMk cId="2981203581" sldId="294"/>
        </pc:sldMkLst>
        <pc:spChg chg="mod">
          <ac:chgData name="Deep Singh" userId="218171febb998cc3" providerId="LiveId" clId="{A631849A-FE2E-4D2F-A2E6-41A2D3869678}" dt="2020-04-02T15:43:30.692" v="9568" actId="27636"/>
          <ac:spMkLst>
            <pc:docMk/>
            <pc:sldMk cId="2981203581" sldId="294"/>
            <ac:spMk id="2" creationId="{1F0DE467-6745-433F-BFAF-64A785506820}"/>
          </ac:spMkLst>
        </pc:spChg>
        <pc:spChg chg="add del mod">
          <ac:chgData name="Deep Singh" userId="218171febb998cc3" providerId="LiveId" clId="{A631849A-FE2E-4D2F-A2E6-41A2D3869678}" dt="2020-04-02T03:25:02.250" v="6822" actId="478"/>
          <ac:spMkLst>
            <pc:docMk/>
            <pc:sldMk cId="2981203581" sldId="294"/>
            <ac:spMk id="16" creationId="{9A351EEC-8DD4-43BD-ACBA-DCA770EEBDC5}"/>
          </ac:spMkLst>
        </pc:spChg>
        <pc:spChg chg="add del">
          <ac:chgData name="Deep Singh" userId="218171febb998cc3" providerId="LiveId" clId="{A631849A-FE2E-4D2F-A2E6-41A2D3869678}" dt="2020-04-02T04:28:30.315" v="7068"/>
          <ac:spMkLst>
            <pc:docMk/>
            <pc:sldMk cId="2981203581" sldId="294"/>
            <ac:spMk id="19" creationId="{2BC25EBF-3164-47E9-9143-1E37FAB2F20B}"/>
          </ac:spMkLst>
        </pc:spChg>
        <pc:spChg chg="del">
          <ac:chgData name="Deep Singh" userId="218171febb998cc3" providerId="LiveId" clId="{A631849A-FE2E-4D2F-A2E6-41A2D3869678}" dt="2020-04-02T04:28:31.763" v="7069" actId="478"/>
          <ac:spMkLst>
            <pc:docMk/>
            <pc:sldMk cId="2981203581" sldId="294"/>
            <ac:spMk id="20" creationId="{80D993F9-6136-467F-9736-C46E90A2E191}"/>
          </ac:spMkLst>
        </pc:spChg>
        <pc:spChg chg="add">
          <ac:chgData name="Deep Singh" userId="218171febb998cc3" providerId="LiveId" clId="{A631849A-FE2E-4D2F-A2E6-41A2D3869678}" dt="2020-04-02T04:28:32.695" v="7070"/>
          <ac:spMkLst>
            <pc:docMk/>
            <pc:sldMk cId="2981203581" sldId="294"/>
            <ac:spMk id="21" creationId="{959D47DE-ED4E-42F7-9196-61580FF4A129}"/>
          </ac:spMkLst>
        </pc:spChg>
        <pc:spChg chg="mod">
          <ac:chgData name="Deep Singh" userId="218171febb998cc3" providerId="LiveId" clId="{A631849A-FE2E-4D2F-A2E6-41A2D3869678}" dt="2020-04-02T04:18:49.905" v="7009" actId="1038"/>
          <ac:spMkLst>
            <pc:docMk/>
            <pc:sldMk cId="2981203581" sldId="294"/>
            <ac:spMk id="40" creationId="{40779E1D-6B63-4DB9-96FA-FE73314FEC42}"/>
          </ac:spMkLst>
        </pc:spChg>
        <pc:spChg chg="mod">
          <ac:chgData name="Deep Singh" userId="218171febb998cc3" providerId="LiveId" clId="{A631849A-FE2E-4D2F-A2E6-41A2D3869678}" dt="2020-04-02T04:18:49.905" v="7009" actId="1038"/>
          <ac:spMkLst>
            <pc:docMk/>
            <pc:sldMk cId="2981203581" sldId="294"/>
            <ac:spMk id="41" creationId="{11B18783-14B5-4DA5-ADE4-39B1ABCD9DDC}"/>
          </ac:spMkLst>
        </pc:spChg>
        <pc:spChg chg="mod">
          <ac:chgData name="Deep Singh" userId="218171febb998cc3" providerId="LiveId" clId="{A631849A-FE2E-4D2F-A2E6-41A2D3869678}" dt="2020-04-02T04:18:49.905" v="7009" actId="1038"/>
          <ac:spMkLst>
            <pc:docMk/>
            <pc:sldMk cId="2981203581" sldId="294"/>
            <ac:spMk id="42" creationId="{E11EC0FA-EFA9-4A6E-BD97-0C93FF484FE4}"/>
          </ac:spMkLst>
        </pc:spChg>
        <pc:spChg chg="mod">
          <ac:chgData name="Deep Singh" userId="218171febb998cc3" providerId="LiveId" clId="{A631849A-FE2E-4D2F-A2E6-41A2D3869678}" dt="2020-04-02T04:15:45.856" v="6856" actId="20577"/>
          <ac:spMkLst>
            <pc:docMk/>
            <pc:sldMk cId="2981203581" sldId="294"/>
            <ac:spMk id="53" creationId="{BF2FACD0-D85B-454E-A276-FD6143C80AEC}"/>
          </ac:spMkLst>
        </pc:spChg>
        <pc:grpChg chg="mod">
          <ac:chgData name="Deep Singh" userId="218171febb998cc3" providerId="LiveId" clId="{A631849A-FE2E-4D2F-A2E6-41A2D3869678}" dt="2020-04-02T04:18:49.905" v="7009" actId="1038"/>
          <ac:grpSpMkLst>
            <pc:docMk/>
            <pc:sldMk cId="2981203581" sldId="294"/>
            <ac:grpSpMk id="52" creationId="{2AC22BD6-20AC-47D5-9E7D-DAF995097A5C}"/>
          </ac:grpSpMkLst>
        </pc:grpChg>
        <pc:picChg chg="add del mod">
          <ac:chgData name="Deep Singh" userId="218171febb998cc3" providerId="LiveId" clId="{A631849A-FE2E-4D2F-A2E6-41A2D3869678}" dt="2020-04-02T04:27:34.316" v="7046" actId="478"/>
          <ac:picMkLst>
            <pc:docMk/>
            <pc:sldMk cId="2981203581" sldId="294"/>
            <ac:picMk id="4" creationId="{935D67D1-44E4-4384-9BF5-0231CE8D949B}"/>
          </ac:picMkLst>
        </pc:picChg>
        <pc:picChg chg="add mod">
          <ac:chgData name="Deep Singh" userId="218171febb998cc3" providerId="LiveId" clId="{A631849A-FE2E-4D2F-A2E6-41A2D3869678}" dt="2020-04-02T04:27:46.253" v="7049" actId="14100"/>
          <ac:picMkLst>
            <pc:docMk/>
            <pc:sldMk cId="2981203581" sldId="294"/>
            <ac:picMk id="5" creationId="{7DD2004E-5FB9-4E2C-A8E3-DE31660D273F}"/>
          </ac:picMkLst>
        </pc:picChg>
        <pc:picChg chg="del">
          <ac:chgData name="Deep Singh" userId="218171febb998cc3" providerId="LiveId" clId="{A631849A-FE2E-4D2F-A2E6-41A2D3869678}" dt="2020-04-02T04:16:00.829" v="6858" actId="478"/>
          <ac:picMkLst>
            <pc:docMk/>
            <pc:sldMk cId="2981203581" sldId="294"/>
            <ac:picMk id="6" creationId="{AA1FC5F0-79EF-4167-BBE2-B8729E62792B}"/>
          </ac:picMkLst>
        </pc:picChg>
        <pc:picChg chg="mod">
          <ac:chgData name="Deep Singh" userId="218171febb998cc3" providerId="LiveId" clId="{A631849A-FE2E-4D2F-A2E6-41A2D3869678}" dt="2020-04-02T04:18:49.905" v="7009" actId="1038"/>
          <ac:picMkLst>
            <pc:docMk/>
            <pc:sldMk cId="2981203581" sldId="294"/>
            <ac:picMk id="59" creationId="{783B87F1-8D02-4A15-843A-E52E38EC883C}"/>
          </ac:picMkLst>
        </pc:picChg>
      </pc:sldChg>
      <pc:sldChg chg="addSp delSp modSp add">
        <pc:chgData name="Deep Singh" userId="218171febb998cc3" providerId="LiveId" clId="{A631849A-FE2E-4D2F-A2E6-41A2D3869678}" dt="2020-04-02T16:28:53.873" v="11211" actId="478"/>
        <pc:sldMkLst>
          <pc:docMk/>
          <pc:sldMk cId="1726724270" sldId="295"/>
        </pc:sldMkLst>
        <pc:spChg chg="mod">
          <ac:chgData name="Deep Singh" userId="218171febb998cc3" providerId="LiveId" clId="{A631849A-FE2E-4D2F-A2E6-41A2D3869678}" dt="2020-04-02T15:43:30.699" v="9569" actId="27636"/>
          <ac:spMkLst>
            <pc:docMk/>
            <pc:sldMk cId="1726724270" sldId="295"/>
            <ac:spMk id="2" creationId="{1F0DE467-6745-433F-BFAF-64A785506820}"/>
          </ac:spMkLst>
        </pc:spChg>
        <pc:spChg chg="add del mod ord">
          <ac:chgData name="Deep Singh" userId="218171febb998cc3" providerId="LiveId" clId="{A631849A-FE2E-4D2F-A2E6-41A2D3869678}" dt="2020-04-02T04:17:44.005" v="6935"/>
          <ac:spMkLst>
            <pc:docMk/>
            <pc:sldMk cId="1726724270" sldId="295"/>
            <ac:spMk id="16" creationId="{6422F6AD-519E-49B9-A9BE-321DD3AF2404}"/>
          </ac:spMkLst>
        </pc:spChg>
        <pc:spChg chg="add del mod">
          <ac:chgData name="Deep Singh" userId="218171febb998cc3" providerId="LiveId" clId="{A631849A-FE2E-4D2F-A2E6-41A2D3869678}" dt="2020-04-02T04:18:09.506" v="6939"/>
          <ac:spMkLst>
            <pc:docMk/>
            <pc:sldMk cId="1726724270" sldId="295"/>
            <ac:spMk id="17" creationId="{3C388637-CC30-426F-84FD-1870DBC66449}"/>
          </ac:spMkLst>
        </pc:spChg>
        <pc:spChg chg="add del mod">
          <ac:chgData name="Deep Singh" userId="218171febb998cc3" providerId="LiveId" clId="{A631849A-FE2E-4D2F-A2E6-41A2D3869678}" dt="2020-04-02T04:18:09.506" v="6939"/>
          <ac:spMkLst>
            <pc:docMk/>
            <pc:sldMk cId="1726724270" sldId="295"/>
            <ac:spMk id="18" creationId="{BEEEB583-119A-4514-A7AD-BDCEF4336338}"/>
          </ac:spMkLst>
        </pc:spChg>
        <pc:spChg chg="add del mod">
          <ac:chgData name="Deep Singh" userId="218171febb998cc3" providerId="LiveId" clId="{A631849A-FE2E-4D2F-A2E6-41A2D3869678}" dt="2020-04-02T04:18:09.506" v="6939"/>
          <ac:spMkLst>
            <pc:docMk/>
            <pc:sldMk cId="1726724270" sldId="295"/>
            <ac:spMk id="19" creationId="{EE1C5785-B64E-470D-B1A8-81D755D95F8B}"/>
          </ac:spMkLst>
        </pc:spChg>
        <pc:spChg chg="del">
          <ac:chgData name="Deep Singh" userId="218171febb998cc3" providerId="LiveId" clId="{A631849A-FE2E-4D2F-A2E6-41A2D3869678}" dt="2020-04-02T04:28:37.326" v="7071" actId="478"/>
          <ac:spMkLst>
            <pc:docMk/>
            <pc:sldMk cId="1726724270" sldId="295"/>
            <ac:spMk id="20" creationId="{80D993F9-6136-467F-9736-C46E90A2E191}"/>
          </ac:spMkLst>
        </pc:spChg>
        <pc:spChg chg="add del mod">
          <ac:chgData name="Deep Singh" userId="218171febb998cc3" providerId="LiveId" clId="{A631849A-FE2E-4D2F-A2E6-41A2D3869678}" dt="2020-04-02T04:18:09.506" v="6939"/>
          <ac:spMkLst>
            <pc:docMk/>
            <pc:sldMk cId="1726724270" sldId="295"/>
            <ac:spMk id="21" creationId="{E4C8AA3F-E17A-4A84-B148-E9450D7372EC}"/>
          </ac:spMkLst>
        </pc:spChg>
        <pc:spChg chg="add mod">
          <ac:chgData name="Deep Singh" userId="218171febb998cc3" providerId="LiveId" clId="{A631849A-FE2E-4D2F-A2E6-41A2D3869678}" dt="2020-04-02T04:18:42.010" v="6983" actId="1036"/>
          <ac:spMkLst>
            <pc:docMk/>
            <pc:sldMk cId="1726724270" sldId="295"/>
            <ac:spMk id="26" creationId="{5CC87B6C-79D3-4DDB-87EB-811F43741597}"/>
          </ac:spMkLst>
        </pc:spChg>
        <pc:spChg chg="add mod">
          <ac:chgData name="Deep Singh" userId="218171febb998cc3" providerId="LiveId" clId="{A631849A-FE2E-4D2F-A2E6-41A2D3869678}" dt="2020-04-02T04:18:42.010" v="6983" actId="1036"/>
          <ac:spMkLst>
            <pc:docMk/>
            <pc:sldMk cId="1726724270" sldId="295"/>
            <ac:spMk id="27" creationId="{12B5CA9D-6CB5-424A-B7AE-A3DCAD055257}"/>
          </ac:spMkLst>
        </pc:spChg>
        <pc:spChg chg="add del mod">
          <ac:chgData name="Deep Singh" userId="218171febb998cc3" providerId="LiveId" clId="{A631849A-FE2E-4D2F-A2E6-41A2D3869678}" dt="2020-04-02T16:28:53.873" v="11211" actId="478"/>
          <ac:spMkLst>
            <pc:docMk/>
            <pc:sldMk cId="1726724270" sldId="295"/>
            <ac:spMk id="28" creationId="{7DB07F4A-7192-4418-B53C-4C6D1DC6DF25}"/>
          </ac:spMkLst>
        </pc:spChg>
        <pc:spChg chg="add mod">
          <ac:chgData name="Deep Singh" userId="218171febb998cc3" providerId="LiveId" clId="{A631849A-FE2E-4D2F-A2E6-41A2D3869678}" dt="2020-04-02T04:18:42.010" v="6983" actId="1036"/>
          <ac:spMkLst>
            <pc:docMk/>
            <pc:sldMk cId="1726724270" sldId="295"/>
            <ac:spMk id="29" creationId="{78E3B885-FCC8-4065-ABE8-2D4996312E4A}"/>
          </ac:spMkLst>
        </pc:spChg>
        <pc:spChg chg="add">
          <ac:chgData name="Deep Singh" userId="218171febb998cc3" providerId="LiveId" clId="{A631849A-FE2E-4D2F-A2E6-41A2D3869678}" dt="2020-04-02T04:28:38.419" v="7072"/>
          <ac:spMkLst>
            <pc:docMk/>
            <pc:sldMk cId="1726724270" sldId="295"/>
            <ac:spMk id="34" creationId="{7D98DD04-F1A6-4935-94FE-DAFF693AB1A8}"/>
          </ac:spMkLst>
        </pc:spChg>
        <pc:spChg chg="del">
          <ac:chgData name="Deep Singh" userId="218171febb998cc3" providerId="LiveId" clId="{A631849A-FE2E-4D2F-A2E6-41A2D3869678}" dt="2020-04-02T04:18:12.640" v="6940" actId="478"/>
          <ac:spMkLst>
            <pc:docMk/>
            <pc:sldMk cId="1726724270" sldId="295"/>
            <ac:spMk id="40" creationId="{40779E1D-6B63-4DB9-96FA-FE73314FEC42}"/>
          </ac:spMkLst>
        </pc:spChg>
        <pc:spChg chg="add del mod">
          <ac:chgData name="Deep Singh" userId="218171febb998cc3" providerId="LiveId" clId="{A631849A-FE2E-4D2F-A2E6-41A2D3869678}" dt="2020-04-02T04:18:12.640" v="6940" actId="478"/>
          <ac:spMkLst>
            <pc:docMk/>
            <pc:sldMk cId="1726724270" sldId="295"/>
            <ac:spMk id="41" creationId="{11B18783-14B5-4DA5-ADE4-39B1ABCD9DDC}"/>
          </ac:spMkLst>
        </pc:spChg>
        <pc:spChg chg="del">
          <ac:chgData name="Deep Singh" userId="218171febb998cc3" providerId="LiveId" clId="{A631849A-FE2E-4D2F-A2E6-41A2D3869678}" dt="2020-04-02T04:18:12.640" v="6940" actId="478"/>
          <ac:spMkLst>
            <pc:docMk/>
            <pc:sldMk cId="1726724270" sldId="295"/>
            <ac:spMk id="42" creationId="{E11EC0FA-EFA9-4A6E-BD97-0C93FF484FE4}"/>
          </ac:spMkLst>
        </pc:spChg>
        <pc:grpChg chg="add del mod">
          <ac:chgData name="Deep Singh" userId="218171febb998cc3" providerId="LiveId" clId="{A631849A-FE2E-4D2F-A2E6-41A2D3869678}" dt="2020-04-02T04:18:09.506" v="6939"/>
          <ac:grpSpMkLst>
            <pc:docMk/>
            <pc:sldMk cId="1726724270" sldId="295"/>
            <ac:grpSpMk id="22" creationId="{09A5FBC3-B722-4937-BEB3-A6F8F836A0E7}"/>
          </ac:grpSpMkLst>
        </pc:grpChg>
        <pc:grpChg chg="add mod">
          <ac:chgData name="Deep Singh" userId="218171febb998cc3" providerId="LiveId" clId="{A631849A-FE2E-4D2F-A2E6-41A2D3869678}" dt="2020-04-02T04:18:42.010" v="6983" actId="1036"/>
          <ac:grpSpMkLst>
            <pc:docMk/>
            <pc:sldMk cId="1726724270" sldId="295"/>
            <ac:grpSpMk id="30" creationId="{FA1505F2-BC8D-424F-BF56-C013288800BA}"/>
          </ac:grpSpMkLst>
        </pc:grpChg>
        <pc:grpChg chg="del">
          <ac:chgData name="Deep Singh" userId="218171febb998cc3" providerId="LiveId" clId="{A631849A-FE2E-4D2F-A2E6-41A2D3869678}" dt="2020-04-02T04:18:12.640" v="6940" actId="478"/>
          <ac:grpSpMkLst>
            <pc:docMk/>
            <pc:sldMk cId="1726724270" sldId="295"/>
            <ac:grpSpMk id="52" creationId="{2AC22BD6-20AC-47D5-9E7D-DAF995097A5C}"/>
          </ac:grpSpMkLst>
        </pc:grpChg>
        <pc:picChg chg="add del">
          <ac:chgData name="Deep Singh" userId="218171febb998cc3" providerId="LiveId" clId="{A631849A-FE2E-4D2F-A2E6-41A2D3869678}" dt="2020-04-02T06:03:04.780" v="8535" actId="478"/>
          <ac:picMkLst>
            <pc:docMk/>
            <pc:sldMk cId="1726724270" sldId="295"/>
            <ac:picMk id="4" creationId="{935D67D1-44E4-4384-9BF5-0231CE8D949B}"/>
          </ac:picMkLst>
        </pc:picChg>
        <pc:picChg chg="add del mod">
          <ac:chgData name="Deep Singh" userId="218171febb998cc3" providerId="LiveId" clId="{A631849A-FE2E-4D2F-A2E6-41A2D3869678}" dt="2020-04-02T06:03:04.828" v="8537" actId="1076"/>
          <ac:picMkLst>
            <pc:docMk/>
            <pc:sldMk cId="1726724270" sldId="295"/>
            <ac:picMk id="5" creationId="{4B081C29-4315-41E4-AAA7-805E888F65AE}"/>
          </ac:picMkLst>
        </pc:picChg>
        <pc:picChg chg="add del mod">
          <ac:chgData name="Deep Singh" userId="218171febb998cc3" providerId="LiveId" clId="{A631849A-FE2E-4D2F-A2E6-41A2D3869678}" dt="2020-04-02T04:18:09.506" v="6939"/>
          <ac:picMkLst>
            <pc:docMk/>
            <pc:sldMk cId="1726724270" sldId="295"/>
            <ac:picMk id="25" creationId="{31686127-6D60-466F-B4AF-9D9B64F92ECF}"/>
          </ac:picMkLst>
        </pc:picChg>
        <pc:picChg chg="add mod">
          <ac:chgData name="Deep Singh" userId="218171febb998cc3" providerId="LiveId" clId="{A631849A-FE2E-4D2F-A2E6-41A2D3869678}" dt="2020-04-02T04:18:42.010" v="6983" actId="1036"/>
          <ac:picMkLst>
            <pc:docMk/>
            <pc:sldMk cId="1726724270" sldId="295"/>
            <ac:picMk id="33" creationId="{7C32B955-17DA-4C40-8E53-5659CC898553}"/>
          </ac:picMkLst>
        </pc:picChg>
        <pc:picChg chg="del">
          <ac:chgData name="Deep Singh" userId="218171febb998cc3" providerId="LiveId" clId="{A631849A-FE2E-4D2F-A2E6-41A2D3869678}" dt="2020-04-02T04:18:12.640" v="6940" actId="478"/>
          <ac:picMkLst>
            <pc:docMk/>
            <pc:sldMk cId="1726724270" sldId="295"/>
            <ac:picMk id="59" creationId="{783B87F1-8D02-4A15-843A-E52E38EC883C}"/>
          </ac:picMkLst>
        </pc:picChg>
      </pc:sldChg>
      <pc:sldChg chg="addSp delSp modSp add del ord">
        <pc:chgData name="Deep Singh" userId="218171febb998cc3" providerId="LiveId" clId="{A631849A-FE2E-4D2F-A2E6-41A2D3869678}" dt="2020-04-02T05:20:45.743" v="7696" actId="47"/>
        <pc:sldMkLst>
          <pc:docMk/>
          <pc:sldMk cId="323202836" sldId="296"/>
        </pc:sldMkLst>
        <pc:spChg chg="add del mod">
          <ac:chgData name="Deep Singh" userId="218171febb998cc3" providerId="LiveId" clId="{A631849A-FE2E-4D2F-A2E6-41A2D3869678}" dt="2020-04-02T04:39:58.802" v="7152" actId="478"/>
          <ac:spMkLst>
            <pc:docMk/>
            <pc:sldMk cId="323202836" sldId="296"/>
            <ac:spMk id="3" creationId="{F2AD2DED-8851-4DC2-A365-93CA007D0A93}"/>
          </ac:spMkLst>
        </pc:spChg>
        <pc:spChg chg="mod">
          <ac:chgData name="Deep Singh" userId="218171febb998cc3" providerId="LiveId" clId="{A631849A-FE2E-4D2F-A2E6-41A2D3869678}" dt="2020-04-02T05:17:02.677" v="7664" actId="26606"/>
          <ac:spMkLst>
            <pc:docMk/>
            <pc:sldMk cId="323202836" sldId="296"/>
            <ac:spMk id="4" creationId="{49830AE6-3D29-4888-9A98-CA7098D82180}"/>
          </ac:spMkLst>
        </pc:spChg>
        <pc:spChg chg="mod">
          <ac:chgData name="Deep Singh" userId="218171febb998cc3" providerId="LiveId" clId="{A631849A-FE2E-4D2F-A2E6-41A2D3869678}" dt="2020-04-02T05:17:02.677" v="7664" actId="26606"/>
          <ac:spMkLst>
            <pc:docMk/>
            <pc:sldMk cId="323202836" sldId="296"/>
            <ac:spMk id="5" creationId="{88E4AEF1-BCC1-469A-84F6-93FCBF447C7B}"/>
          </ac:spMkLst>
        </pc:spChg>
        <pc:spChg chg="mod">
          <ac:chgData name="Deep Singh" userId="218171febb998cc3" providerId="LiveId" clId="{A631849A-FE2E-4D2F-A2E6-41A2D3869678}" dt="2020-04-02T05:17:02.677" v="7664" actId="26606"/>
          <ac:spMkLst>
            <pc:docMk/>
            <pc:sldMk cId="323202836" sldId="296"/>
            <ac:spMk id="6" creationId="{152ADB85-0025-4E0A-B62D-0D6377972C2F}"/>
          </ac:spMkLst>
        </pc:spChg>
        <pc:spChg chg="del">
          <ac:chgData name="Deep Singh" userId="218171febb998cc3" providerId="LiveId" clId="{A631849A-FE2E-4D2F-A2E6-41A2D3869678}" dt="2020-04-02T04:39:56.296" v="7151" actId="478"/>
          <ac:spMkLst>
            <pc:docMk/>
            <pc:sldMk cId="323202836" sldId="296"/>
            <ac:spMk id="7" creationId="{1F63EFC2-D47B-4E55-A9CC-68C1A577474B}"/>
          </ac:spMkLst>
        </pc:spChg>
        <pc:spChg chg="del mod ord">
          <ac:chgData name="Deep Singh" userId="218171febb998cc3" providerId="LiveId" clId="{A631849A-FE2E-4D2F-A2E6-41A2D3869678}" dt="2020-04-02T04:41:49.594" v="7166" actId="26606"/>
          <ac:spMkLst>
            <pc:docMk/>
            <pc:sldMk cId="323202836" sldId="296"/>
            <ac:spMk id="8" creationId="{2C342ABC-2262-4667-A403-DF5DD225C732}"/>
          </ac:spMkLst>
        </pc:spChg>
        <pc:spChg chg="add del">
          <ac:chgData name="Deep Singh" userId="218171febb998cc3" providerId="LiveId" clId="{A631849A-FE2E-4D2F-A2E6-41A2D3869678}" dt="2020-04-02T04:41:49.594" v="7166" actId="26606"/>
          <ac:spMkLst>
            <pc:docMk/>
            <pc:sldMk cId="323202836" sldId="296"/>
            <ac:spMk id="13" creationId="{4C608BEB-860E-4094-8511-78603564A75E}"/>
          </ac:spMkLst>
        </pc:spChg>
        <pc:spChg chg="add del">
          <ac:chgData name="Deep Singh" userId="218171febb998cc3" providerId="LiveId" clId="{A631849A-FE2E-4D2F-A2E6-41A2D3869678}" dt="2020-04-02T04:41:49.568" v="7165" actId="26606"/>
          <ac:spMkLst>
            <pc:docMk/>
            <pc:sldMk cId="323202836" sldId="296"/>
            <ac:spMk id="41" creationId="{91F32EBA-ED97-466E-8CFA-8382584155D0}"/>
          </ac:spMkLst>
        </pc:spChg>
        <pc:spChg chg="add del">
          <ac:chgData name="Deep Singh" userId="218171febb998cc3" providerId="LiveId" clId="{A631849A-FE2E-4D2F-A2E6-41A2D3869678}" dt="2020-04-02T04:41:49.568" v="7165" actId="26606"/>
          <ac:spMkLst>
            <pc:docMk/>
            <pc:sldMk cId="323202836" sldId="296"/>
            <ac:spMk id="42" creationId="{62A38935-BB53-4DF7-A56E-48DD25B685D7}"/>
          </ac:spMkLst>
        </pc:spChg>
        <pc:spChg chg="add del">
          <ac:chgData name="Deep Singh" userId="218171febb998cc3" providerId="LiveId" clId="{A631849A-FE2E-4D2F-A2E6-41A2D3869678}" dt="2020-04-02T05:17:02.677" v="7664" actId="26606"/>
          <ac:spMkLst>
            <pc:docMk/>
            <pc:sldMk cId="323202836" sldId="296"/>
            <ac:spMk id="44" creationId="{46C2E80F-49A6-4372-B103-219D417A55ED}"/>
          </ac:spMkLst>
        </pc:spChg>
        <pc:grpChg chg="add del mod">
          <ac:chgData name="Deep Singh" userId="218171febb998cc3" providerId="LiveId" clId="{A631849A-FE2E-4D2F-A2E6-41A2D3869678}" dt="2020-04-02T04:41:21.169" v="7163" actId="478"/>
          <ac:grpSpMkLst>
            <pc:docMk/>
            <pc:sldMk cId="323202836" sldId="296"/>
            <ac:grpSpMk id="11" creationId="{ACB2F48C-9319-4887-928A-ABC3261F3D9A}"/>
          </ac:grpSpMkLst>
        </pc:grpChg>
        <pc:graphicFrameChg chg="add mod modGraphic">
          <ac:chgData name="Deep Singh" userId="218171febb998cc3" providerId="LiveId" clId="{A631849A-FE2E-4D2F-A2E6-41A2D3869678}" dt="2020-04-02T05:17:02.677" v="7664" actId="26606"/>
          <ac:graphicFrameMkLst>
            <pc:docMk/>
            <pc:sldMk cId="323202836" sldId="296"/>
            <ac:graphicFrameMk id="45" creationId="{700B154E-BC0A-400D-BC69-E6CB1C494052}"/>
          </ac:graphicFrameMkLst>
        </pc:graphicFrameChg>
        <pc:cxnChg chg="add del">
          <ac:chgData name="Deep Singh" userId="218171febb998cc3" providerId="LiveId" clId="{A631849A-FE2E-4D2F-A2E6-41A2D3869678}" dt="2020-04-02T04:41:49.594" v="7166" actId="26606"/>
          <ac:cxnSpMkLst>
            <pc:docMk/>
            <pc:sldMk cId="323202836" sldId="296"/>
            <ac:cxnSpMk id="15" creationId="{1F16A8D4-FE87-4604-88B2-394B5D1EB437}"/>
          </ac:cxnSpMkLst>
        </pc:cxnChg>
        <pc:cxnChg chg="mod">
          <ac:chgData name="Deep Singh" userId="218171febb998cc3" providerId="LiveId" clId="{A631849A-FE2E-4D2F-A2E6-41A2D3869678}" dt="2020-04-02T04:41:21.169" v="7163" actId="478"/>
          <ac:cxnSpMkLst>
            <pc:docMk/>
            <pc:sldMk cId="323202836" sldId="296"/>
            <ac:cxnSpMk id="25" creationId="{92A1E97E-625F-45E1-9E70-41637D270E9B}"/>
          </ac:cxnSpMkLst>
        </pc:cxnChg>
        <pc:cxnChg chg="mod">
          <ac:chgData name="Deep Singh" userId="218171febb998cc3" providerId="LiveId" clId="{A631849A-FE2E-4D2F-A2E6-41A2D3869678}" dt="2020-04-02T04:41:21.169" v="7163" actId="478"/>
          <ac:cxnSpMkLst>
            <pc:docMk/>
            <pc:sldMk cId="323202836" sldId="296"/>
            <ac:cxnSpMk id="26" creationId="{05AAB4D0-6794-4665-AC57-E53527934D53}"/>
          </ac:cxnSpMkLst>
        </pc:cxnChg>
        <pc:cxnChg chg="mod">
          <ac:chgData name="Deep Singh" userId="218171febb998cc3" providerId="LiveId" clId="{A631849A-FE2E-4D2F-A2E6-41A2D3869678}" dt="2020-04-02T04:41:21.169" v="7163" actId="478"/>
          <ac:cxnSpMkLst>
            <pc:docMk/>
            <pc:sldMk cId="323202836" sldId="296"/>
            <ac:cxnSpMk id="27" creationId="{F659994C-A21B-497B-BA3B-34CE6FD70ED6}"/>
          </ac:cxnSpMkLst>
        </pc:cxnChg>
        <pc:cxnChg chg="mod">
          <ac:chgData name="Deep Singh" userId="218171febb998cc3" providerId="LiveId" clId="{A631849A-FE2E-4D2F-A2E6-41A2D3869678}" dt="2020-04-02T04:41:21.169" v="7163" actId="478"/>
          <ac:cxnSpMkLst>
            <pc:docMk/>
            <pc:sldMk cId="323202836" sldId="296"/>
            <ac:cxnSpMk id="28" creationId="{CB6B5D2E-9752-46FC-B1AE-875127C4D534}"/>
          </ac:cxnSpMkLst>
        </pc:cxnChg>
        <pc:cxnChg chg="mod">
          <ac:chgData name="Deep Singh" userId="218171febb998cc3" providerId="LiveId" clId="{A631849A-FE2E-4D2F-A2E6-41A2D3869678}" dt="2020-04-02T04:41:21.169" v="7163" actId="478"/>
          <ac:cxnSpMkLst>
            <pc:docMk/>
            <pc:sldMk cId="323202836" sldId="296"/>
            <ac:cxnSpMk id="29" creationId="{A9742781-F4B9-4727-BECE-F3646B2132F9}"/>
          </ac:cxnSpMkLst>
        </pc:cxnChg>
        <pc:cxnChg chg="mod">
          <ac:chgData name="Deep Singh" userId="218171febb998cc3" providerId="LiveId" clId="{A631849A-FE2E-4D2F-A2E6-41A2D3869678}" dt="2020-04-02T04:41:21.169" v="7163" actId="478"/>
          <ac:cxnSpMkLst>
            <pc:docMk/>
            <pc:sldMk cId="323202836" sldId="296"/>
            <ac:cxnSpMk id="30" creationId="{B50F3D69-285C-4938-B758-D8686E5484E5}"/>
          </ac:cxnSpMkLst>
        </pc:cxnChg>
        <pc:cxnChg chg="mod">
          <ac:chgData name="Deep Singh" userId="218171febb998cc3" providerId="LiveId" clId="{A631849A-FE2E-4D2F-A2E6-41A2D3869678}" dt="2020-04-02T04:41:21.169" v="7163" actId="478"/>
          <ac:cxnSpMkLst>
            <pc:docMk/>
            <pc:sldMk cId="323202836" sldId="296"/>
            <ac:cxnSpMk id="32" creationId="{73234AF8-6E19-4866-8DCF-6F7CCF072857}"/>
          </ac:cxnSpMkLst>
        </pc:cxnChg>
        <pc:cxnChg chg="mod">
          <ac:chgData name="Deep Singh" userId="218171febb998cc3" providerId="LiveId" clId="{A631849A-FE2E-4D2F-A2E6-41A2D3869678}" dt="2020-04-02T04:41:21.169" v="7163" actId="478"/>
          <ac:cxnSpMkLst>
            <pc:docMk/>
            <pc:sldMk cId="323202836" sldId="296"/>
            <ac:cxnSpMk id="33" creationId="{BA30DAEF-9C84-48B7-87B1-1C1A2BC8B800}"/>
          </ac:cxnSpMkLst>
        </pc:cxnChg>
        <pc:cxnChg chg="mod">
          <ac:chgData name="Deep Singh" userId="218171febb998cc3" providerId="LiveId" clId="{A631849A-FE2E-4D2F-A2E6-41A2D3869678}" dt="2020-04-02T04:41:21.169" v="7163" actId="478"/>
          <ac:cxnSpMkLst>
            <pc:docMk/>
            <pc:sldMk cId="323202836" sldId="296"/>
            <ac:cxnSpMk id="34" creationId="{18FFFCC0-A9D4-4C4E-AC84-E7AE46B6A153}"/>
          </ac:cxnSpMkLst>
        </pc:cxnChg>
        <pc:cxnChg chg="mod">
          <ac:chgData name="Deep Singh" userId="218171febb998cc3" providerId="LiveId" clId="{A631849A-FE2E-4D2F-A2E6-41A2D3869678}" dt="2020-04-02T04:41:21.169" v="7163" actId="478"/>
          <ac:cxnSpMkLst>
            <pc:docMk/>
            <pc:sldMk cId="323202836" sldId="296"/>
            <ac:cxnSpMk id="35" creationId="{3F9BFF31-39C9-4A46-ACA1-BC2D52048123}"/>
          </ac:cxnSpMkLst>
        </pc:cxnChg>
        <pc:cxnChg chg="mod">
          <ac:chgData name="Deep Singh" userId="218171febb998cc3" providerId="LiveId" clId="{A631849A-FE2E-4D2F-A2E6-41A2D3869678}" dt="2020-04-02T04:41:21.169" v="7163" actId="478"/>
          <ac:cxnSpMkLst>
            <pc:docMk/>
            <pc:sldMk cId="323202836" sldId="296"/>
            <ac:cxnSpMk id="38" creationId="{035C3787-2AB1-47E8-B14A-C11333F9EF8B}"/>
          </ac:cxnSpMkLst>
        </pc:cxnChg>
        <pc:cxnChg chg="mod">
          <ac:chgData name="Deep Singh" userId="218171febb998cc3" providerId="LiveId" clId="{A631849A-FE2E-4D2F-A2E6-41A2D3869678}" dt="2020-04-02T04:41:21.169" v="7163" actId="478"/>
          <ac:cxnSpMkLst>
            <pc:docMk/>
            <pc:sldMk cId="323202836" sldId="296"/>
            <ac:cxnSpMk id="39" creationId="{1AC03770-FB9D-42A6-8D62-3487CE8D072A}"/>
          </ac:cxnSpMkLst>
        </pc:cxnChg>
        <pc:cxnChg chg="mod">
          <ac:chgData name="Deep Singh" userId="218171febb998cc3" providerId="LiveId" clId="{A631849A-FE2E-4D2F-A2E6-41A2D3869678}" dt="2020-04-02T04:41:21.169" v="7163" actId="478"/>
          <ac:cxnSpMkLst>
            <pc:docMk/>
            <pc:sldMk cId="323202836" sldId="296"/>
            <ac:cxnSpMk id="40" creationId="{535E4C56-A591-4F28-83D2-1B49EC5DDD32}"/>
          </ac:cxnSpMkLst>
        </pc:cxnChg>
      </pc:sldChg>
      <pc:sldChg chg="addSp delSp modSp add ord">
        <pc:chgData name="Deep Singh" userId="218171febb998cc3" providerId="LiveId" clId="{A631849A-FE2E-4D2F-A2E6-41A2D3869678}" dt="2020-04-02T18:21:45.135" v="14215" actId="113"/>
        <pc:sldMkLst>
          <pc:docMk/>
          <pc:sldMk cId="461704152" sldId="297"/>
        </pc:sldMkLst>
        <pc:spChg chg="add del mod">
          <ac:chgData name="Deep Singh" userId="218171febb998cc3" providerId="LiveId" clId="{A631849A-FE2E-4D2F-A2E6-41A2D3869678}" dt="2020-04-02T04:49:51.032" v="7315" actId="478"/>
          <ac:spMkLst>
            <pc:docMk/>
            <pc:sldMk cId="461704152" sldId="297"/>
            <ac:spMk id="3" creationId="{1919D6B6-6E42-462A-9E58-FE06FE28FE8B}"/>
          </ac:spMkLst>
        </pc:spChg>
        <pc:spChg chg="mod">
          <ac:chgData name="Deep Singh" userId="218171febb998cc3" providerId="LiveId" clId="{A631849A-FE2E-4D2F-A2E6-41A2D3869678}" dt="2020-04-02T06:03:04.938" v="8540" actId="20577"/>
          <ac:spMkLst>
            <pc:docMk/>
            <pc:sldMk cId="461704152" sldId="297"/>
            <ac:spMk id="6" creationId="{152ADB85-0025-4E0A-B62D-0D6377972C2F}"/>
          </ac:spMkLst>
        </pc:spChg>
        <pc:spChg chg="del">
          <ac:chgData name="Deep Singh" userId="218171febb998cc3" providerId="LiveId" clId="{A631849A-FE2E-4D2F-A2E6-41A2D3869678}" dt="2020-04-02T04:49:48.833" v="7314" actId="478"/>
          <ac:spMkLst>
            <pc:docMk/>
            <pc:sldMk cId="461704152" sldId="297"/>
            <ac:spMk id="7" creationId="{1F63EFC2-D47B-4E55-A9CC-68C1A577474B}"/>
          </ac:spMkLst>
        </pc:spChg>
        <pc:spChg chg="del">
          <ac:chgData name="Deep Singh" userId="218171febb998cc3" providerId="LiveId" clId="{A631849A-FE2E-4D2F-A2E6-41A2D3869678}" dt="2020-04-02T04:50:04.860" v="7318" actId="478"/>
          <ac:spMkLst>
            <pc:docMk/>
            <pc:sldMk cId="461704152" sldId="297"/>
            <ac:spMk id="8" creationId="{2C342ABC-2262-4667-A403-DF5DD225C732}"/>
          </ac:spMkLst>
        </pc:spChg>
        <pc:spChg chg="add del mod">
          <ac:chgData name="Deep Singh" userId="218171febb998cc3" providerId="LiveId" clId="{A631849A-FE2E-4D2F-A2E6-41A2D3869678}" dt="2020-04-02T04:50:07.326" v="7319" actId="478"/>
          <ac:spMkLst>
            <pc:docMk/>
            <pc:sldMk cId="461704152" sldId="297"/>
            <ac:spMk id="10" creationId="{17B006AC-5DE3-4099-84D3-E8B3E5382A19}"/>
          </ac:spMkLst>
        </pc:spChg>
        <pc:spChg chg="add mod">
          <ac:chgData name="Deep Singh" userId="218171febb998cc3" providerId="LiveId" clId="{A631849A-FE2E-4D2F-A2E6-41A2D3869678}" dt="2020-04-02T18:21:45.135" v="14215" actId="113"/>
          <ac:spMkLst>
            <pc:docMk/>
            <pc:sldMk cId="461704152" sldId="297"/>
            <ac:spMk id="16" creationId="{44E3D911-F14F-4DAA-ADB8-A0C50C7D97FF}"/>
          </ac:spMkLst>
        </pc:spChg>
        <pc:spChg chg="add">
          <ac:chgData name="Deep Singh" userId="218171febb998cc3" providerId="LiveId" clId="{A631849A-FE2E-4D2F-A2E6-41A2D3869678}" dt="2020-04-02T18:13:47.935" v="13778"/>
          <ac:spMkLst>
            <pc:docMk/>
            <pc:sldMk cId="461704152" sldId="297"/>
            <ac:spMk id="19" creationId="{3AFF7D96-51AE-4341-B102-E8FD2ACFACA4}"/>
          </ac:spMkLst>
        </pc:spChg>
        <pc:grpChg chg="add del mod">
          <ac:chgData name="Deep Singh" userId="218171febb998cc3" providerId="LiveId" clId="{A631849A-FE2E-4D2F-A2E6-41A2D3869678}" dt="2020-04-02T18:13:51.648" v="13779" actId="478"/>
          <ac:grpSpMkLst>
            <pc:docMk/>
            <pc:sldMk cId="461704152" sldId="297"/>
            <ac:grpSpMk id="11" creationId="{80B0D981-DE00-45EE-90B9-603AB3948A13}"/>
          </ac:grpSpMkLst>
        </pc:grpChg>
        <pc:grpChg chg="add mod">
          <ac:chgData name="Deep Singh" userId="218171febb998cc3" providerId="LiveId" clId="{A631849A-FE2E-4D2F-A2E6-41A2D3869678}" dt="2020-04-02T18:14:32.165" v="13871" actId="1036"/>
          <ac:grpSpMkLst>
            <pc:docMk/>
            <pc:sldMk cId="461704152" sldId="297"/>
            <ac:grpSpMk id="17" creationId="{0F671717-469B-4B98-A4B3-2BB4ADAD5377}"/>
          </ac:grpSpMkLst>
        </pc:grpChg>
        <pc:picChg chg="add mod">
          <ac:chgData name="Deep Singh" userId="218171febb998cc3" providerId="LiveId" clId="{A631849A-FE2E-4D2F-A2E6-41A2D3869678}" dt="2020-04-02T18:14:21.888" v="13804" actId="1035"/>
          <ac:picMkLst>
            <pc:docMk/>
            <pc:sldMk cId="461704152" sldId="297"/>
            <ac:picMk id="18" creationId="{8C829A1A-43E9-4A46-9A45-FACBE9F3C522}"/>
          </ac:picMkLst>
        </pc:picChg>
      </pc:sldChg>
      <pc:sldChg chg="addSp delSp modSp add delDesignElem">
        <pc:chgData name="Deep Singh" userId="218171febb998cc3" providerId="LiveId" clId="{A631849A-FE2E-4D2F-A2E6-41A2D3869678}" dt="2020-04-02T18:04:17.397" v="13452" actId="113"/>
        <pc:sldMkLst>
          <pc:docMk/>
          <pc:sldMk cId="115831481" sldId="298"/>
        </pc:sldMkLst>
        <pc:spChg chg="add del mod">
          <ac:chgData name="Deep Singh" userId="218171febb998cc3" providerId="LiveId" clId="{A631849A-FE2E-4D2F-A2E6-41A2D3869678}" dt="2020-04-02T04:32:34.010" v="7104" actId="478"/>
          <ac:spMkLst>
            <pc:docMk/>
            <pc:sldMk cId="115831481" sldId="298"/>
            <ac:spMk id="3" creationId="{C69E3B70-1E99-4D16-B875-B80021C4C9A5}"/>
          </ac:spMkLst>
        </pc:spChg>
        <pc:spChg chg="mod">
          <ac:chgData name="Deep Singh" userId="218171febb998cc3" providerId="LiveId" clId="{A631849A-FE2E-4D2F-A2E6-41A2D3869678}" dt="2020-04-02T04:43:02.504" v="7197" actId="404"/>
          <ac:spMkLst>
            <pc:docMk/>
            <pc:sldMk cId="115831481" sldId="298"/>
            <ac:spMk id="6" creationId="{152ADB85-0025-4E0A-B62D-0D6377972C2F}"/>
          </ac:spMkLst>
        </pc:spChg>
        <pc:spChg chg="del">
          <ac:chgData name="Deep Singh" userId="218171febb998cc3" providerId="LiveId" clId="{A631849A-FE2E-4D2F-A2E6-41A2D3869678}" dt="2020-04-02T04:32:25.416" v="7101" actId="478"/>
          <ac:spMkLst>
            <pc:docMk/>
            <pc:sldMk cId="115831481" sldId="298"/>
            <ac:spMk id="7" creationId="{1F63EFC2-D47B-4E55-A9CC-68C1A577474B}"/>
          </ac:spMkLst>
        </pc:spChg>
        <pc:spChg chg="del">
          <ac:chgData name="Deep Singh" userId="218171febb998cc3" providerId="LiveId" clId="{A631849A-FE2E-4D2F-A2E6-41A2D3869678}" dt="2020-04-02T04:32:25.416" v="7101" actId="478"/>
          <ac:spMkLst>
            <pc:docMk/>
            <pc:sldMk cId="115831481" sldId="298"/>
            <ac:spMk id="8" creationId="{2C342ABC-2262-4667-A403-DF5DD225C732}"/>
          </ac:spMkLst>
        </pc:spChg>
        <pc:spChg chg="add del mod">
          <ac:chgData name="Deep Singh" userId="218171febb998cc3" providerId="LiveId" clId="{A631849A-FE2E-4D2F-A2E6-41A2D3869678}" dt="2020-04-02T04:32:31.064" v="7103" actId="478"/>
          <ac:spMkLst>
            <pc:docMk/>
            <pc:sldMk cId="115831481" sldId="298"/>
            <ac:spMk id="10" creationId="{4434704F-8601-4CCC-ABB2-94A2A2CFF7D7}"/>
          </ac:spMkLst>
        </pc:spChg>
        <pc:spChg chg="add del mod">
          <ac:chgData name="Deep Singh" userId="218171febb998cc3" providerId="LiveId" clId="{A631849A-FE2E-4D2F-A2E6-41A2D3869678}" dt="2020-04-02T04:43:18.956" v="7200"/>
          <ac:spMkLst>
            <pc:docMk/>
            <pc:sldMk cId="115831481" sldId="298"/>
            <ac:spMk id="11" creationId="{6588C631-F275-42BB-9C34-F50D4D6F6F2E}"/>
          </ac:spMkLst>
        </pc:spChg>
        <pc:spChg chg="add del mod">
          <ac:chgData name="Deep Singh" userId="218171febb998cc3" providerId="LiveId" clId="{A631849A-FE2E-4D2F-A2E6-41A2D3869678}" dt="2020-04-02T04:43:18.956" v="7200"/>
          <ac:spMkLst>
            <pc:docMk/>
            <pc:sldMk cId="115831481" sldId="298"/>
            <ac:spMk id="12" creationId="{38E51201-3F52-4D47-85BF-11E05B5D0CF3}"/>
          </ac:spMkLst>
        </pc:spChg>
        <pc:spChg chg="add del">
          <ac:chgData name="Deep Singh" userId="218171febb998cc3" providerId="LiveId" clId="{A631849A-FE2E-4D2F-A2E6-41A2D3869678}" dt="2020-04-02T04:43:18.956" v="7200"/>
          <ac:spMkLst>
            <pc:docMk/>
            <pc:sldMk cId="115831481" sldId="298"/>
            <ac:spMk id="13" creationId="{4C608BEB-860E-4094-8511-78603564A75E}"/>
          </ac:spMkLst>
        </pc:spChg>
        <pc:spChg chg="add mod">
          <ac:chgData name="Deep Singh" userId="218171febb998cc3" providerId="LiveId" clId="{A631849A-FE2E-4D2F-A2E6-41A2D3869678}" dt="2020-04-02T18:04:17.397" v="13452" actId="113"/>
          <ac:spMkLst>
            <pc:docMk/>
            <pc:sldMk cId="115831481" sldId="298"/>
            <ac:spMk id="28" creationId="{55D6E3B9-6044-4DCB-A86E-4A4E47F5A5F5}"/>
          </ac:spMkLst>
        </pc:spChg>
        <pc:grpChg chg="add mod">
          <ac:chgData name="Deep Singh" userId="218171febb998cc3" providerId="LiveId" clId="{A631849A-FE2E-4D2F-A2E6-41A2D3869678}" dt="2020-04-02T05:12:06.051" v="7638" actId="207"/>
          <ac:grpSpMkLst>
            <pc:docMk/>
            <pc:sldMk cId="115831481" sldId="298"/>
            <ac:grpSpMk id="14" creationId="{79A0451C-37A7-4356-8EC2-F1625AA2DCCC}"/>
          </ac:grpSpMkLst>
        </pc:grpChg>
        <pc:cxnChg chg="add del">
          <ac:chgData name="Deep Singh" userId="218171febb998cc3" providerId="LiveId" clId="{A631849A-FE2E-4D2F-A2E6-41A2D3869678}" dt="2020-04-02T04:43:18.956" v="7200"/>
          <ac:cxnSpMkLst>
            <pc:docMk/>
            <pc:sldMk cId="115831481" sldId="298"/>
            <ac:cxnSpMk id="15" creationId="{1F16A8D4-FE87-4604-88B2-394B5D1EB437}"/>
          </ac:cxnSpMkLst>
        </pc:cxnChg>
      </pc:sldChg>
      <pc:sldChg chg="addSp delSp add">
        <pc:chgData name="Deep Singh" userId="218171febb998cc3" providerId="LiveId" clId="{A631849A-FE2E-4D2F-A2E6-41A2D3869678}" dt="2020-04-02T04:35:13.441" v="7121"/>
        <pc:sldMkLst>
          <pc:docMk/>
          <pc:sldMk cId="181570054" sldId="299"/>
        </pc:sldMkLst>
        <pc:spChg chg="add del">
          <ac:chgData name="Deep Singh" userId="218171febb998cc3" providerId="LiveId" clId="{A631849A-FE2E-4D2F-A2E6-41A2D3869678}" dt="2020-04-02T04:35:13.430" v="7120"/>
          <ac:spMkLst>
            <pc:docMk/>
            <pc:sldMk cId="181570054" sldId="299"/>
            <ac:spMk id="2" creationId="{86D3C8DB-9BCC-4446-BA41-1518971ABB24}"/>
          </ac:spMkLst>
        </pc:spChg>
        <pc:spChg chg="add del">
          <ac:chgData name="Deep Singh" userId="218171febb998cc3" providerId="LiveId" clId="{A631849A-FE2E-4D2F-A2E6-41A2D3869678}" dt="2020-04-02T04:35:13.430" v="7120"/>
          <ac:spMkLst>
            <pc:docMk/>
            <pc:sldMk cId="181570054" sldId="299"/>
            <ac:spMk id="3" creationId="{8BF5677C-F975-42E8-817F-02EA85414FD9}"/>
          </ac:spMkLst>
        </pc:spChg>
        <pc:spChg chg="add del">
          <ac:chgData name="Deep Singh" userId="218171febb998cc3" providerId="LiveId" clId="{A631849A-FE2E-4D2F-A2E6-41A2D3869678}" dt="2020-04-02T04:35:13.430" v="7120"/>
          <ac:spMkLst>
            <pc:docMk/>
            <pc:sldMk cId="181570054" sldId="299"/>
            <ac:spMk id="5" creationId="{26D5A992-4208-4DE4-A602-087ED8EA29D7}"/>
          </ac:spMkLst>
        </pc:spChg>
        <pc:spChg chg="add del">
          <ac:chgData name="Deep Singh" userId="218171febb998cc3" providerId="LiveId" clId="{A631849A-FE2E-4D2F-A2E6-41A2D3869678}" dt="2020-04-02T04:35:13.430" v="7120"/>
          <ac:spMkLst>
            <pc:docMk/>
            <pc:sldMk cId="181570054" sldId="299"/>
            <ac:spMk id="7" creationId="{8676C8B0-4741-45FA-9D01-BDF23A3FC7FF}"/>
          </ac:spMkLst>
        </pc:spChg>
        <pc:spChg chg="add del">
          <ac:chgData name="Deep Singh" userId="218171febb998cc3" providerId="LiveId" clId="{A631849A-FE2E-4D2F-A2E6-41A2D3869678}" dt="2020-04-02T04:35:13.430" v="7120"/>
          <ac:spMkLst>
            <pc:docMk/>
            <pc:sldMk cId="181570054" sldId="299"/>
            <ac:spMk id="9" creationId="{410F9CF1-4B75-4E0F-97A1-C095F60F2601}"/>
          </ac:spMkLst>
        </pc:spChg>
        <pc:spChg chg="add del">
          <ac:chgData name="Deep Singh" userId="218171febb998cc3" providerId="LiveId" clId="{A631849A-FE2E-4D2F-A2E6-41A2D3869678}" dt="2020-04-02T04:35:13.430" v="7120"/>
          <ac:spMkLst>
            <pc:docMk/>
            <pc:sldMk cId="181570054" sldId="299"/>
            <ac:spMk id="11" creationId="{EA5BAEF5-B8A6-440D-940D-7B46A628C000}"/>
          </ac:spMkLst>
        </pc:spChg>
        <pc:spChg chg="add del">
          <ac:chgData name="Deep Singh" userId="218171febb998cc3" providerId="LiveId" clId="{A631849A-FE2E-4D2F-A2E6-41A2D3869678}" dt="2020-04-02T04:35:13.430" v="7120"/>
          <ac:spMkLst>
            <pc:docMk/>
            <pc:sldMk cId="181570054" sldId="299"/>
            <ac:spMk id="13" creationId="{E4152DD7-196B-4D6B-B6C0-70B2A718268D}"/>
          </ac:spMkLst>
        </pc:spChg>
        <pc:spChg chg="add del">
          <ac:chgData name="Deep Singh" userId="218171febb998cc3" providerId="LiveId" clId="{A631849A-FE2E-4D2F-A2E6-41A2D3869678}" dt="2020-04-02T04:35:13.430" v="7120"/>
          <ac:spMkLst>
            <pc:docMk/>
            <pc:sldMk cId="181570054" sldId="299"/>
            <ac:spMk id="15" creationId="{724B8865-E9EA-41F4-A6B7-E180AE8F7391}"/>
          </ac:spMkLst>
        </pc:spChg>
        <pc:spChg chg="add del">
          <ac:chgData name="Deep Singh" userId="218171febb998cc3" providerId="LiveId" clId="{A631849A-FE2E-4D2F-A2E6-41A2D3869678}" dt="2020-04-02T04:35:13.430" v="7120"/>
          <ac:spMkLst>
            <pc:docMk/>
            <pc:sldMk cId="181570054" sldId="299"/>
            <ac:spMk id="17" creationId="{37775794-E451-4C1B-A3F5-1DBCBA34D1C8}"/>
          </ac:spMkLst>
        </pc:spChg>
        <pc:spChg chg="add del">
          <ac:chgData name="Deep Singh" userId="218171febb998cc3" providerId="LiveId" clId="{A631849A-FE2E-4D2F-A2E6-41A2D3869678}" dt="2020-04-02T04:35:13.430" v="7120"/>
          <ac:spMkLst>
            <pc:docMk/>
            <pc:sldMk cId="181570054" sldId="299"/>
            <ac:spMk id="19" creationId="{2FE2818D-DA0E-4198-AEF3-A1ECB4FB2B96}"/>
          </ac:spMkLst>
        </pc:spChg>
        <pc:spChg chg="add">
          <ac:chgData name="Deep Singh" userId="218171febb998cc3" providerId="LiveId" clId="{A631849A-FE2E-4D2F-A2E6-41A2D3869678}" dt="2020-04-02T04:35:13.441" v="7121"/>
          <ac:spMkLst>
            <pc:docMk/>
            <pc:sldMk cId="181570054" sldId="299"/>
            <ac:spMk id="20" creationId="{5EEEA7BE-B80F-41D4-AAD0-CAA9E8E0F9BC}"/>
          </ac:spMkLst>
        </pc:spChg>
        <pc:spChg chg="add">
          <ac:chgData name="Deep Singh" userId="218171febb998cc3" providerId="LiveId" clId="{A631849A-FE2E-4D2F-A2E6-41A2D3869678}" dt="2020-04-02T04:35:13.441" v="7121"/>
          <ac:spMkLst>
            <pc:docMk/>
            <pc:sldMk cId="181570054" sldId="299"/>
            <ac:spMk id="21" creationId="{081C7399-0EE9-463C-9640-7BE156B3A8E9}"/>
          </ac:spMkLst>
        </pc:spChg>
        <pc:spChg chg="add">
          <ac:chgData name="Deep Singh" userId="218171febb998cc3" providerId="LiveId" clId="{A631849A-FE2E-4D2F-A2E6-41A2D3869678}" dt="2020-04-02T04:35:13.441" v="7121"/>
          <ac:spMkLst>
            <pc:docMk/>
            <pc:sldMk cId="181570054" sldId="299"/>
            <ac:spMk id="23" creationId="{1472B8B8-D458-404C-B80D-48ECC8872931}"/>
          </ac:spMkLst>
        </pc:spChg>
        <pc:spChg chg="add">
          <ac:chgData name="Deep Singh" userId="218171febb998cc3" providerId="LiveId" clId="{A631849A-FE2E-4D2F-A2E6-41A2D3869678}" dt="2020-04-02T04:35:13.441" v="7121"/>
          <ac:spMkLst>
            <pc:docMk/>
            <pc:sldMk cId="181570054" sldId="299"/>
            <ac:spMk id="25" creationId="{86AE0615-134F-4C1C-B734-85A990C825B8}"/>
          </ac:spMkLst>
        </pc:spChg>
        <pc:spChg chg="add">
          <ac:chgData name="Deep Singh" userId="218171febb998cc3" providerId="LiveId" clId="{A631849A-FE2E-4D2F-A2E6-41A2D3869678}" dt="2020-04-02T04:35:13.441" v="7121"/>
          <ac:spMkLst>
            <pc:docMk/>
            <pc:sldMk cId="181570054" sldId="299"/>
            <ac:spMk id="27" creationId="{E7C5A7D3-6E09-4564-B2CC-E949AE318965}"/>
          </ac:spMkLst>
        </pc:spChg>
        <pc:spChg chg="add">
          <ac:chgData name="Deep Singh" userId="218171febb998cc3" providerId="LiveId" clId="{A631849A-FE2E-4D2F-A2E6-41A2D3869678}" dt="2020-04-02T04:35:13.441" v="7121"/>
          <ac:spMkLst>
            <pc:docMk/>
            <pc:sldMk cId="181570054" sldId="299"/>
            <ac:spMk id="29" creationId="{857E8E97-EC42-493C-A13C-66DD3ECB5271}"/>
          </ac:spMkLst>
        </pc:spChg>
        <pc:spChg chg="add">
          <ac:chgData name="Deep Singh" userId="218171febb998cc3" providerId="LiveId" clId="{A631849A-FE2E-4D2F-A2E6-41A2D3869678}" dt="2020-04-02T04:35:13.441" v="7121"/>
          <ac:spMkLst>
            <pc:docMk/>
            <pc:sldMk cId="181570054" sldId="299"/>
            <ac:spMk id="31" creationId="{ED7DBDA1-CF52-4309-8E00-08DC6EDD5A25}"/>
          </ac:spMkLst>
        </pc:spChg>
        <pc:spChg chg="add">
          <ac:chgData name="Deep Singh" userId="218171febb998cc3" providerId="LiveId" clId="{A631849A-FE2E-4D2F-A2E6-41A2D3869678}" dt="2020-04-02T04:35:13.441" v="7121"/>
          <ac:spMkLst>
            <pc:docMk/>
            <pc:sldMk cId="181570054" sldId="299"/>
            <ac:spMk id="33" creationId="{485C26F1-F280-453A-906E-A956C2A11895}"/>
          </ac:spMkLst>
        </pc:spChg>
        <pc:spChg chg="add">
          <ac:chgData name="Deep Singh" userId="218171febb998cc3" providerId="LiveId" clId="{A631849A-FE2E-4D2F-A2E6-41A2D3869678}" dt="2020-04-02T04:35:13.441" v="7121"/>
          <ac:spMkLst>
            <pc:docMk/>
            <pc:sldMk cId="181570054" sldId="299"/>
            <ac:spMk id="35" creationId="{D216CEBD-FF88-4616-937E-C019761F926B}"/>
          </ac:spMkLst>
        </pc:spChg>
        <pc:spChg chg="add">
          <ac:chgData name="Deep Singh" userId="218171febb998cc3" providerId="LiveId" clId="{A631849A-FE2E-4D2F-A2E6-41A2D3869678}" dt="2020-04-02T04:35:13.441" v="7121"/>
          <ac:spMkLst>
            <pc:docMk/>
            <pc:sldMk cId="181570054" sldId="299"/>
            <ac:spMk id="37" creationId="{1941259C-D571-49CB-9CF8-C8AAE28D9F2A}"/>
          </ac:spMkLst>
        </pc:spChg>
        <pc:picChg chg="add del">
          <ac:chgData name="Deep Singh" userId="218171febb998cc3" providerId="LiveId" clId="{A631849A-FE2E-4D2F-A2E6-41A2D3869678}" dt="2020-04-02T04:35:13.430" v="7120"/>
          <ac:picMkLst>
            <pc:docMk/>
            <pc:sldMk cId="181570054" sldId="299"/>
            <ac:picMk id="4" creationId="{F0C0189E-1E29-4A6C-8B1D-1136E788249E}"/>
          </ac:picMkLst>
        </pc:picChg>
        <pc:picChg chg="add del">
          <ac:chgData name="Deep Singh" userId="218171febb998cc3" providerId="LiveId" clId="{A631849A-FE2E-4D2F-A2E6-41A2D3869678}" dt="2020-04-02T04:35:13.430" v="7120"/>
          <ac:picMkLst>
            <pc:docMk/>
            <pc:sldMk cId="181570054" sldId="299"/>
            <ac:picMk id="8" creationId="{31AA89AA-E879-4EC8-87DE-44499069A26C}"/>
          </ac:picMkLst>
        </pc:picChg>
        <pc:picChg chg="add del">
          <ac:chgData name="Deep Singh" userId="218171febb998cc3" providerId="LiveId" clId="{A631849A-FE2E-4D2F-A2E6-41A2D3869678}" dt="2020-04-02T04:35:13.430" v="7120"/>
          <ac:picMkLst>
            <pc:docMk/>
            <pc:sldMk cId="181570054" sldId="299"/>
            <ac:picMk id="12" creationId="{C6DA2922-1C8A-43E8-81C7-B4A7D674D049}"/>
          </ac:picMkLst>
        </pc:picChg>
        <pc:picChg chg="add del">
          <ac:chgData name="Deep Singh" userId="218171febb998cc3" providerId="LiveId" clId="{A631849A-FE2E-4D2F-A2E6-41A2D3869678}" dt="2020-04-02T04:35:13.430" v="7120"/>
          <ac:picMkLst>
            <pc:docMk/>
            <pc:sldMk cId="181570054" sldId="299"/>
            <ac:picMk id="16" creationId="{2EB68806-0325-404D-9E3F-41AD2B642CAE}"/>
          </ac:picMkLst>
        </pc:picChg>
        <pc:picChg chg="add">
          <ac:chgData name="Deep Singh" userId="218171febb998cc3" providerId="LiveId" clId="{A631849A-FE2E-4D2F-A2E6-41A2D3869678}" dt="2020-04-02T04:35:13.441" v="7121"/>
          <ac:picMkLst>
            <pc:docMk/>
            <pc:sldMk cId="181570054" sldId="299"/>
            <ac:picMk id="22" creationId="{7C239984-838D-4EBC-B80A-612EF54CE61A}"/>
          </ac:picMkLst>
        </pc:picChg>
        <pc:picChg chg="add">
          <ac:chgData name="Deep Singh" userId="218171febb998cc3" providerId="LiveId" clId="{A631849A-FE2E-4D2F-A2E6-41A2D3869678}" dt="2020-04-02T04:35:13.441" v="7121"/>
          <ac:picMkLst>
            <pc:docMk/>
            <pc:sldMk cId="181570054" sldId="299"/>
            <ac:picMk id="26" creationId="{37B8A6C7-1176-4FA6-A95B-EB1C4089D026}"/>
          </ac:picMkLst>
        </pc:picChg>
        <pc:picChg chg="add">
          <ac:chgData name="Deep Singh" userId="218171febb998cc3" providerId="LiveId" clId="{A631849A-FE2E-4D2F-A2E6-41A2D3869678}" dt="2020-04-02T04:35:13.441" v="7121"/>
          <ac:picMkLst>
            <pc:docMk/>
            <pc:sldMk cId="181570054" sldId="299"/>
            <ac:picMk id="30" creationId="{4D689E1D-C360-4A49-A33B-6C2F5E19A6B1}"/>
          </ac:picMkLst>
        </pc:picChg>
        <pc:picChg chg="add">
          <ac:chgData name="Deep Singh" userId="218171febb998cc3" providerId="LiveId" clId="{A631849A-FE2E-4D2F-A2E6-41A2D3869678}" dt="2020-04-02T04:35:13.441" v="7121"/>
          <ac:picMkLst>
            <pc:docMk/>
            <pc:sldMk cId="181570054" sldId="299"/>
            <ac:picMk id="34" creationId="{5AF3BB8E-E1E3-42B3-B3BD-9A5D2ED75F98}"/>
          </ac:picMkLst>
        </pc:picChg>
        <pc:cxnChg chg="add del">
          <ac:chgData name="Deep Singh" userId="218171febb998cc3" providerId="LiveId" clId="{A631849A-FE2E-4D2F-A2E6-41A2D3869678}" dt="2020-04-02T04:35:13.430" v="7120"/>
          <ac:cxnSpMkLst>
            <pc:docMk/>
            <pc:sldMk cId="181570054" sldId="299"/>
            <ac:cxnSpMk id="6" creationId="{288F518D-B424-4033-9EB2-0D5EDD5B7AE5}"/>
          </ac:cxnSpMkLst>
        </pc:cxnChg>
        <pc:cxnChg chg="add del">
          <ac:chgData name="Deep Singh" userId="218171febb998cc3" providerId="LiveId" clId="{A631849A-FE2E-4D2F-A2E6-41A2D3869678}" dt="2020-04-02T04:35:13.430" v="7120"/>
          <ac:cxnSpMkLst>
            <pc:docMk/>
            <pc:sldMk cId="181570054" sldId="299"/>
            <ac:cxnSpMk id="10" creationId="{0D4676D5-FF4C-4D3A-8576-05AECA672526}"/>
          </ac:cxnSpMkLst>
        </pc:cxnChg>
        <pc:cxnChg chg="add del">
          <ac:chgData name="Deep Singh" userId="218171febb998cc3" providerId="LiveId" clId="{A631849A-FE2E-4D2F-A2E6-41A2D3869678}" dt="2020-04-02T04:35:13.430" v="7120"/>
          <ac:cxnSpMkLst>
            <pc:docMk/>
            <pc:sldMk cId="181570054" sldId="299"/>
            <ac:cxnSpMk id="14" creationId="{9DFD0B69-EDEC-477F-B04A-D036CAFD504B}"/>
          </ac:cxnSpMkLst>
        </pc:cxnChg>
        <pc:cxnChg chg="add del">
          <ac:chgData name="Deep Singh" userId="218171febb998cc3" providerId="LiveId" clId="{A631849A-FE2E-4D2F-A2E6-41A2D3869678}" dt="2020-04-02T04:35:13.430" v="7120"/>
          <ac:cxnSpMkLst>
            <pc:docMk/>
            <pc:sldMk cId="181570054" sldId="299"/>
            <ac:cxnSpMk id="18" creationId="{0892388A-F1D8-421C-BC9A-394E20BABF23}"/>
          </ac:cxnSpMkLst>
        </pc:cxnChg>
        <pc:cxnChg chg="add">
          <ac:chgData name="Deep Singh" userId="218171febb998cc3" providerId="LiveId" clId="{A631849A-FE2E-4D2F-A2E6-41A2D3869678}" dt="2020-04-02T04:35:13.441" v="7121"/>
          <ac:cxnSpMkLst>
            <pc:docMk/>
            <pc:sldMk cId="181570054" sldId="299"/>
            <ac:cxnSpMk id="24" creationId="{3940B562-4FB7-45B6-9DEC-F8EF2A753BA2}"/>
          </ac:cxnSpMkLst>
        </pc:cxnChg>
        <pc:cxnChg chg="add">
          <ac:chgData name="Deep Singh" userId="218171febb998cc3" providerId="LiveId" clId="{A631849A-FE2E-4D2F-A2E6-41A2D3869678}" dt="2020-04-02T04:35:13.441" v="7121"/>
          <ac:cxnSpMkLst>
            <pc:docMk/>
            <pc:sldMk cId="181570054" sldId="299"/>
            <ac:cxnSpMk id="28" creationId="{7D69C696-EDA1-4664-BB48-000D973EA1B8}"/>
          </ac:cxnSpMkLst>
        </pc:cxnChg>
        <pc:cxnChg chg="add">
          <ac:chgData name="Deep Singh" userId="218171febb998cc3" providerId="LiveId" clId="{A631849A-FE2E-4D2F-A2E6-41A2D3869678}" dt="2020-04-02T04:35:13.441" v="7121"/>
          <ac:cxnSpMkLst>
            <pc:docMk/>
            <pc:sldMk cId="181570054" sldId="299"/>
            <ac:cxnSpMk id="32" creationId="{A040E93C-28D3-464C-92C7-BD79DA72C7EC}"/>
          </ac:cxnSpMkLst>
        </pc:cxnChg>
        <pc:cxnChg chg="add">
          <ac:chgData name="Deep Singh" userId="218171febb998cc3" providerId="LiveId" clId="{A631849A-FE2E-4D2F-A2E6-41A2D3869678}" dt="2020-04-02T04:35:13.441" v="7121"/>
          <ac:cxnSpMkLst>
            <pc:docMk/>
            <pc:sldMk cId="181570054" sldId="299"/>
            <ac:cxnSpMk id="36" creationId="{972AE74C-62A1-4103-8539-3FFB6E5854D9}"/>
          </ac:cxnSpMkLst>
        </pc:cxnChg>
      </pc:sldChg>
      <pc:sldChg chg="addSp delSp modSp add del">
        <pc:chgData name="Deep Singh" userId="218171febb998cc3" providerId="LiveId" clId="{A631849A-FE2E-4D2F-A2E6-41A2D3869678}" dt="2020-04-02T05:48:45.949" v="7972" actId="47"/>
        <pc:sldMkLst>
          <pc:docMk/>
          <pc:sldMk cId="512991592" sldId="300"/>
        </pc:sldMkLst>
        <pc:spChg chg="add del mod">
          <ac:chgData name="Deep Singh" userId="218171febb998cc3" providerId="LiveId" clId="{A631849A-FE2E-4D2F-A2E6-41A2D3869678}" dt="2020-04-02T04:53:26.020" v="7375" actId="478"/>
          <ac:spMkLst>
            <pc:docMk/>
            <pc:sldMk cId="512991592" sldId="300"/>
            <ac:spMk id="3" creationId="{2E4E0E5E-0DC1-4547-BE0F-C46BE2737837}"/>
          </ac:spMkLst>
        </pc:spChg>
        <pc:spChg chg="mod">
          <ac:chgData name="Deep Singh" userId="218171febb998cc3" providerId="LiveId" clId="{A631849A-FE2E-4D2F-A2E6-41A2D3869678}" dt="2020-04-02T04:54:07.519" v="7396" actId="20577"/>
          <ac:spMkLst>
            <pc:docMk/>
            <pc:sldMk cId="512991592" sldId="300"/>
            <ac:spMk id="6" creationId="{152ADB85-0025-4E0A-B62D-0D6377972C2F}"/>
          </ac:spMkLst>
        </pc:spChg>
        <pc:spChg chg="add mod">
          <ac:chgData name="Deep Singh" userId="218171febb998cc3" providerId="LiveId" clId="{A631849A-FE2E-4D2F-A2E6-41A2D3869678}" dt="2020-04-02T05:11:15.145" v="7627" actId="1076"/>
          <ac:spMkLst>
            <pc:docMk/>
            <pc:sldMk cId="512991592" sldId="300"/>
            <ac:spMk id="7" creationId="{5F82D121-B4A4-4893-AB68-13E96DF17E4C}"/>
          </ac:spMkLst>
        </pc:spChg>
        <pc:spChg chg="mod">
          <ac:chgData name="Deep Singh" userId="218171febb998cc3" providerId="LiveId" clId="{A631849A-FE2E-4D2F-A2E6-41A2D3869678}" dt="2020-04-02T05:06:03.989" v="7550" actId="14861"/>
          <ac:spMkLst>
            <pc:docMk/>
            <pc:sldMk cId="512991592" sldId="300"/>
            <ac:spMk id="10" creationId="{9A2141BA-AD0C-4F53-8157-0A8386895A5E}"/>
          </ac:spMkLst>
        </pc:spChg>
        <pc:spChg chg="mod">
          <ac:chgData name="Deep Singh" userId="218171febb998cc3" providerId="LiveId" clId="{A631849A-FE2E-4D2F-A2E6-41A2D3869678}" dt="2020-04-02T05:11:26.029" v="7632" actId="13822"/>
          <ac:spMkLst>
            <pc:docMk/>
            <pc:sldMk cId="512991592" sldId="300"/>
            <ac:spMk id="12" creationId="{76CB1C29-F0A9-44BD-BA80-011B98C9C60E}"/>
          </ac:spMkLst>
        </pc:spChg>
        <pc:spChg chg="mod">
          <ac:chgData name="Deep Singh" userId="218171febb998cc3" providerId="LiveId" clId="{A631849A-FE2E-4D2F-A2E6-41A2D3869678}" dt="2020-04-02T05:11:36.182" v="7634" actId="207"/>
          <ac:spMkLst>
            <pc:docMk/>
            <pc:sldMk cId="512991592" sldId="300"/>
            <ac:spMk id="13" creationId="{AA028321-239D-4921-9644-5B6E1E49C25D}"/>
          </ac:spMkLst>
        </pc:spChg>
        <pc:spChg chg="mod">
          <ac:chgData name="Deep Singh" userId="218171febb998cc3" providerId="LiveId" clId="{A631849A-FE2E-4D2F-A2E6-41A2D3869678}" dt="2020-04-02T05:11:48.649" v="7636" actId="207"/>
          <ac:spMkLst>
            <pc:docMk/>
            <pc:sldMk cId="512991592" sldId="300"/>
            <ac:spMk id="14" creationId="{E85DD1F7-19C6-4135-B69F-35F4C9B6EE4D}"/>
          </ac:spMkLst>
        </pc:spChg>
        <pc:spChg chg="mod">
          <ac:chgData name="Deep Singh" userId="218171febb998cc3" providerId="LiveId" clId="{A631849A-FE2E-4D2F-A2E6-41A2D3869678}" dt="2020-04-02T05:05:17.721" v="7540" actId="2085"/>
          <ac:spMkLst>
            <pc:docMk/>
            <pc:sldMk cId="512991592" sldId="300"/>
            <ac:spMk id="15" creationId="{CFB0E2E1-6A14-4C4A-A1B0-611C3D200BC8}"/>
          </ac:spMkLst>
        </pc:spChg>
        <pc:spChg chg="mod">
          <ac:chgData name="Deep Singh" userId="218171febb998cc3" providerId="LiveId" clId="{A631849A-FE2E-4D2F-A2E6-41A2D3869678}" dt="2020-04-02T05:05:17.721" v="7540" actId="2085"/>
          <ac:spMkLst>
            <pc:docMk/>
            <pc:sldMk cId="512991592" sldId="300"/>
            <ac:spMk id="16" creationId="{55CFE956-2031-4BCF-B27B-CFECED8FABDF}"/>
          </ac:spMkLst>
        </pc:spChg>
        <pc:spChg chg="mod">
          <ac:chgData name="Deep Singh" userId="218171febb998cc3" providerId="LiveId" clId="{A631849A-FE2E-4D2F-A2E6-41A2D3869678}" dt="2020-04-02T05:05:17.721" v="7540" actId="2085"/>
          <ac:spMkLst>
            <pc:docMk/>
            <pc:sldMk cId="512991592" sldId="300"/>
            <ac:spMk id="17" creationId="{45C98746-BC87-45D2-8983-364083F886C7}"/>
          </ac:spMkLst>
        </pc:spChg>
        <pc:spChg chg="mod">
          <ac:chgData name="Deep Singh" userId="218171febb998cc3" providerId="LiveId" clId="{A631849A-FE2E-4D2F-A2E6-41A2D3869678}" dt="2020-04-02T05:05:17.721" v="7540" actId="2085"/>
          <ac:spMkLst>
            <pc:docMk/>
            <pc:sldMk cId="512991592" sldId="300"/>
            <ac:spMk id="18" creationId="{23F9BB58-CFC1-49F8-88C7-88932A890280}"/>
          </ac:spMkLst>
        </pc:spChg>
        <pc:spChg chg="mod">
          <ac:chgData name="Deep Singh" userId="218171febb998cc3" providerId="LiveId" clId="{A631849A-FE2E-4D2F-A2E6-41A2D3869678}" dt="2020-04-02T05:05:17.721" v="7540" actId="2085"/>
          <ac:spMkLst>
            <pc:docMk/>
            <pc:sldMk cId="512991592" sldId="300"/>
            <ac:spMk id="19" creationId="{4C83F954-4D94-4A4A-9DA0-DCF62B61E9E0}"/>
          </ac:spMkLst>
        </pc:spChg>
        <pc:spChg chg="mod">
          <ac:chgData name="Deep Singh" userId="218171febb998cc3" providerId="LiveId" clId="{A631849A-FE2E-4D2F-A2E6-41A2D3869678}" dt="2020-04-02T05:05:17.721" v="7540" actId="2085"/>
          <ac:spMkLst>
            <pc:docMk/>
            <pc:sldMk cId="512991592" sldId="300"/>
            <ac:spMk id="20" creationId="{1AB2EABC-E610-47BE-A41E-97D6A43B7A42}"/>
          </ac:spMkLst>
        </pc:spChg>
        <pc:spChg chg="mod">
          <ac:chgData name="Deep Singh" userId="218171febb998cc3" providerId="LiveId" clId="{A631849A-FE2E-4D2F-A2E6-41A2D3869678}" dt="2020-04-02T05:05:17.721" v="7540" actId="2085"/>
          <ac:spMkLst>
            <pc:docMk/>
            <pc:sldMk cId="512991592" sldId="300"/>
            <ac:spMk id="27" creationId="{D9B60CC9-D942-4EAC-932C-04F749DA1CD1}"/>
          </ac:spMkLst>
        </pc:spChg>
        <pc:spChg chg="mod">
          <ac:chgData name="Deep Singh" userId="218171febb998cc3" providerId="LiveId" clId="{A631849A-FE2E-4D2F-A2E6-41A2D3869678}" dt="2020-04-02T05:05:17.721" v="7540" actId="2085"/>
          <ac:spMkLst>
            <pc:docMk/>
            <pc:sldMk cId="512991592" sldId="300"/>
            <ac:spMk id="32" creationId="{AFB91E4E-BE5E-479B-BABB-ACE103A5EC15}"/>
          </ac:spMkLst>
        </pc:spChg>
        <pc:spChg chg="mod">
          <ac:chgData name="Deep Singh" userId="218171febb998cc3" providerId="LiveId" clId="{A631849A-FE2E-4D2F-A2E6-41A2D3869678}" dt="2020-04-02T05:05:17.721" v="7540" actId="2085"/>
          <ac:spMkLst>
            <pc:docMk/>
            <pc:sldMk cId="512991592" sldId="300"/>
            <ac:spMk id="33" creationId="{55339F00-C93C-49F6-A0D1-D5C250A7633C}"/>
          </ac:spMkLst>
        </pc:spChg>
        <pc:grpChg chg="add mod">
          <ac:chgData name="Deep Singh" userId="218171febb998cc3" providerId="LiveId" clId="{A631849A-FE2E-4D2F-A2E6-41A2D3869678}" dt="2020-04-02T05:08:41.955" v="7609" actId="14861"/>
          <ac:grpSpMkLst>
            <pc:docMk/>
            <pc:sldMk cId="512991592" sldId="300"/>
            <ac:grpSpMk id="9" creationId="{36C3B17A-7C7B-4DC2-AFB3-750A2521500A}"/>
          </ac:grpSpMkLst>
        </pc:grpChg>
        <pc:graphicFrameChg chg="del">
          <ac:chgData name="Deep Singh" userId="218171febb998cc3" providerId="LiveId" clId="{A631849A-FE2E-4D2F-A2E6-41A2D3869678}" dt="2020-04-02T04:53:23.219" v="7374" actId="478"/>
          <ac:graphicFrameMkLst>
            <pc:docMk/>
            <pc:sldMk cId="512991592" sldId="300"/>
            <ac:graphicFrameMk id="45" creationId="{700B154E-BC0A-400D-BC69-E6CB1C494052}"/>
          </ac:graphicFrameMkLst>
        </pc:graphicFrameChg>
        <pc:cxnChg chg="mod">
          <ac:chgData name="Deep Singh" userId="218171febb998cc3" providerId="LiveId" clId="{A631849A-FE2E-4D2F-A2E6-41A2D3869678}" dt="2020-04-02T05:05:17.721" v="7540" actId="2085"/>
          <ac:cxnSpMkLst>
            <pc:docMk/>
            <pc:sldMk cId="512991592" sldId="300"/>
            <ac:cxnSpMk id="11" creationId="{E1682D2E-24E3-4D6C-A4F3-76A8E617E8AA}"/>
          </ac:cxnSpMkLst>
        </pc:cxnChg>
        <pc:cxnChg chg="mod">
          <ac:chgData name="Deep Singh" userId="218171febb998cc3" providerId="LiveId" clId="{A631849A-FE2E-4D2F-A2E6-41A2D3869678}" dt="2020-04-02T05:05:17.721" v="7540" actId="2085"/>
          <ac:cxnSpMkLst>
            <pc:docMk/>
            <pc:sldMk cId="512991592" sldId="300"/>
            <ac:cxnSpMk id="21" creationId="{192829DC-C059-43E2-92EE-FAAA13936A6E}"/>
          </ac:cxnSpMkLst>
        </pc:cxnChg>
        <pc:cxnChg chg="mod">
          <ac:chgData name="Deep Singh" userId="218171febb998cc3" providerId="LiveId" clId="{A631849A-FE2E-4D2F-A2E6-41A2D3869678}" dt="2020-04-02T05:05:17.721" v="7540" actId="2085"/>
          <ac:cxnSpMkLst>
            <pc:docMk/>
            <pc:sldMk cId="512991592" sldId="300"/>
            <ac:cxnSpMk id="22" creationId="{0ED5F447-5D09-43F0-9147-9CD394DB9519}"/>
          </ac:cxnSpMkLst>
        </pc:cxnChg>
        <pc:cxnChg chg="mod">
          <ac:chgData name="Deep Singh" userId="218171febb998cc3" providerId="LiveId" clId="{A631849A-FE2E-4D2F-A2E6-41A2D3869678}" dt="2020-04-02T05:05:17.721" v="7540" actId="2085"/>
          <ac:cxnSpMkLst>
            <pc:docMk/>
            <pc:sldMk cId="512991592" sldId="300"/>
            <ac:cxnSpMk id="23" creationId="{9E8981AA-B6DB-4E8E-B0E7-2785C3E07751}"/>
          </ac:cxnSpMkLst>
        </pc:cxnChg>
        <pc:cxnChg chg="mod">
          <ac:chgData name="Deep Singh" userId="218171febb998cc3" providerId="LiveId" clId="{A631849A-FE2E-4D2F-A2E6-41A2D3869678}" dt="2020-04-02T05:05:17.721" v="7540" actId="2085"/>
          <ac:cxnSpMkLst>
            <pc:docMk/>
            <pc:sldMk cId="512991592" sldId="300"/>
            <ac:cxnSpMk id="24" creationId="{72C7C712-6159-4004-AC7A-A1D0D686B35F}"/>
          </ac:cxnSpMkLst>
        </pc:cxnChg>
        <pc:cxnChg chg="mod">
          <ac:chgData name="Deep Singh" userId="218171febb998cc3" providerId="LiveId" clId="{A631849A-FE2E-4D2F-A2E6-41A2D3869678}" dt="2020-04-02T05:05:17.721" v="7540" actId="2085"/>
          <ac:cxnSpMkLst>
            <pc:docMk/>
            <pc:sldMk cId="512991592" sldId="300"/>
            <ac:cxnSpMk id="25" creationId="{27D86903-A48F-42D4-BD79-0B1B2015A6B7}"/>
          </ac:cxnSpMkLst>
        </pc:cxnChg>
        <pc:cxnChg chg="mod">
          <ac:chgData name="Deep Singh" userId="218171febb998cc3" providerId="LiveId" clId="{A631849A-FE2E-4D2F-A2E6-41A2D3869678}" dt="2020-04-02T05:05:17.721" v="7540" actId="2085"/>
          <ac:cxnSpMkLst>
            <pc:docMk/>
            <pc:sldMk cId="512991592" sldId="300"/>
            <ac:cxnSpMk id="26" creationId="{58D13E58-1F85-4C85-B3B8-8596096A8150}"/>
          </ac:cxnSpMkLst>
        </pc:cxnChg>
        <pc:cxnChg chg="mod">
          <ac:chgData name="Deep Singh" userId="218171febb998cc3" providerId="LiveId" clId="{A631849A-FE2E-4D2F-A2E6-41A2D3869678}" dt="2020-04-02T05:05:17.721" v="7540" actId="2085"/>
          <ac:cxnSpMkLst>
            <pc:docMk/>
            <pc:sldMk cId="512991592" sldId="300"/>
            <ac:cxnSpMk id="28" creationId="{DD3D9C79-3789-4AB7-8961-D74C58718BF6}"/>
          </ac:cxnSpMkLst>
        </pc:cxnChg>
        <pc:cxnChg chg="mod">
          <ac:chgData name="Deep Singh" userId="218171febb998cc3" providerId="LiveId" clId="{A631849A-FE2E-4D2F-A2E6-41A2D3869678}" dt="2020-04-02T05:05:17.721" v="7540" actId="2085"/>
          <ac:cxnSpMkLst>
            <pc:docMk/>
            <pc:sldMk cId="512991592" sldId="300"/>
            <ac:cxnSpMk id="29" creationId="{2AC22F8D-5367-4054-BDC2-61F92B034EDB}"/>
          </ac:cxnSpMkLst>
        </pc:cxnChg>
        <pc:cxnChg chg="mod">
          <ac:chgData name="Deep Singh" userId="218171febb998cc3" providerId="LiveId" clId="{A631849A-FE2E-4D2F-A2E6-41A2D3869678}" dt="2020-04-02T05:05:17.721" v="7540" actId="2085"/>
          <ac:cxnSpMkLst>
            <pc:docMk/>
            <pc:sldMk cId="512991592" sldId="300"/>
            <ac:cxnSpMk id="30" creationId="{FF1C816D-5C47-477F-B4A7-53D1796E0EE6}"/>
          </ac:cxnSpMkLst>
        </pc:cxnChg>
        <pc:cxnChg chg="mod">
          <ac:chgData name="Deep Singh" userId="218171febb998cc3" providerId="LiveId" clId="{A631849A-FE2E-4D2F-A2E6-41A2D3869678}" dt="2020-04-02T05:05:17.721" v="7540" actId="2085"/>
          <ac:cxnSpMkLst>
            <pc:docMk/>
            <pc:sldMk cId="512991592" sldId="300"/>
            <ac:cxnSpMk id="31" creationId="{578D2DB0-2F3F-4365-8E38-5B47EC67C2FC}"/>
          </ac:cxnSpMkLst>
        </pc:cxnChg>
        <pc:cxnChg chg="mod">
          <ac:chgData name="Deep Singh" userId="218171febb998cc3" providerId="LiveId" clId="{A631849A-FE2E-4D2F-A2E6-41A2D3869678}" dt="2020-04-02T05:05:17.721" v="7540" actId="2085"/>
          <ac:cxnSpMkLst>
            <pc:docMk/>
            <pc:sldMk cId="512991592" sldId="300"/>
            <ac:cxnSpMk id="34" creationId="{ABB48303-02AB-4386-82A7-2185D9865A35}"/>
          </ac:cxnSpMkLst>
        </pc:cxnChg>
        <pc:cxnChg chg="mod">
          <ac:chgData name="Deep Singh" userId="218171febb998cc3" providerId="LiveId" clId="{A631849A-FE2E-4D2F-A2E6-41A2D3869678}" dt="2020-04-02T05:05:17.721" v="7540" actId="2085"/>
          <ac:cxnSpMkLst>
            <pc:docMk/>
            <pc:sldMk cId="512991592" sldId="300"/>
            <ac:cxnSpMk id="35" creationId="{F12AA887-07EB-499F-8A13-5FBF8E774412}"/>
          </ac:cxnSpMkLst>
        </pc:cxnChg>
        <pc:cxnChg chg="mod">
          <ac:chgData name="Deep Singh" userId="218171febb998cc3" providerId="LiveId" clId="{A631849A-FE2E-4D2F-A2E6-41A2D3869678}" dt="2020-04-02T05:05:17.721" v="7540" actId="2085"/>
          <ac:cxnSpMkLst>
            <pc:docMk/>
            <pc:sldMk cId="512991592" sldId="300"/>
            <ac:cxnSpMk id="36" creationId="{7CE14F1E-4F4A-4908-95FA-E4A7975A369A}"/>
          </ac:cxnSpMkLst>
        </pc:cxnChg>
      </pc:sldChg>
      <pc:sldChg chg="addSp delSp modSp add del ord">
        <pc:chgData name="Deep Singh" userId="218171febb998cc3" providerId="LiveId" clId="{A631849A-FE2E-4D2F-A2E6-41A2D3869678}" dt="2020-04-02T05:48:45.965" v="7973" actId="47"/>
        <pc:sldMkLst>
          <pc:docMk/>
          <pc:sldMk cId="1709504418" sldId="301"/>
        </pc:sldMkLst>
        <pc:spChg chg="add mod">
          <ac:chgData name="Deep Singh" userId="218171febb998cc3" providerId="LiveId" clId="{A631849A-FE2E-4D2F-A2E6-41A2D3869678}" dt="2020-04-02T04:59:51.939" v="7487" actId="1076"/>
          <ac:spMkLst>
            <pc:docMk/>
            <pc:sldMk cId="1709504418" sldId="301"/>
            <ac:spMk id="2" creationId="{36EEB98C-4F6D-44E0-BE4F-C626FEEE58D7}"/>
          </ac:spMkLst>
        </pc:spChg>
        <pc:spChg chg="mod">
          <ac:chgData name="Deep Singh" userId="218171febb998cc3" providerId="LiveId" clId="{A631849A-FE2E-4D2F-A2E6-41A2D3869678}" dt="2020-04-02T04:59:56.239" v="7489" actId="1076"/>
          <ac:spMkLst>
            <pc:docMk/>
            <pc:sldMk cId="1709504418" sldId="301"/>
            <ac:spMk id="4" creationId="{49830AE6-3D29-4888-9A98-CA7098D82180}"/>
          </ac:spMkLst>
        </pc:spChg>
        <pc:spChg chg="mod">
          <ac:chgData name="Deep Singh" userId="218171febb998cc3" providerId="LiveId" clId="{A631849A-FE2E-4D2F-A2E6-41A2D3869678}" dt="2020-04-02T04:58:55.463" v="7483" actId="404"/>
          <ac:spMkLst>
            <pc:docMk/>
            <pc:sldMk cId="1709504418" sldId="301"/>
            <ac:spMk id="6" creationId="{152ADB85-0025-4E0A-B62D-0D6377972C2F}"/>
          </ac:spMkLst>
        </pc:spChg>
        <pc:spChg chg="del">
          <ac:chgData name="Deep Singh" userId="218171febb998cc3" providerId="LiveId" clId="{A631849A-FE2E-4D2F-A2E6-41A2D3869678}" dt="2020-04-02T04:57:41.875" v="7448" actId="478"/>
          <ac:spMkLst>
            <pc:docMk/>
            <pc:sldMk cId="1709504418" sldId="301"/>
            <ac:spMk id="28" creationId="{55D6E3B9-6044-4DCB-A86E-4A4E47F5A5F5}"/>
          </ac:spMkLst>
        </pc:spChg>
        <pc:spChg chg="add mod ord">
          <ac:chgData name="Deep Singh" userId="218171febb998cc3" providerId="LiveId" clId="{A631849A-FE2E-4D2F-A2E6-41A2D3869678}" dt="2020-04-02T05:13:36.418" v="7649" actId="164"/>
          <ac:spMkLst>
            <pc:docMk/>
            <pc:sldMk cId="1709504418" sldId="301"/>
            <ac:spMk id="29" creationId="{F016176B-D40E-4D9E-A08F-B4A73C868155}"/>
          </ac:spMkLst>
        </pc:spChg>
        <pc:spChg chg="add mod ord">
          <ac:chgData name="Deep Singh" userId="218171febb998cc3" providerId="LiveId" clId="{A631849A-FE2E-4D2F-A2E6-41A2D3869678}" dt="2020-04-02T05:13:36.418" v="7649" actId="164"/>
          <ac:spMkLst>
            <pc:docMk/>
            <pc:sldMk cId="1709504418" sldId="301"/>
            <ac:spMk id="30" creationId="{9CBB9C69-EAC4-40D4-AEDB-C1479FCB301D}"/>
          </ac:spMkLst>
        </pc:spChg>
        <pc:spChg chg="add mod ord">
          <ac:chgData name="Deep Singh" userId="218171febb998cc3" providerId="LiveId" clId="{A631849A-FE2E-4D2F-A2E6-41A2D3869678}" dt="2020-04-02T05:13:36.418" v="7649" actId="164"/>
          <ac:spMkLst>
            <pc:docMk/>
            <pc:sldMk cId="1709504418" sldId="301"/>
            <ac:spMk id="32" creationId="{35B308ED-5FE3-4B83-8A64-4DF7EC0255ED}"/>
          </ac:spMkLst>
        </pc:spChg>
        <pc:spChg chg="add mod ord">
          <ac:chgData name="Deep Singh" userId="218171febb998cc3" providerId="LiveId" clId="{A631849A-FE2E-4D2F-A2E6-41A2D3869678}" dt="2020-04-02T05:13:36.418" v="7649" actId="164"/>
          <ac:spMkLst>
            <pc:docMk/>
            <pc:sldMk cId="1709504418" sldId="301"/>
            <ac:spMk id="34" creationId="{809EBFB8-FF44-4527-BF6F-FD7FB837A5BE}"/>
          </ac:spMkLst>
        </pc:spChg>
        <pc:spChg chg="add mod ord">
          <ac:chgData name="Deep Singh" userId="218171febb998cc3" providerId="LiveId" clId="{A631849A-FE2E-4D2F-A2E6-41A2D3869678}" dt="2020-04-02T05:13:36.418" v="7649" actId="164"/>
          <ac:spMkLst>
            <pc:docMk/>
            <pc:sldMk cId="1709504418" sldId="301"/>
            <ac:spMk id="35" creationId="{A3987AFD-9C46-4717-89CD-7EBB25E335BC}"/>
          </ac:spMkLst>
        </pc:spChg>
        <pc:spChg chg="add mod ord">
          <ac:chgData name="Deep Singh" userId="218171febb998cc3" providerId="LiveId" clId="{A631849A-FE2E-4D2F-A2E6-41A2D3869678}" dt="2020-04-02T05:13:36.418" v="7649" actId="164"/>
          <ac:spMkLst>
            <pc:docMk/>
            <pc:sldMk cId="1709504418" sldId="301"/>
            <ac:spMk id="36" creationId="{AB94C4B3-EBD7-4351-8F77-A93102C9182B}"/>
          </ac:spMkLst>
        </pc:spChg>
        <pc:spChg chg="add mod">
          <ac:chgData name="Deep Singh" userId="218171febb998cc3" providerId="LiveId" clId="{A631849A-FE2E-4D2F-A2E6-41A2D3869678}" dt="2020-04-02T05:13:36.418" v="7649" actId="164"/>
          <ac:spMkLst>
            <pc:docMk/>
            <pc:sldMk cId="1709504418" sldId="301"/>
            <ac:spMk id="46" creationId="{1C4843D6-5939-43AD-9D24-36E9865B7D26}"/>
          </ac:spMkLst>
        </pc:spChg>
        <pc:spChg chg="add mod">
          <ac:chgData name="Deep Singh" userId="218171febb998cc3" providerId="LiveId" clId="{A631849A-FE2E-4D2F-A2E6-41A2D3869678}" dt="2020-04-02T05:13:36.418" v="7649" actId="164"/>
          <ac:spMkLst>
            <pc:docMk/>
            <pc:sldMk cId="1709504418" sldId="301"/>
            <ac:spMk id="47" creationId="{10AEABBC-FADC-4FAC-AD4B-F49F192B50B7}"/>
          </ac:spMkLst>
        </pc:spChg>
        <pc:spChg chg="add mod">
          <ac:chgData name="Deep Singh" userId="218171febb998cc3" providerId="LiveId" clId="{A631849A-FE2E-4D2F-A2E6-41A2D3869678}" dt="2020-04-02T05:13:36.418" v="7649" actId="164"/>
          <ac:spMkLst>
            <pc:docMk/>
            <pc:sldMk cId="1709504418" sldId="301"/>
            <ac:spMk id="49" creationId="{215AD2C3-CE79-4340-9054-A624A1A32177}"/>
          </ac:spMkLst>
        </pc:spChg>
        <pc:spChg chg="add mod">
          <ac:chgData name="Deep Singh" userId="218171febb998cc3" providerId="LiveId" clId="{A631849A-FE2E-4D2F-A2E6-41A2D3869678}" dt="2020-04-02T05:13:36.418" v="7649" actId="164"/>
          <ac:spMkLst>
            <pc:docMk/>
            <pc:sldMk cId="1709504418" sldId="301"/>
            <ac:spMk id="50" creationId="{745F63EF-50BD-4707-8DA6-45364EC83F20}"/>
          </ac:spMkLst>
        </pc:spChg>
        <pc:spChg chg="add mod">
          <ac:chgData name="Deep Singh" userId="218171febb998cc3" providerId="LiveId" clId="{A631849A-FE2E-4D2F-A2E6-41A2D3869678}" dt="2020-04-02T05:13:36.418" v="7649" actId="164"/>
          <ac:spMkLst>
            <pc:docMk/>
            <pc:sldMk cId="1709504418" sldId="301"/>
            <ac:spMk id="51" creationId="{6992D324-2DDE-4377-A7A7-EC5EB1E96762}"/>
          </ac:spMkLst>
        </pc:spChg>
        <pc:grpChg chg="add mod">
          <ac:chgData name="Deep Singh" userId="218171febb998cc3" providerId="LiveId" clId="{A631849A-FE2E-4D2F-A2E6-41A2D3869678}" dt="2020-04-02T05:13:36.418" v="7649" actId="164"/>
          <ac:grpSpMkLst>
            <pc:docMk/>
            <pc:sldMk cId="1709504418" sldId="301"/>
            <ac:grpSpMk id="3" creationId="{509D7E6B-3722-4D8D-B63C-2AFE18D03CD1}"/>
          </ac:grpSpMkLst>
        </pc:grpChg>
        <pc:grpChg chg="del">
          <ac:chgData name="Deep Singh" userId="218171febb998cc3" providerId="LiveId" clId="{A631849A-FE2E-4D2F-A2E6-41A2D3869678}" dt="2020-04-02T04:57:29.813" v="7445" actId="478"/>
          <ac:grpSpMkLst>
            <pc:docMk/>
            <pc:sldMk cId="1709504418" sldId="301"/>
            <ac:grpSpMk id="14" creationId="{79A0451C-37A7-4356-8EC2-F1625AA2DCCC}"/>
          </ac:grpSpMkLst>
        </pc:grpChg>
        <pc:grpChg chg="add mod">
          <ac:chgData name="Deep Singh" userId="218171febb998cc3" providerId="LiveId" clId="{A631849A-FE2E-4D2F-A2E6-41A2D3869678}" dt="2020-04-02T05:13:36.418" v="7649" actId="164"/>
          <ac:grpSpMkLst>
            <pc:docMk/>
            <pc:sldMk cId="1709504418" sldId="301"/>
            <ac:grpSpMk id="38" creationId="{177D0DB0-C68E-486F-B2EE-9E99CEC2DDBF}"/>
          </ac:grpSpMkLst>
        </pc:grpChg>
        <pc:cxnChg chg="mod">
          <ac:chgData name="Deep Singh" userId="218171febb998cc3" providerId="LiveId" clId="{A631849A-FE2E-4D2F-A2E6-41A2D3869678}" dt="2020-04-02T04:57:29.813" v="7445" actId="478"/>
          <ac:cxnSpMkLst>
            <pc:docMk/>
            <pc:sldMk cId="1709504418" sldId="301"/>
            <ac:cxnSpMk id="20" creationId="{B0B66A90-6285-4622-9F24-BC69C52967C6}"/>
          </ac:cxnSpMkLst>
        </pc:cxnChg>
        <pc:cxnChg chg="mod">
          <ac:chgData name="Deep Singh" userId="218171febb998cc3" providerId="LiveId" clId="{A631849A-FE2E-4D2F-A2E6-41A2D3869678}" dt="2020-04-02T04:57:29.813" v="7445" actId="478"/>
          <ac:cxnSpMkLst>
            <pc:docMk/>
            <pc:sldMk cId="1709504418" sldId="301"/>
            <ac:cxnSpMk id="21" creationId="{26DEC20A-C79A-4D64-B1EA-4F0393E9C3FC}"/>
          </ac:cxnSpMkLst>
        </pc:cxnChg>
        <pc:cxnChg chg="mod">
          <ac:chgData name="Deep Singh" userId="218171febb998cc3" providerId="LiveId" clId="{A631849A-FE2E-4D2F-A2E6-41A2D3869678}" dt="2020-04-02T04:57:29.813" v="7445" actId="478"/>
          <ac:cxnSpMkLst>
            <pc:docMk/>
            <pc:sldMk cId="1709504418" sldId="301"/>
            <ac:cxnSpMk id="22" creationId="{B5758C53-39DF-49D7-8BE0-B8E1339A5F5E}"/>
          </ac:cxnSpMkLst>
        </pc:cxnChg>
        <pc:cxnChg chg="mod">
          <ac:chgData name="Deep Singh" userId="218171febb998cc3" providerId="LiveId" clId="{A631849A-FE2E-4D2F-A2E6-41A2D3869678}" dt="2020-04-02T04:57:29.813" v="7445" actId="478"/>
          <ac:cxnSpMkLst>
            <pc:docMk/>
            <pc:sldMk cId="1709504418" sldId="301"/>
            <ac:cxnSpMk id="24" creationId="{B279A90F-7342-4C6C-8AA2-69A37CAC72DC}"/>
          </ac:cxnSpMkLst>
        </pc:cxnChg>
        <pc:cxnChg chg="mod">
          <ac:chgData name="Deep Singh" userId="218171febb998cc3" providerId="LiveId" clId="{A631849A-FE2E-4D2F-A2E6-41A2D3869678}" dt="2020-04-02T04:57:29.813" v="7445" actId="478"/>
          <ac:cxnSpMkLst>
            <pc:docMk/>
            <pc:sldMk cId="1709504418" sldId="301"/>
            <ac:cxnSpMk id="27" creationId="{98E6A45E-490A-4A0B-94CE-3ACD36C080B5}"/>
          </ac:cxnSpMkLst>
        </pc:cxnChg>
        <pc:cxnChg chg="add mod ord">
          <ac:chgData name="Deep Singh" userId="218171febb998cc3" providerId="LiveId" clId="{A631849A-FE2E-4D2F-A2E6-41A2D3869678}" dt="2020-04-02T05:13:36.418" v="7649" actId="164"/>
          <ac:cxnSpMkLst>
            <pc:docMk/>
            <pc:sldMk cId="1709504418" sldId="301"/>
            <ac:cxnSpMk id="31" creationId="{3F185BE5-228E-47F0-A1FC-2DBDD211AC52}"/>
          </ac:cxnSpMkLst>
        </pc:cxnChg>
        <pc:cxnChg chg="add mod ord">
          <ac:chgData name="Deep Singh" userId="218171febb998cc3" providerId="LiveId" clId="{A631849A-FE2E-4D2F-A2E6-41A2D3869678}" dt="2020-04-02T05:13:36.418" v="7649" actId="164"/>
          <ac:cxnSpMkLst>
            <pc:docMk/>
            <pc:sldMk cId="1709504418" sldId="301"/>
            <ac:cxnSpMk id="33" creationId="{4A0E19E3-562A-4CA5-919E-1B9D983D5D6B}"/>
          </ac:cxnSpMkLst>
        </pc:cxnChg>
        <pc:cxnChg chg="add mod ord">
          <ac:chgData name="Deep Singh" userId="218171febb998cc3" providerId="LiveId" clId="{A631849A-FE2E-4D2F-A2E6-41A2D3869678}" dt="2020-04-02T05:13:36.418" v="7649" actId="164"/>
          <ac:cxnSpMkLst>
            <pc:docMk/>
            <pc:sldMk cId="1709504418" sldId="301"/>
            <ac:cxnSpMk id="37" creationId="{00886C1A-5329-44BA-A350-9FCCC04A2E1E}"/>
          </ac:cxnSpMkLst>
        </pc:cxnChg>
        <pc:cxnChg chg="add mod">
          <ac:chgData name="Deep Singh" userId="218171febb998cc3" providerId="LiveId" clId="{A631849A-FE2E-4D2F-A2E6-41A2D3869678}" dt="2020-04-02T05:13:36.418" v="7649" actId="164"/>
          <ac:cxnSpMkLst>
            <pc:docMk/>
            <pc:sldMk cId="1709504418" sldId="301"/>
            <ac:cxnSpMk id="43" creationId="{D523301E-A4C6-4FD4-AF96-34793B0EC76C}"/>
          </ac:cxnSpMkLst>
        </pc:cxnChg>
        <pc:cxnChg chg="add mod">
          <ac:chgData name="Deep Singh" userId="218171febb998cc3" providerId="LiveId" clId="{A631849A-FE2E-4D2F-A2E6-41A2D3869678}" dt="2020-04-02T05:13:36.418" v="7649" actId="164"/>
          <ac:cxnSpMkLst>
            <pc:docMk/>
            <pc:sldMk cId="1709504418" sldId="301"/>
            <ac:cxnSpMk id="44" creationId="{51DCB716-1C96-4819-AB46-FB1F393925DC}"/>
          </ac:cxnSpMkLst>
        </pc:cxnChg>
        <pc:cxnChg chg="add mod">
          <ac:chgData name="Deep Singh" userId="218171febb998cc3" providerId="LiveId" clId="{A631849A-FE2E-4D2F-A2E6-41A2D3869678}" dt="2020-04-02T05:13:36.418" v="7649" actId="164"/>
          <ac:cxnSpMkLst>
            <pc:docMk/>
            <pc:sldMk cId="1709504418" sldId="301"/>
            <ac:cxnSpMk id="45" creationId="{98C89AA6-EFD8-4699-8747-D1D02E0FAE15}"/>
          </ac:cxnSpMkLst>
        </pc:cxnChg>
        <pc:cxnChg chg="add mod">
          <ac:chgData name="Deep Singh" userId="218171febb998cc3" providerId="LiveId" clId="{A631849A-FE2E-4D2F-A2E6-41A2D3869678}" dt="2020-04-02T05:13:36.418" v="7649" actId="164"/>
          <ac:cxnSpMkLst>
            <pc:docMk/>
            <pc:sldMk cId="1709504418" sldId="301"/>
            <ac:cxnSpMk id="48" creationId="{384A3E4F-B17D-4B0F-AAB3-A8F555D97438}"/>
          </ac:cxnSpMkLst>
        </pc:cxnChg>
        <pc:cxnChg chg="add mod">
          <ac:chgData name="Deep Singh" userId="218171febb998cc3" providerId="LiveId" clId="{A631849A-FE2E-4D2F-A2E6-41A2D3869678}" dt="2020-04-02T05:13:36.418" v="7649" actId="164"/>
          <ac:cxnSpMkLst>
            <pc:docMk/>
            <pc:sldMk cId="1709504418" sldId="301"/>
            <ac:cxnSpMk id="52" creationId="{272D9A49-6E6A-4F26-BE3A-2D3EBD568C35}"/>
          </ac:cxnSpMkLst>
        </pc:cxnChg>
      </pc:sldChg>
      <pc:sldChg chg="addSp delSp modSp add del ord">
        <pc:chgData name="Deep Singh" userId="218171febb998cc3" providerId="LiveId" clId="{A631849A-FE2E-4D2F-A2E6-41A2D3869678}" dt="2020-04-02T05:02:53.888" v="7511"/>
        <pc:sldMkLst>
          <pc:docMk/>
          <pc:sldMk cId="1083999606" sldId="302"/>
        </pc:sldMkLst>
        <pc:grpChg chg="add del">
          <ac:chgData name="Deep Singh" userId="218171febb998cc3" providerId="LiveId" clId="{A631849A-FE2E-4D2F-A2E6-41A2D3869678}" dt="2020-04-02T05:02:52.315" v="7509" actId="478"/>
          <ac:grpSpMkLst>
            <pc:docMk/>
            <pc:sldMk cId="1083999606" sldId="302"/>
            <ac:grpSpMk id="14" creationId="{79A0451C-37A7-4356-8EC2-F1625AA2DCCC}"/>
          </ac:grpSpMkLst>
        </pc:grpChg>
        <pc:grpChg chg="add del mod ord">
          <ac:chgData name="Deep Singh" userId="218171febb998cc3" providerId="LiveId" clId="{A631849A-FE2E-4D2F-A2E6-41A2D3869678}" dt="2020-04-02T05:02:04.164" v="7504"/>
          <ac:grpSpMkLst>
            <pc:docMk/>
            <pc:sldMk cId="1083999606" sldId="302"/>
            <ac:grpSpMk id="29" creationId="{F995FA2C-2594-49AD-87B8-A58D6E1473C0}"/>
          </ac:grpSpMkLst>
        </pc:grpChg>
        <pc:grpChg chg="add del mod">
          <ac:chgData name="Deep Singh" userId="218171febb998cc3" providerId="LiveId" clId="{A631849A-FE2E-4D2F-A2E6-41A2D3869678}" dt="2020-04-02T05:02:51.789" v="7508"/>
          <ac:grpSpMkLst>
            <pc:docMk/>
            <pc:sldMk cId="1083999606" sldId="302"/>
            <ac:grpSpMk id="57" creationId="{EA95A82E-AE5C-40B7-9C25-6CD7FBC413F6}"/>
          </ac:grpSpMkLst>
        </pc:grpChg>
        <pc:cxnChg chg="mod">
          <ac:chgData name="Deep Singh" userId="218171febb998cc3" providerId="LiveId" clId="{A631849A-FE2E-4D2F-A2E6-41A2D3869678}" dt="2020-04-02T05:02:52.315" v="7509" actId="478"/>
          <ac:cxnSpMkLst>
            <pc:docMk/>
            <pc:sldMk cId="1083999606" sldId="302"/>
            <ac:cxnSpMk id="20" creationId="{B0B66A90-6285-4622-9F24-BC69C52967C6}"/>
          </ac:cxnSpMkLst>
        </pc:cxnChg>
        <pc:cxnChg chg="mod">
          <ac:chgData name="Deep Singh" userId="218171febb998cc3" providerId="LiveId" clId="{A631849A-FE2E-4D2F-A2E6-41A2D3869678}" dt="2020-04-02T05:02:52.315" v="7509" actId="478"/>
          <ac:cxnSpMkLst>
            <pc:docMk/>
            <pc:sldMk cId="1083999606" sldId="302"/>
            <ac:cxnSpMk id="21" creationId="{26DEC20A-C79A-4D64-B1EA-4F0393E9C3FC}"/>
          </ac:cxnSpMkLst>
        </pc:cxnChg>
        <pc:cxnChg chg="mod">
          <ac:chgData name="Deep Singh" userId="218171febb998cc3" providerId="LiveId" clId="{A631849A-FE2E-4D2F-A2E6-41A2D3869678}" dt="2020-04-02T05:02:52.315" v="7509" actId="478"/>
          <ac:cxnSpMkLst>
            <pc:docMk/>
            <pc:sldMk cId="1083999606" sldId="302"/>
            <ac:cxnSpMk id="22" creationId="{B5758C53-39DF-49D7-8BE0-B8E1339A5F5E}"/>
          </ac:cxnSpMkLst>
        </pc:cxnChg>
        <pc:cxnChg chg="mod">
          <ac:chgData name="Deep Singh" userId="218171febb998cc3" providerId="LiveId" clId="{A631849A-FE2E-4D2F-A2E6-41A2D3869678}" dt="2020-04-02T05:02:52.315" v="7509" actId="478"/>
          <ac:cxnSpMkLst>
            <pc:docMk/>
            <pc:sldMk cId="1083999606" sldId="302"/>
            <ac:cxnSpMk id="24" creationId="{B279A90F-7342-4C6C-8AA2-69A37CAC72DC}"/>
          </ac:cxnSpMkLst>
        </pc:cxnChg>
        <pc:cxnChg chg="mod">
          <ac:chgData name="Deep Singh" userId="218171febb998cc3" providerId="LiveId" clId="{A631849A-FE2E-4D2F-A2E6-41A2D3869678}" dt="2020-04-02T05:02:52.315" v="7509" actId="478"/>
          <ac:cxnSpMkLst>
            <pc:docMk/>
            <pc:sldMk cId="1083999606" sldId="302"/>
            <ac:cxnSpMk id="27" creationId="{98E6A45E-490A-4A0B-94CE-3ACD36C080B5}"/>
          </ac:cxnSpMkLst>
        </pc:cxnChg>
      </pc:sldChg>
      <pc:sldChg chg="addSp delSp modSp add">
        <pc:chgData name="Deep Singh" userId="218171febb998cc3" providerId="LiveId" clId="{A631849A-FE2E-4D2F-A2E6-41A2D3869678}" dt="2020-04-02T21:04:48.425" v="15262" actId="20577"/>
        <pc:sldMkLst>
          <pc:docMk/>
          <pc:sldMk cId="1346420906" sldId="302"/>
        </pc:sldMkLst>
        <pc:spChg chg="del">
          <ac:chgData name="Deep Singh" userId="218171febb998cc3" providerId="LiveId" clId="{A631849A-FE2E-4D2F-A2E6-41A2D3869678}" dt="2020-04-02T05:14:03.718" v="7652" actId="478"/>
          <ac:spMkLst>
            <pc:docMk/>
            <pc:sldMk cId="1346420906" sldId="302"/>
            <ac:spMk id="2" creationId="{36EEB98C-4F6D-44E0-BE4F-C626FEEE58D7}"/>
          </ac:spMkLst>
        </pc:spChg>
        <pc:spChg chg="mod">
          <ac:chgData name="Deep Singh" userId="218171febb998cc3" providerId="LiveId" clId="{A631849A-FE2E-4D2F-A2E6-41A2D3869678}" dt="2020-04-02T21:04:48.425" v="15262" actId="20577"/>
          <ac:spMkLst>
            <pc:docMk/>
            <pc:sldMk cId="1346420906" sldId="302"/>
            <ac:spMk id="6" creationId="{152ADB85-0025-4E0A-B62D-0D6377972C2F}"/>
          </ac:spMkLst>
        </pc:spChg>
        <pc:spChg chg="del">
          <ac:chgData name="Deep Singh" userId="218171febb998cc3" providerId="LiveId" clId="{A631849A-FE2E-4D2F-A2E6-41A2D3869678}" dt="2020-04-02T05:14:03.718" v="7652" actId="478"/>
          <ac:spMkLst>
            <pc:docMk/>
            <pc:sldMk cId="1346420906" sldId="302"/>
            <ac:spMk id="29" creationId="{F016176B-D40E-4D9E-A08F-B4A73C868155}"/>
          </ac:spMkLst>
        </pc:spChg>
        <pc:spChg chg="del">
          <ac:chgData name="Deep Singh" userId="218171febb998cc3" providerId="LiveId" clId="{A631849A-FE2E-4D2F-A2E6-41A2D3869678}" dt="2020-04-02T05:14:03.718" v="7652" actId="478"/>
          <ac:spMkLst>
            <pc:docMk/>
            <pc:sldMk cId="1346420906" sldId="302"/>
            <ac:spMk id="30" creationId="{9CBB9C69-EAC4-40D4-AEDB-C1479FCB301D}"/>
          </ac:spMkLst>
        </pc:spChg>
        <pc:spChg chg="del">
          <ac:chgData name="Deep Singh" userId="218171febb998cc3" providerId="LiveId" clId="{A631849A-FE2E-4D2F-A2E6-41A2D3869678}" dt="2020-04-02T05:14:03.718" v="7652" actId="478"/>
          <ac:spMkLst>
            <pc:docMk/>
            <pc:sldMk cId="1346420906" sldId="302"/>
            <ac:spMk id="32" creationId="{35B308ED-5FE3-4B83-8A64-4DF7EC0255ED}"/>
          </ac:spMkLst>
        </pc:spChg>
        <pc:spChg chg="del">
          <ac:chgData name="Deep Singh" userId="218171febb998cc3" providerId="LiveId" clId="{A631849A-FE2E-4D2F-A2E6-41A2D3869678}" dt="2020-04-02T05:14:03.718" v="7652" actId="478"/>
          <ac:spMkLst>
            <pc:docMk/>
            <pc:sldMk cId="1346420906" sldId="302"/>
            <ac:spMk id="34" creationId="{809EBFB8-FF44-4527-BF6F-FD7FB837A5BE}"/>
          </ac:spMkLst>
        </pc:spChg>
        <pc:spChg chg="del">
          <ac:chgData name="Deep Singh" userId="218171febb998cc3" providerId="LiveId" clId="{A631849A-FE2E-4D2F-A2E6-41A2D3869678}" dt="2020-04-02T05:14:03.718" v="7652" actId="478"/>
          <ac:spMkLst>
            <pc:docMk/>
            <pc:sldMk cId="1346420906" sldId="302"/>
            <ac:spMk id="35" creationId="{A3987AFD-9C46-4717-89CD-7EBB25E335BC}"/>
          </ac:spMkLst>
        </pc:spChg>
        <pc:spChg chg="del">
          <ac:chgData name="Deep Singh" userId="218171febb998cc3" providerId="LiveId" clId="{A631849A-FE2E-4D2F-A2E6-41A2D3869678}" dt="2020-04-02T05:14:03.718" v="7652" actId="478"/>
          <ac:spMkLst>
            <pc:docMk/>
            <pc:sldMk cId="1346420906" sldId="302"/>
            <ac:spMk id="36" creationId="{AB94C4B3-EBD7-4351-8F77-A93102C9182B}"/>
          </ac:spMkLst>
        </pc:spChg>
        <pc:spChg chg="del">
          <ac:chgData name="Deep Singh" userId="218171febb998cc3" providerId="LiveId" clId="{A631849A-FE2E-4D2F-A2E6-41A2D3869678}" dt="2020-04-02T05:14:03.718" v="7652" actId="478"/>
          <ac:spMkLst>
            <pc:docMk/>
            <pc:sldMk cId="1346420906" sldId="302"/>
            <ac:spMk id="46" creationId="{1C4843D6-5939-43AD-9D24-36E9865B7D26}"/>
          </ac:spMkLst>
        </pc:spChg>
        <pc:spChg chg="del">
          <ac:chgData name="Deep Singh" userId="218171febb998cc3" providerId="LiveId" clId="{A631849A-FE2E-4D2F-A2E6-41A2D3869678}" dt="2020-04-02T05:14:03.718" v="7652" actId="478"/>
          <ac:spMkLst>
            <pc:docMk/>
            <pc:sldMk cId="1346420906" sldId="302"/>
            <ac:spMk id="47" creationId="{10AEABBC-FADC-4FAC-AD4B-F49F192B50B7}"/>
          </ac:spMkLst>
        </pc:spChg>
        <pc:spChg chg="del">
          <ac:chgData name="Deep Singh" userId="218171febb998cc3" providerId="LiveId" clId="{A631849A-FE2E-4D2F-A2E6-41A2D3869678}" dt="2020-04-02T05:14:03.718" v="7652" actId="478"/>
          <ac:spMkLst>
            <pc:docMk/>
            <pc:sldMk cId="1346420906" sldId="302"/>
            <ac:spMk id="49" creationId="{215AD2C3-CE79-4340-9054-A624A1A32177}"/>
          </ac:spMkLst>
        </pc:spChg>
        <pc:spChg chg="del">
          <ac:chgData name="Deep Singh" userId="218171febb998cc3" providerId="LiveId" clId="{A631849A-FE2E-4D2F-A2E6-41A2D3869678}" dt="2020-04-02T05:14:03.718" v="7652" actId="478"/>
          <ac:spMkLst>
            <pc:docMk/>
            <pc:sldMk cId="1346420906" sldId="302"/>
            <ac:spMk id="50" creationId="{745F63EF-50BD-4707-8DA6-45364EC83F20}"/>
          </ac:spMkLst>
        </pc:spChg>
        <pc:spChg chg="del">
          <ac:chgData name="Deep Singh" userId="218171febb998cc3" providerId="LiveId" clId="{A631849A-FE2E-4D2F-A2E6-41A2D3869678}" dt="2020-04-02T05:14:03.718" v="7652" actId="478"/>
          <ac:spMkLst>
            <pc:docMk/>
            <pc:sldMk cId="1346420906" sldId="302"/>
            <ac:spMk id="51" creationId="{6992D324-2DDE-4377-A7A7-EC5EB1E96762}"/>
          </ac:spMkLst>
        </pc:spChg>
        <pc:grpChg chg="del">
          <ac:chgData name="Deep Singh" userId="218171febb998cc3" providerId="LiveId" clId="{A631849A-FE2E-4D2F-A2E6-41A2D3869678}" dt="2020-04-02T05:14:03.718" v="7652" actId="478"/>
          <ac:grpSpMkLst>
            <pc:docMk/>
            <pc:sldMk cId="1346420906" sldId="302"/>
            <ac:grpSpMk id="38" creationId="{177D0DB0-C68E-486F-B2EE-9E99CEC2DDBF}"/>
          </ac:grpSpMkLst>
        </pc:grpChg>
        <pc:grpChg chg="add mod">
          <ac:chgData name="Deep Singh" userId="218171febb998cc3" providerId="LiveId" clId="{A631849A-FE2E-4D2F-A2E6-41A2D3869678}" dt="2020-04-02T05:50:08.710" v="8059" actId="1037"/>
          <ac:grpSpMkLst>
            <pc:docMk/>
            <pc:sldMk cId="1346420906" sldId="302"/>
            <ac:grpSpMk id="53" creationId="{4D6F0702-BFD3-427B-817E-B81205291C66}"/>
          </ac:grpSpMkLst>
        </pc:grpChg>
        <pc:cxnChg chg="del mod">
          <ac:chgData name="Deep Singh" userId="218171febb998cc3" providerId="LiveId" clId="{A631849A-FE2E-4D2F-A2E6-41A2D3869678}" dt="2020-04-02T05:14:03.718" v="7652" actId="478"/>
          <ac:cxnSpMkLst>
            <pc:docMk/>
            <pc:sldMk cId="1346420906" sldId="302"/>
            <ac:cxnSpMk id="31" creationId="{3F185BE5-228E-47F0-A1FC-2DBDD211AC52}"/>
          </ac:cxnSpMkLst>
        </pc:cxnChg>
        <pc:cxnChg chg="del mod">
          <ac:chgData name="Deep Singh" userId="218171febb998cc3" providerId="LiveId" clId="{A631849A-FE2E-4D2F-A2E6-41A2D3869678}" dt="2020-04-02T05:14:03.718" v="7652" actId="478"/>
          <ac:cxnSpMkLst>
            <pc:docMk/>
            <pc:sldMk cId="1346420906" sldId="302"/>
            <ac:cxnSpMk id="33" creationId="{4A0E19E3-562A-4CA5-919E-1B9D983D5D6B}"/>
          </ac:cxnSpMkLst>
        </pc:cxnChg>
        <pc:cxnChg chg="del mod">
          <ac:chgData name="Deep Singh" userId="218171febb998cc3" providerId="LiveId" clId="{A631849A-FE2E-4D2F-A2E6-41A2D3869678}" dt="2020-04-02T05:14:03.718" v="7652" actId="478"/>
          <ac:cxnSpMkLst>
            <pc:docMk/>
            <pc:sldMk cId="1346420906" sldId="302"/>
            <ac:cxnSpMk id="37" creationId="{00886C1A-5329-44BA-A350-9FCCC04A2E1E}"/>
          </ac:cxnSpMkLst>
        </pc:cxnChg>
        <pc:cxnChg chg="del mod">
          <ac:chgData name="Deep Singh" userId="218171febb998cc3" providerId="LiveId" clId="{A631849A-FE2E-4D2F-A2E6-41A2D3869678}" dt="2020-04-02T05:14:03.718" v="7652" actId="478"/>
          <ac:cxnSpMkLst>
            <pc:docMk/>
            <pc:sldMk cId="1346420906" sldId="302"/>
            <ac:cxnSpMk id="43" creationId="{D523301E-A4C6-4FD4-AF96-34793B0EC76C}"/>
          </ac:cxnSpMkLst>
        </pc:cxnChg>
        <pc:cxnChg chg="del mod">
          <ac:chgData name="Deep Singh" userId="218171febb998cc3" providerId="LiveId" clId="{A631849A-FE2E-4D2F-A2E6-41A2D3869678}" dt="2020-04-02T05:14:03.718" v="7652" actId="478"/>
          <ac:cxnSpMkLst>
            <pc:docMk/>
            <pc:sldMk cId="1346420906" sldId="302"/>
            <ac:cxnSpMk id="44" creationId="{51DCB716-1C96-4819-AB46-FB1F393925DC}"/>
          </ac:cxnSpMkLst>
        </pc:cxnChg>
        <pc:cxnChg chg="del mod">
          <ac:chgData name="Deep Singh" userId="218171febb998cc3" providerId="LiveId" clId="{A631849A-FE2E-4D2F-A2E6-41A2D3869678}" dt="2020-04-02T05:14:03.718" v="7652" actId="478"/>
          <ac:cxnSpMkLst>
            <pc:docMk/>
            <pc:sldMk cId="1346420906" sldId="302"/>
            <ac:cxnSpMk id="45" creationId="{98C89AA6-EFD8-4699-8747-D1D02E0FAE15}"/>
          </ac:cxnSpMkLst>
        </pc:cxnChg>
        <pc:cxnChg chg="del mod">
          <ac:chgData name="Deep Singh" userId="218171febb998cc3" providerId="LiveId" clId="{A631849A-FE2E-4D2F-A2E6-41A2D3869678}" dt="2020-04-02T05:14:03.718" v="7652" actId="478"/>
          <ac:cxnSpMkLst>
            <pc:docMk/>
            <pc:sldMk cId="1346420906" sldId="302"/>
            <ac:cxnSpMk id="48" creationId="{384A3E4F-B17D-4B0F-AAB3-A8F555D97438}"/>
          </ac:cxnSpMkLst>
        </pc:cxnChg>
        <pc:cxnChg chg="del mod">
          <ac:chgData name="Deep Singh" userId="218171febb998cc3" providerId="LiveId" clId="{A631849A-FE2E-4D2F-A2E6-41A2D3869678}" dt="2020-04-02T05:14:03.718" v="7652" actId="478"/>
          <ac:cxnSpMkLst>
            <pc:docMk/>
            <pc:sldMk cId="1346420906" sldId="302"/>
            <ac:cxnSpMk id="52" creationId="{272D9A49-6E6A-4F26-BE3A-2D3EBD568C35}"/>
          </ac:cxnSpMkLst>
        </pc:cxnChg>
      </pc:sldChg>
      <pc:sldChg chg="addSp delSp modSp add del mod setBg setClrOvrMap">
        <pc:chgData name="Deep Singh" userId="218171febb998cc3" providerId="LiveId" clId="{A631849A-FE2E-4D2F-A2E6-41A2D3869678}" dt="2020-04-02T05:49:54.027" v="7995" actId="47"/>
        <pc:sldMkLst>
          <pc:docMk/>
          <pc:sldMk cId="2225627175" sldId="303"/>
        </pc:sldMkLst>
        <pc:spChg chg="del">
          <ac:chgData name="Deep Singh" userId="218171febb998cc3" providerId="LiveId" clId="{A631849A-FE2E-4D2F-A2E6-41A2D3869678}" dt="2020-04-02T05:14:32.161" v="7656"/>
          <ac:spMkLst>
            <pc:docMk/>
            <pc:sldMk cId="2225627175" sldId="303"/>
            <ac:spMk id="2" creationId="{9FC2F5A3-AB62-4CB6-9ABE-5394F299FAE6}"/>
          </ac:spMkLst>
        </pc:spChg>
        <pc:spChg chg="del">
          <ac:chgData name="Deep Singh" userId="218171febb998cc3" providerId="LiveId" clId="{A631849A-FE2E-4D2F-A2E6-41A2D3869678}" dt="2020-04-02T05:14:32.161" v="7656"/>
          <ac:spMkLst>
            <pc:docMk/>
            <pc:sldMk cId="2225627175" sldId="303"/>
            <ac:spMk id="3" creationId="{229298B8-D6ED-47AD-8288-4C782FA9ED5D}"/>
          </ac:spMkLst>
        </pc:spChg>
        <pc:spChg chg="del">
          <ac:chgData name="Deep Singh" userId="218171febb998cc3" providerId="LiveId" clId="{A631849A-FE2E-4D2F-A2E6-41A2D3869678}" dt="2020-04-02T05:14:32.161" v="7656"/>
          <ac:spMkLst>
            <pc:docMk/>
            <pc:sldMk cId="2225627175" sldId="303"/>
            <ac:spMk id="4" creationId="{B69D0EB1-E0DC-44B5-ABF9-9D92F8E6320C}"/>
          </ac:spMkLst>
        </pc:spChg>
        <pc:spChg chg="mod ord">
          <ac:chgData name="Deep Singh" userId="218171febb998cc3" providerId="LiveId" clId="{A631849A-FE2E-4D2F-A2E6-41A2D3869678}" dt="2020-04-02T05:16:39.603" v="7662" actId="26606"/>
          <ac:spMkLst>
            <pc:docMk/>
            <pc:sldMk cId="2225627175" sldId="303"/>
            <ac:spMk id="5" creationId="{04FF6E59-7532-4234-9CB8-2D92AECBFB72}"/>
          </ac:spMkLst>
        </pc:spChg>
        <pc:spChg chg="mod">
          <ac:chgData name="Deep Singh" userId="218171febb998cc3" providerId="LiveId" clId="{A631849A-FE2E-4D2F-A2E6-41A2D3869678}" dt="2020-04-02T05:16:39.603" v="7662" actId="26606"/>
          <ac:spMkLst>
            <pc:docMk/>
            <pc:sldMk cId="2225627175" sldId="303"/>
            <ac:spMk id="6" creationId="{F2EF67C9-6656-4317-A775-20B57D7A18E1}"/>
          </ac:spMkLst>
        </pc:spChg>
        <pc:spChg chg="add mod">
          <ac:chgData name="Deep Singh" userId="218171febb998cc3" providerId="LiveId" clId="{A631849A-FE2E-4D2F-A2E6-41A2D3869678}" dt="2020-04-02T05:39:53.873" v="7772" actId="20577"/>
          <ac:spMkLst>
            <pc:docMk/>
            <pc:sldMk cId="2225627175" sldId="303"/>
            <ac:spMk id="7" creationId="{D12B0BB6-570E-4281-AD82-71BB4BD37102}"/>
          </ac:spMkLst>
        </pc:spChg>
        <pc:spChg chg="add mod">
          <ac:chgData name="Deep Singh" userId="218171febb998cc3" providerId="LiveId" clId="{A631849A-FE2E-4D2F-A2E6-41A2D3869678}" dt="2020-04-02T05:43:46.805" v="7827" actId="20577"/>
          <ac:spMkLst>
            <pc:docMk/>
            <pc:sldMk cId="2225627175" sldId="303"/>
            <ac:spMk id="8" creationId="{22454AC6-7024-4D50-A320-1EF0FEDA5714}"/>
          </ac:spMkLst>
        </pc:spChg>
        <pc:spChg chg="add del">
          <ac:chgData name="Deep Singh" userId="218171febb998cc3" providerId="LiveId" clId="{A631849A-FE2E-4D2F-A2E6-41A2D3869678}" dt="2020-04-02T05:16:33.735" v="7658" actId="26606"/>
          <ac:spMkLst>
            <pc:docMk/>
            <pc:sldMk cId="2225627175" sldId="303"/>
            <ac:spMk id="12" creationId="{2A8AA5BC-4F7A-4226-8F99-6D824B226A97}"/>
          </ac:spMkLst>
        </pc:spChg>
        <pc:spChg chg="add del">
          <ac:chgData name="Deep Singh" userId="218171febb998cc3" providerId="LiveId" clId="{A631849A-FE2E-4D2F-A2E6-41A2D3869678}" dt="2020-04-02T05:16:33.735" v="7658" actId="26606"/>
          <ac:spMkLst>
            <pc:docMk/>
            <pc:sldMk cId="2225627175" sldId="303"/>
            <ac:spMk id="14" creationId="{3E5445C6-DD42-4979-86FF-03730E8C6DB0}"/>
          </ac:spMkLst>
        </pc:spChg>
        <pc:spChg chg="add del">
          <ac:chgData name="Deep Singh" userId="218171febb998cc3" providerId="LiveId" clId="{A631849A-FE2E-4D2F-A2E6-41A2D3869678}" dt="2020-04-02T05:16:36.193" v="7660" actId="26606"/>
          <ac:spMkLst>
            <pc:docMk/>
            <pc:sldMk cId="2225627175" sldId="303"/>
            <ac:spMk id="18" creationId="{EB270761-CC40-4F3F-A916-7E3BC3989348}"/>
          </ac:spMkLst>
        </pc:spChg>
        <pc:spChg chg="add del">
          <ac:chgData name="Deep Singh" userId="218171febb998cc3" providerId="LiveId" clId="{A631849A-FE2E-4D2F-A2E6-41A2D3869678}" dt="2020-04-02T05:16:36.193" v="7660" actId="26606"/>
          <ac:spMkLst>
            <pc:docMk/>
            <pc:sldMk cId="2225627175" sldId="303"/>
            <ac:spMk id="19" creationId="{2820855C-9FA4-417A-BE67-63C022F81980}"/>
          </ac:spMkLst>
        </pc:spChg>
        <pc:spChg chg="add del">
          <ac:chgData name="Deep Singh" userId="218171febb998cc3" providerId="LiveId" clId="{A631849A-FE2E-4D2F-A2E6-41A2D3869678}" dt="2020-04-02T05:16:36.193" v="7660" actId="26606"/>
          <ac:spMkLst>
            <pc:docMk/>
            <pc:sldMk cId="2225627175" sldId="303"/>
            <ac:spMk id="20" creationId="{D7E6A49B-1B06-403E-8CC5-ACB38A6BDEEB}"/>
          </ac:spMkLst>
        </pc:spChg>
        <pc:spChg chg="add del">
          <ac:chgData name="Deep Singh" userId="218171febb998cc3" providerId="LiveId" clId="{A631849A-FE2E-4D2F-A2E6-41A2D3869678}" dt="2020-04-02T05:16:39.603" v="7662" actId="26606"/>
          <ac:spMkLst>
            <pc:docMk/>
            <pc:sldMk cId="2225627175" sldId="303"/>
            <ac:spMk id="22" creationId="{FFD48BC7-DC40-47DE-87EE-9F4B6ECB9ABB}"/>
          </ac:spMkLst>
        </pc:spChg>
        <pc:spChg chg="add del">
          <ac:chgData name="Deep Singh" userId="218171febb998cc3" providerId="LiveId" clId="{A631849A-FE2E-4D2F-A2E6-41A2D3869678}" dt="2020-04-02T05:16:39.603" v="7662" actId="26606"/>
          <ac:spMkLst>
            <pc:docMk/>
            <pc:sldMk cId="2225627175" sldId="303"/>
            <ac:spMk id="23" creationId="{E502BBC7-2C76-46F3-BC24-5985BC13DB88}"/>
          </ac:spMkLst>
        </pc:spChg>
        <pc:spChg chg="add del">
          <ac:chgData name="Deep Singh" userId="218171febb998cc3" providerId="LiveId" clId="{A631849A-FE2E-4D2F-A2E6-41A2D3869678}" dt="2020-04-02T05:16:39.603" v="7662" actId="26606"/>
          <ac:spMkLst>
            <pc:docMk/>
            <pc:sldMk cId="2225627175" sldId="303"/>
            <ac:spMk id="24" creationId="{C7F28D52-2A5F-4D23-81AE-7CB8B591C7AF}"/>
          </ac:spMkLst>
        </pc:spChg>
        <pc:spChg chg="add del">
          <ac:chgData name="Deep Singh" userId="218171febb998cc3" providerId="LiveId" clId="{A631849A-FE2E-4D2F-A2E6-41A2D3869678}" dt="2020-04-02T05:16:39.603" v="7662" actId="26606"/>
          <ac:spMkLst>
            <pc:docMk/>
            <pc:sldMk cId="2225627175" sldId="303"/>
            <ac:spMk id="25" creationId="{3629484E-3792-4B3D-89AD-7C8A1ED0E0D4}"/>
          </ac:spMkLst>
        </pc:spChg>
        <pc:cxnChg chg="add del">
          <ac:chgData name="Deep Singh" userId="218171febb998cc3" providerId="LiveId" clId="{A631849A-FE2E-4D2F-A2E6-41A2D3869678}" dt="2020-04-02T05:16:33.735" v="7658" actId="26606"/>
          <ac:cxnSpMkLst>
            <pc:docMk/>
            <pc:sldMk cId="2225627175" sldId="303"/>
            <ac:cxnSpMk id="16" creationId="{45000665-DFC7-417E-8FD7-516A0F15C975}"/>
          </ac:cxnSpMkLst>
        </pc:cxnChg>
      </pc:sldChg>
      <pc:sldChg chg="addSp delSp modSp add del mod ord setBg">
        <pc:chgData name="Deep Singh" userId="218171febb998cc3" providerId="LiveId" clId="{A631849A-FE2E-4D2F-A2E6-41A2D3869678}" dt="2020-04-02T05:33:21.277" v="7748" actId="47"/>
        <pc:sldMkLst>
          <pc:docMk/>
          <pc:sldMk cId="800987578" sldId="304"/>
        </pc:sldMkLst>
        <pc:spChg chg="mod">
          <ac:chgData name="Deep Singh" userId="218171febb998cc3" providerId="LiveId" clId="{A631849A-FE2E-4D2F-A2E6-41A2D3869678}" dt="2020-04-02T05:33:02.473" v="7747" actId="26606"/>
          <ac:spMkLst>
            <pc:docMk/>
            <pc:sldMk cId="800987578" sldId="304"/>
            <ac:spMk id="4" creationId="{49830AE6-3D29-4888-9A98-CA7098D82180}"/>
          </ac:spMkLst>
        </pc:spChg>
        <pc:spChg chg="mod">
          <ac:chgData name="Deep Singh" userId="218171febb998cc3" providerId="LiveId" clId="{A631849A-FE2E-4D2F-A2E6-41A2D3869678}" dt="2020-04-02T05:33:02.473" v="7747" actId="26606"/>
          <ac:spMkLst>
            <pc:docMk/>
            <pc:sldMk cId="800987578" sldId="304"/>
            <ac:spMk id="5" creationId="{88E4AEF1-BCC1-469A-84F6-93FCBF447C7B}"/>
          </ac:spMkLst>
        </pc:spChg>
        <pc:spChg chg="mod ord">
          <ac:chgData name="Deep Singh" userId="218171febb998cc3" providerId="LiveId" clId="{A631849A-FE2E-4D2F-A2E6-41A2D3869678}" dt="2020-04-02T05:33:02.473" v="7747" actId="26606"/>
          <ac:spMkLst>
            <pc:docMk/>
            <pc:sldMk cId="800987578" sldId="304"/>
            <ac:spMk id="6" creationId="{152ADB85-0025-4E0A-B62D-0D6377972C2F}"/>
          </ac:spMkLst>
        </pc:spChg>
        <pc:spChg chg="add del">
          <ac:chgData name="Deep Singh" userId="218171febb998cc3" providerId="LiveId" clId="{A631849A-FE2E-4D2F-A2E6-41A2D3869678}" dt="2020-04-02T05:20:12.793" v="7694" actId="26606"/>
          <ac:spMkLst>
            <pc:docMk/>
            <pc:sldMk cId="800987578" sldId="304"/>
            <ac:spMk id="47" creationId="{122F9423-F4B1-45D4-8445-E9991ECCBCCF}"/>
          </ac:spMkLst>
        </pc:spChg>
        <pc:spChg chg="add del">
          <ac:chgData name="Deep Singh" userId="218171febb998cc3" providerId="LiveId" clId="{A631849A-FE2E-4D2F-A2E6-41A2D3869678}" dt="2020-04-02T05:18:17.417" v="7679" actId="26606"/>
          <ac:spMkLst>
            <pc:docMk/>
            <pc:sldMk cId="800987578" sldId="304"/>
            <ac:spMk id="50" creationId="{46C2E80F-49A6-4372-B103-219D417A55ED}"/>
          </ac:spMkLst>
        </pc:spChg>
        <pc:spChg chg="add del">
          <ac:chgData name="Deep Singh" userId="218171febb998cc3" providerId="LiveId" clId="{A631849A-FE2E-4D2F-A2E6-41A2D3869678}" dt="2020-04-02T05:17:54.091" v="7672" actId="26606"/>
          <ac:spMkLst>
            <pc:docMk/>
            <pc:sldMk cId="800987578" sldId="304"/>
            <ac:spMk id="55" creationId="{3A5B4632-C963-4296-86F0-79AA9EA5AE98}"/>
          </ac:spMkLst>
        </pc:spChg>
        <pc:spChg chg="add del">
          <ac:chgData name="Deep Singh" userId="218171febb998cc3" providerId="LiveId" clId="{A631849A-FE2E-4D2F-A2E6-41A2D3869678}" dt="2020-04-02T05:20:48.394" v="7697" actId="26606"/>
          <ac:spMkLst>
            <pc:docMk/>
            <pc:sldMk cId="800987578" sldId="304"/>
            <ac:spMk id="56" creationId="{122F9423-F4B1-45D4-8445-E9991ECCBCCF}"/>
          </ac:spMkLst>
        </pc:spChg>
        <pc:spChg chg="add del">
          <ac:chgData name="Deep Singh" userId="218171febb998cc3" providerId="LiveId" clId="{A631849A-FE2E-4D2F-A2E6-41A2D3869678}" dt="2020-04-02T05:31:17.821" v="7738" actId="26606"/>
          <ac:spMkLst>
            <pc:docMk/>
            <pc:sldMk cId="800987578" sldId="304"/>
            <ac:spMk id="62" creationId="{46C2E80F-49A6-4372-B103-219D417A55ED}"/>
          </ac:spMkLst>
        </pc:spChg>
        <pc:spChg chg="add del">
          <ac:chgData name="Deep Singh" userId="218171febb998cc3" providerId="LiveId" clId="{A631849A-FE2E-4D2F-A2E6-41A2D3869678}" dt="2020-04-02T05:31:13.524" v="7735" actId="26606"/>
          <ac:spMkLst>
            <pc:docMk/>
            <pc:sldMk cId="800987578" sldId="304"/>
            <ac:spMk id="67" creationId="{46C2E80F-49A6-4372-B103-219D417A55ED}"/>
          </ac:spMkLst>
        </pc:spChg>
        <pc:spChg chg="add del">
          <ac:chgData name="Deep Singh" userId="218171febb998cc3" providerId="LiveId" clId="{A631849A-FE2E-4D2F-A2E6-41A2D3869678}" dt="2020-04-02T05:29:39.042" v="7712" actId="26606"/>
          <ac:spMkLst>
            <pc:docMk/>
            <pc:sldMk cId="800987578" sldId="304"/>
            <ac:spMk id="69" creationId="{42A5316D-ED2F-4F89-B4B4-8D9240B1A348}"/>
          </ac:spMkLst>
        </pc:spChg>
        <pc:spChg chg="add del">
          <ac:chgData name="Deep Singh" userId="218171febb998cc3" providerId="LiveId" clId="{A631849A-FE2E-4D2F-A2E6-41A2D3869678}" dt="2020-04-02T05:31:17.785" v="7737" actId="26606"/>
          <ac:spMkLst>
            <pc:docMk/>
            <pc:sldMk cId="800987578" sldId="304"/>
            <ac:spMk id="70" creationId="{46C2E80F-49A6-4372-B103-219D417A55ED}"/>
          </ac:spMkLst>
        </pc:spChg>
        <pc:spChg chg="add del">
          <ac:chgData name="Deep Singh" userId="218171febb998cc3" providerId="LiveId" clId="{A631849A-FE2E-4D2F-A2E6-41A2D3869678}" dt="2020-04-02T05:29:43.076" v="7714" actId="26606"/>
          <ac:spMkLst>
            <pc:docMk/>
            <pc:sldMk cId="800987578" sldId="304"/>
            <ac:spMk id="71" creationId="{42A5316D-ED2F-4F89-B4B4-8D9240B1A348}"/>
          </ac:spMkLst>
        </pc:spChg>
        <pc:spChg chg="add del">
          <ac:chgData name="Deep Singh" userId="218171febb998cc3" providerId="LiveId" clId="{A631849A-FE2E-4D2F-A2E6-41A2D3869678}" dt="2020-04-02T05:32:30.313" v="7745" actId="26606"/>
          <ac:spMkLst>
            <pc:docMk/>
            <pc:sldMk cId="800987578" sldId="304"/>
            <ac:spMk id="73" creationId="{46C2E80F-49A6-4372-B103-219D417A55ED}"/>
          </ac:spMkLst>
        </pc:spChg>
        <pc:spChg chg="add del">
          <ac:chgData name="Deep Singh" userId="218171febb998cc3" providerId="LiveId" clId="{A631849A-FE2E-4D2F-A2E6-41A2D3869678}" dt="2020-04-02T05:32:09.198" v="7740" actId="26606"/>
          <ac:spMkLst>
            <pc:docMk/>
            <pc:sldMk cId="800987578" sldId="304"/>
            <ac:spMk id="78" creationId="{46C2E80F-49A6-4372-B103-219D417A55ED}"/>
          </ac:spMkLst>
        </pc:spChg>
        <pc:spChg chg="add del">
          <ac:chgData name="Deep Singh" userId="218171febb998cc3" providerId="LiveId" clId="{A631849A-FE2E-4D2F-A2E6-41A2D3869678}" dt="2020-04-02T05:32:27.648" v="7742" actId="26606"/>
          <ac:spMkLst>
            <pc:docMk/>
            <pc:sldMk cId="800987578" sldId="304"/>
            <ac:spMk id="80" creationId="{46C2E80F-49A6-4372-B103-219D417A55ED}"/>
          </ac:spMkLst>
        </pc:spChg>
        <pc:spChg chg="add del">
          <ac:chgData name="Deep Singh" userId="218171febb998cc3" providerId="LiveId" clId="{A631849A-FE2E-4D2F-A2E6-41A2D3869678}" dt="2020-04-02T05:32:30.228" v="7744" actId="26606"/>
          <ac:spMkLst>
            <pc:docMk/>
            <pc:sldMk cId="800987578" sldId="304"/>
            <ac:spMk id="82" creationId="{3A5B4632-C963-4296-86F0-79AA9EA5AE98}"/>
          </ac:spMkLst>
        </pc:spChg>
        <pc:spChg chg="add del">
          <ac:chgData name="Deep Singh" userId="218171febb998cc3" providerId="LiveId" clId="{A631849A-FE2E-4D2F-A2E6-41A2D3869678}" dt="2020-04-02T05:33:02.473" v="7747" actId="26606"/>
          <ac:spMkLst>
            <pc:docMk/>
            <pc:sldMk cId="800987578" sldId="304"/>
            <ac:spMk id="86" creationId="{460B0EFB-53ED-4F35-B05D-F658EA021C65}"/>
          </ac:spMkLst>
        </pc:spChg>
        <pc:spChg chg="add del">
          <ac:chgData name="Deep Singh" userId="218171febb998cc3" providerId="LiveId" clId="{A631849A-FE2E-4D2F-A2E6-41A2D3869678}" dt="2020-04-02T05:33:02.473" v="7747" actId="26606"/>
          <ac:spMkLst>
            <pc:docMk/>
            <pc:sldMk cId="800987578" sldId="304"/>
            <ac:spMk id="88" creationId="{835EF3DD-7D43-4A27-8967-A92FD8CC9365}"/>
          </ac:spMkLst>
        </pc:spChg>
        <pc:grpChg chg="add del">
          <ac:chgData name="Deep Singh" userId="218171febb998cc3" providerId="LiveId" clId="{A631849A-FE2E-4D2F-A2E6-41A2D3869678}" dt="2020-04-02T05:20:12.793" v="7694" actId="26606"/>
          <ac:grpSpMkLst>
            <pc:docMk/>
            <pc:sldMk cId="800987578" sldId="304"/>
            <ac:grpSpMk id="52" creationId="{770AE191-D2EA-45C9-A44D-830C188F74CB}"/>
          </ac:grpSpMkLst>
        </pc:grpChg>
        <pc:grpChg chg="add del">
          <ac:chgData name="Deep Singh" userId="218171febb998cc3" providerId="LiveId" clId="{A631849A-FE2E-4D2F-A2E6-41A2D3869678}" dt="2020-04-02T05:20:48.394" v="7697" actId="26606"/>
          <ac:grpSpMkLst>
            <pc:docMk/>
            <pc:sldMk cId="800987578" sldId="304"/>
            <ac:grpSpMk id="57" creationId="{770AE191-D2EA-45C9-A44D-830C188F74CB}"/>
          </ac:grpSpMkLst>
        </pc:grpChg>
        <pc:graphicFrameChg chg="add del mod modGraphic">
          <ac:chgData name="Deep Singh" userId="218171febb998cc3" providerId="LiveId" clId="{A631849A-FE2E-4D2F-A2E6-41A2D3869678}" dt="2020-04-02T05:33:02.473" v="7747" actId="26606"/>
          <ac:graphicFrameMkLst>
            <pc:docMk/>
            <pc:sldMk cId="800987578" sldId="304"/>
            <ac:graphicFrameMk id="45" creationId="{700B154E-BC0A-400D-BC69-E6CB1C494052}"/>
          </ac:graphicFrameMkLst>
        </pc:graphicFrameChg>
        <pc:graphicFrameChg chg="add del">
          <ac:chgData name="Deep Singh" userId="218171febb998cc3" providerId="LiveId" clId="{A631849A-FE2E-4D2F-A2E6-41A2D3869678}" dt="2020-04-02T05:29:39.042" v="7712" actId="26606"/>
          <ac:graphicFrameMkLst>
            <pc:docMk/>
            <pc:sldMk cId="800987578" sldId="304"/>
            <ac:graphicFrameMk id="64" creationId="{49029E77-DE22-417F-BB12-3F4D4ECC45D7}"/>
          </ac:graphicFrameMkLst>
        </pc:graphicFrameChg>
        <pc:graphicFrameChg chg="add del">
          <ac:chgData name="Deep Singh" userId="218171febb998cc3" providerId="LiveId" clId="{A631849A-FE2E-4D2F-A2E6-41A2D3869678}" dt="2020-04-02T05:29:43.076" v="7714" actId="26606"/>
          <ac:graphicFrameMkLst>
            <pc:docMk/>
            <pc:sldMk cId="800987578" sldId="304"/>
            <ac:graphicFrameMk id="72" creationId="{41955D0A-1A48-4866-98C1-B961202B9112}"/>
          </ac:graphicFrameMkLst>
        </pc:graphicFrameChg>
        <pc:graphicFrameChg chg="add del">
          <ac:chgData name="Deep Singh" userId="218171febb998cc3" providerId="LiveId" clId="{A631849A-FE2E-4D2F-A2E6-41A2D3869678}" dt="2020-04-02T05:33:02.473" v="7747" actId="26606"/>
          <ac:graphicFrameMkLst>
            <pc:docMk/>
            <pc:sldMk cId="800987578" sldId="304"/>
            <ac:graphicFrameMk id="81" creationId="{FDC55E49-1831-4B4C-B4E6-25BA340C66D2}"/>
          </ac:graphicFrameMkLst>
        </pc:graphicFrameChg>
        <pc:picChg chg="add mod">
          <ac:chgData name="Deep Singh" userId="218171febb998cc3" providerId="LiveId" clId="{A631849A-FE2E-4D2F-A2E6-41A2D3869678}" dt="2020-04-02T05:33:02.473" v="7747" actId="26606"/>
          <ac:picMkLst>
            <pc:docMk/>
            <pc:sldMk cId="800987578" sldId="304"/>
            <ac:picMk id="75" creationId="{7630E916-6260-4B42-8F60-978796C6F48D}"/>
          </ac:picMkLst>
        </pc:picChg>
        <pc:cxnChg chg="add del">
          <ac:chgData name="Deep Singh" userId="218171febb998cc3" providerId="LiveId" clId="{A631849A-FE2E-4D2F-A2E6-41A2D3869678}" dt="2020-04-02T05:33:02.473" v="7747" actId="26606"/>
          <ac:cxnSpMkLst>
            <pc:docMk/>
            <pc:sldMk cId="800987578" sldId="304"/>
            <ac:cxnSpMk id="79" creationId="{A7F400EE-A8A5-48AF-B4D6-291B52C6F0B0}"/>
          </ac:cxnSpMkLst>
        </pc:cxnChg>
      </pc:sldChg>
      <pc:sldChg chg="add del">
        <pc:chgData name="Deep Singh" userId="218171febb998cc3" providerId="LiveId" clId="{A631849A-FE2E-4D2F-A2E6-41A2D3869678}" dt="2020-04-02T05:19:38.077" v="7690" actId="47"/>
        <pc:sldMkLst>
          <pc:docMk/>
          <pc:sldMk cId="742593898" sldId="305"/>
        </pc:sldMkLst>
      </pc:sldChg>
      <pc:sldChg chg="add del">
        <pc:chgData name="Deep Singh" userId="218171febb998cc3" providerId="LiveId" clId="{A631849A-FE2E-4D2F-A2E6-41A2D3869678}" dt="2020-04-02T05:19:09.486" v="7689"/>
        <pc:sldMkLst>
          <pc:docMk/>
          <pc:sldMk cId="4219253665" sldId="306"/>
        </pc:sldMkLst>
      </pc:sldChg>
      <pc:sldChg chg="add del">
        <pc:chgData name="Deep Singh" userId="218171febb998cc3" providerId="LiveId" clId="{A631849A-FE2E-4D2F-A2E6-41A2D3869678}" dt="2020-04-02T05:19:08.560" v="7688"/>
        <pc:sldMkLst>
          <pc:docMk/>
          <pc:sldMk cId="3069525641" sldId="307"/>
        </pc:sldMkLst>
      </pc:sldChg>
      <pc:sldChg chg="addSp delSp add del setBg delDesignElem">
        <pc:chgData name="Deep Singh" userId="218171febb998cc3" providerId="LiveId" clId="{A631849A-FE2E-4D2F-A2E6-41A2D3869678}" dt="2020-04-02T05:47:05.110" v="7959" actId="47"/>
        <pc:sldMkLst>
          <pc:docMk/>
          <pc:sldMk cId="1855738683" sldId="318"/>
        </pc:sldMkLst>
        <pc:spChg chg="add del">
          <ac:chgData name="Deep Singh" userId="218171febb998cc3" providerId="LiveId" clId="{A631849A-FE2E-4D2F-A2E6-41A2D3869678}" dt="2020-04-02T05:39:15.541" v="7751"/>
          <ac:spMkLst>
            <pc:docMk/>
            <pc:sldMk cId="1855738683" sldId="318"/>
            <ac:spMk id="50" creationId="{46C2E80F-49A6-4372-B103-219D417A55ED}"/>
          </ac:spMkLst>
        </pc:spChg>
      </pc:sldChg>
      <pc:sldChg chg="addSp delSp modSp add del">
        <pc:chgData name="Deep Singh" userId="218171febb998cc3" providerId="LiveId" clId="{A631849A-FE2E-4D2F-A2E6-41A2D3869678}" dt="2020-04-02T05:53:25.738" v="8269" actId="47"/>
        <pc:sldMkLst>
          <pc:docMk/>
          <pc:sldMk cId="600962226" sldId="319"/>
        </pc:sldMkLst>
        <pc:spChg chg="del">
          <ac:chgData name="Deep Singh" userId="218171febb998cc3" providerId="LiveId" clId="{A631849A-FE2E-4D2F-A2E6-41A2D3869678}" dt="2020-04-02T05:41:01.801" v="7778"/>
          <ac:spMkLst>
            <pc:docMk/>
            <pc:sldMk cId="600962226" sldId="319"/>
            <ac:spMk id="2" creationId="{8D83876B-DC42-409E-80CF-83EA21B532D1}"/>
          </ac:spMkLst>
        </pc:spChg>
        <pc:spChg chg="del">
          <ac:chgData name="Deep Singh" userId="218171febb998cc3" providerId="LiveId" clId="{A631849A-FE2E-4D2F-A2E6-41A2D3869678}" dt="2020-04-02T05:41:01.801" v="7778"/>
          <ac:spMkLst>
            <pc:docMk/>
            <pc:sldMk cId="600962226" sldId="319"/>
            <ac:spMk id="3" creationId="{95271A28-B8FF-4D6F-97A4-39E9EFB36C92}"/>
          </ac:spMkLst>
        </pc:spChg>
        <pc:spChg chg="add del mod">
          <ac:chgData name="Deep Singh" userId="218171febb998cc3" providerId="LiveId" clId="{A631849A-FE2E-4D2F-A2E6-41A2D3869678}" dt="2020-04-02T05:41:10.560" v="7779"/>
          <ac:spMkLst>
            <pc:docMk/>
            <pc:sldMk cId="600962226" sldId="319"/>
            <ac:spMk id="6" creationId="{24DFFD4B-C4FE-4CA8-9F44-8A01862BD72A}"/>
          </ac:spMkLst>
        </pc:spChg>
        <pc:spChg chg="add del mod">
          <ac:chgData name="Deep Singh" userId="218171febb998cc3" providerId="LiveId" clId="{A631849A-FE2E-4D2F-A2E6-41A2D3869678}" dt="2020-04-02T05:41:10.560" v="7779"/>
          <ac:spMkLst>
            <pc:docMk/>
            <pc:sldMk cId="600962226" sldId="319"/>
            <ac:spMk id="7" creationId="{6810F2BC-9172-4694-8530-8AFF63F09CB5}"/>
          </ac:spMkLst>
        </pc:spChg>
        <pc:spChg chg="add del mod">
          <ac:chgData name="Deep Singh" userId="218171febb998cc3" providerId="LiveId" clId="{A631849A-FE2E-4D2F-A2E6-41A2D3869678}" dt="2020-04-02T05:41:10.560" v="7779"/>
          <ac:spMkLst>
            <pc:docMk/>
            <pc:sldMk cId="600962226" sldId="319"/>
            <ac:spMk id="8" creationId="{A18350EB-2A59-4A10-A6CB-92B99B6D99A9}"/>
          </ac:spMkLst>
        </pc:spChg>
        <pc:spChg chg="add del mod">
          <ac:chgData name="Deep Singh" userId="218171febb998cc3" providerId="LiveId" clId="{A631849A-FE2E-4D2F-A2E6-41A2D3869678}" dt="2020-04-02T05:41:24.423" v="7780"/>
          <ac:spMkLst>
            <pc:docMk/>
            <pc:sldMk cId="600962226" sldId="319"/>
            <ac:spMk id="9" creationId="{8C1A7657-B987-4236-886B-4D897FD6D422}"/>
          </ac:spMkLst>
        </pc:spChg>
        <pc:spChg chg="add del mod">
          <ac:chgData name="Deep Singh" userId="218171febb998cc3" providerId="LiveId" clId="{A631849A-FE2E-4D2F-A2E6-41A2D3869678}" dt="2020-04-02T05:41:24.423" v="7780"/>
          <ac:spMkLst>
            <pc:docMk/>
            <pc:sldMk cId="600962226" sldId="319"/>
            <ac:spMk id="10" creationId="{766548CC-E90B-4374-9C53-9A9BCDB273BA}"/>
          </ac:spMkLst>
        </pc:spChg>
        <pc:spChg chg="add mod">
          <ac:chgData name="Deep Singh" userId="218171febb998cc3" providerId="LiveId" clId="{A631849A-FE2E-4D2F-A2E6-41A2D3869678}" dt="2020-04-02T05:41:43.007" v="7782"/>
          <ac:spMkLst>
            <pc:docMk/>
            <pc:sldMk cId="600962226" sldId="319"/>
            <ac:spMk id="11" creationId="{209C5703-A41C-4341-8F59-DDC68D724C41}"/>
          </ac:spMkLst>
        </pc:spChg>
        <pc:spChg chg="add mod">
          <ac:chgData name="Deep Singh" userId="218171febb998cc3" providerId="LiveId" clId="{A631849A-FE2E-4D2F-A2E6-41A2D3869678}" dt="2020-04-02T05:42:04.790" v="7788" actId="20577"/>
          <ac:spMkLst>
            <pc:docMk/>
            <pc:sldMk cId="600962226" sldId="319"/>
            <ac:spMk id="12" creationId="{6984F4A9-4AB0-4BAE-A78D-A96AC44C7333}"/>
          </ac:spMkLst>
        </pc:spChg>
        <pc:spChg chg="add mod">
          <ac:chgData name="Deep Singh" userId="218171febb998cc3" providerId="LiveId" clId="{A631849A-FE2E-4D2F-A2E6-41A2D3869678}" dt="2020-04-02T05:42:00.037" v="7784"/>
          <ac:spMkLst>
            <pc:docMk/>
            <pc:sldMk cId="600962226" sldId="319"/>
            <ac:spMk id="13" creationId="{6D429D2C-BE7F-4B53-9EB9-39C6B87A6CDF}"/>
          </ac:spMkLst>
        </pc:spChg>
      </pc:sldChg>
      <pc:sldChg chg="addSp delSp modSp add setBg">
        <pc:chgData name="Deep Singh" userId="218171febb998cc3" providerId="LiveId" clId="{A631849A-FE2E-4D2F-A2E6-41A2D3869678}" dt="2020-04-02T21:03:43.003" v="15196" actId="11"/>
        <pc:sldMkLst>
          <pc:docMk/>
          <pc:sldMk cId="3101472418" sldId="320"/>
        </pc:sldMkLst>
        <pc:spChg chg="mod">
          <ac:chgData name="Deep Singh" userId="218171febb998cc3" providerId="LiveId" clId="{A631849A-FE2E-4D2F-A2E6-41A2D3869678}" dt="2020-04-02T21:03:43.003" v="15196" actId="11"/>
          <ac:spMkLst>
            <pc:docMk/>
            <pc:sldMk cId="3101472418" sldId="320"/>
            <ac:spMk id="6" creationId="{152ADB85-0025-4E0A-B62D-0D6377972C2F}"/>
          </ac:spMkLst>
        </pc:spChg>
        <pc:grpChg chg="add del mod">
          <ac:chgData name="Deep Singh" userId="218171febb998cc3" providerId="LiveId" clId="{A631849A-FE2E-4D2F-A2E6-41A2D3869678}" dt="2020-04-02T05:44:42.537" v="7873"/>
          <ac:grpSpMkLst>
            <pc:docMk/>
            <pc:sldMk cId="3101472418" sldId="320"/>
            <ac:grpSpMk id="19" creationId="{CFF7E78A-FE6B-4955-9EDF-4E933824EA05}"/>
          </ac:grpSpMkLst>
        </pc:grpChg>
        <pc:grpChg chg="add mod">
          <ac:chgData name="Deep Singh" userId="218171febb998cc3" providerId="LiveId" clId="{A631849A-FE2E-4D2F-A2E6-41A2D3869678}" dt="2020-04-02T05:50:25.602" v="8102" actId="1038"/>
          <ac:grpSpMkLst>
            <pc:docMk/>
            <pc:sldMk cId="3101472418" sldId="320"/>
            <ac:grpSpMk id="31" creationId="{D78E79D7-A864-4D58-BEFA-13597F0FB49C}"/>
          </ac:grpSpMkLst>
        </pc:grpChg>
        <pc:grpChg chg="add del">
          <ac:chgData name="Deep Singh" userId="218171febb998cc3" providerId="LiveId" clId="{A631849A-FE2E-4D2F-A2E6-41A2D3869678}" dt="2020-04-02T05:44:28.347" v="7844" actId="478"/>
          <ac:grpSpMkLst>
            <pc:docMk/>
            <pc:sldMk cId="3101472418" sldId="320"/>
            <ac:grpSpMk id="53" creationId="{4D6F0702-BFD3-427B-817E-B81205291C66}"/>
          </ac:grpSpMkLst>
        </pc:grpChg>
        <pc:cxnChg chg="mod">
          <ac:chgData name="Deep Singh" userId="218171febb998cc3" providerId="LiveId" clId="{A631849A-FE2E-4D2F-A2E6-41A2D3869678}" dt="2020-04-02T05:44:28.347" v="7844" actId="478"/>
          <ac:cxnSpMkLst>
            <pc:docMk/>
            <pc:sldMk cId="3101472418" sldId="320"/>
            <ac:cxnSpMk id="56" creationId="{BA080D14-4281-4F1A-A9E1-E9B25ADA71BE}"/>
          </ac:cxnSpMkLst>
        </pc:cxnChg>
        <pc:cxnChg chg="mod">
          <ac:chgData name="Deep Singh" userId="218171febb998cc3" providerId="LiveId" clId="{A631849A-FE2E-4D2F-A2E6-41A2D3869678}" dt="2020-04-02T05:44:28.347" v="7844" actId="478"/>
          <ac:cxnSpMkLst>
            <pc:docMk/>
            <pc:sldMk cId="3101472418" sldId="320"/>
            <ac:cxnSpMk id="57" creationId="{733694BE-487B-4369-8ED8-056B6A90DB96}"/>
          </ac:cxnSpMkLst>
        </pc:cxnChg>
        <pc:cxnChg chg="mod">
          <ac:chgData name="Deep Singh" userId="218171febb998cc3" providerId="LiveId" clId="{A631849A-FE2E-4D2F-A2E6-41A2D3869678}" dt="2020-04-02T05:44:28.347" v="7844" actId="478"/>
          <ac:cxnSpMkLst>
            <pc:docMk/>
            <pc:sldMk cId="3101472418" sldId="320"/>
            <ac:cxnSpMk id="59" creationId="{731DF071-4F67-44FF-9343-F2D85B24F3A3}"/>
          </ac:cxnSpMkLst>
        </pc:cxnChg>
      </pc:sldChg>
      <pc:sldChg chg="addSp modSp add">
        <pc:chgData name="Deep Singh" userId="218171febb998cc3" providerId="LiveId" clId="{A631849A-FE2E-4D2F-A2E6-41A2D3869678}" dt="2020-04-02T21:03:56.819" v="15197" actId="11"/>
        <pc:sldMkLst>
          <pc:docMk/>
          <pc:sldMk cId="1621998222" sldId="321"/>
        </pc:sldMkLst>
        <pc:spChg chg="mod">
          <ac:chgData name="Deep Singh" userId="218171febb998cc3" providerId="LiveId" clId="{A631849A-FE2E-4D2F-A2E6-41A2D3869678}" dt="2020-04-02T21:03:56.819" v="15197" actId="11"/>
          <ac:spMkLst>
            <pc:docMk/>
            <pc:sldMk cId="1621998222" sldId="321"/>
            <ac:spMk id="6" creationId="{152ADB85-0025-4E0A-B62D-0D6377972C2F}"/>
          </ac:spMkLst>
        </pc:spChg>
        <pc:grpChg chg="add mod">
          <ac:chgData name="Deep Singh" userId="218171febb998cc3" providerId="LiveId" clId="{A631849A-FE2E-4D2F-A2E6-41A2D3869678}" dt="2020-04-02T05:50:51.187" v="8163" actId="1038"/>
          <ac:grpSpMkLst>
            <pc:docMk/>
            <pc:sldMk cId="1621998222" sldId="321"/>
            <ac:grpSpMk id="7" creationId="{636D6CE5-A44E-49D9-9B9F-8742A20BE5BF}"/>
          </ac:grpSpMkLst>
        </pc:grpChg>
      </pc:sldChg>
      <pc:sldChg chg="addSp delSp modSp add ord">
        <pc:chgData name="Deep Singh" userId="218171febb998cc3" providerId="LiveId" clId="{A631849A-FE2E-4D2F-A2E6-41A2D3869678}" dt="2020-04-02T17:58:01.922" v="13423"/>
        <pc:sldMkLst>
          <pc:docMk/>
          <pc:sldMk cId="3378493652" sldId="322"/>
        </pc:sldMkLst>
        <pc:spChg chg="mod">
          <ac:chgData name="Deep Singh" userId="218171febb998cc3" providerId="LiveId" clId="{A631849A-FE2E-4D2F-A2E6-41A2D3869678}" dt="2020-04-02T17:52:07.401" v="13322" actId="20577"/>
          <ac:spMkLst>
            <pc:docMk/>
            <pc:sldMk cId="3378493652" sldId="322"/>
            <ac:spMk id="6" creationId="{152ADB85-0025-4E0A-B62D-0D6377972C2F}"/>
          </ac:spMkLst>
        </pc:spChg>
        <pc:spChg chg="del">
          <ac:chgData name="Deep Singh" userId="218171febb998cc3" providerId="LiveId" clId="{A631849A-FE2E-4D2F-A2E6-41A2D3869678}" dt="2020-04-02T05:46:27.689" v="7935" actId="478"/>
          <ac:spMkLst>
            <pc:docMk/>
            <pc:sldMk cId="3378493652" sldId="322"/>
            <ac:spMk id="16" creationId="{44E3D911-F14F-4DAA-ADB8-A0C50C7D97FF}"/>
          </ac:spMkLst>
        </pc:spChg>
        <pc:grpChg chg="del">
          <ac:chgData name="Deep Singh" userId="218171febb998cc3" providerId="LiveId" clId="{A631849A-FE2E-4D2F-A2E6-41A2D3869678}" dt="2020-04-02T05:46:28.944" v="7936" actId="478"/>
          <ac:grpSpMkLst>
            <pc:docMk/>
            <pc:sldMk cId="3378493652" sldId="322"/>
            <ac:grpSpMk id="11" creationId="{80B0D981-DE00-45EE-90B9-603AB3948A13}"/>
          </ac:grpSpMkLst>
        </pc:grpChg>
        <pc:graphicFrameChg chg="add mod">
          <ac:chgData name="Deep Singh" userId="218171febb998cc3" providerId="LiveId" clId="{A631849A-FE2E-4D2F-A2E6-41A2D3869678}" dt="2020-04-02T17:58:01.922" v="13423"/>
          <ac:graphicFrameMkLst>
            <pc:docMk/>
            <pc:sldMk cId="3378493652" sldId="322"/>
            <ac:graphicFrameMk id="17" creationId="{16ABED77-31FE-4EDA-A472-E0B431693583}"/>
          </ac:graphicFrameMkLst>
        </pc:graphicFrameChg>
      </pc:sldChg>
      <pc:sldChg chg="addSp delSp modSp add ord">
        <pc:chgData name="Deep Singh" userId="218171febb998cc3" providerId="LiveId" clId="{A631849A-FE2E-4D2F-A2E6-41A2D3869678}" dt="2020-04-02T18:07:17.696" v="13767" actId="113"/>
        <pc:sldMkLst>
          <pc:docMk/>
          <pc:sldMk cId="1992484284" sldId="323"/>
        </pc:sldMkLst>
        <pc:spChg chg="mod">
          <ac:chgData name="Deep Singh" userId="218171febb998cc3" providerId="LiveId" clId="{A631849A-FE2E-4D2F-A2E6-41A2D3869678}" dt="2020-04-02T06:03:05.349" v="8552" actId="404"/>
          <ac:spMkLst>
            <pc:docMk/>
            <pc:sldMk cId="1992484284" sldId="323"/>
            <ac:spMk id="6" creationId="{152ADB85-0025-4E0A-B62D-0D6377972C2F}"/>
          </ac:spMkLst>
        </pc:spChg>
        <pc:spChg chg="add mod">
          <ac:chgData name="Deep Singh" userId="218171febb998cc3" providerId="LiveId" clId="{A631849A-FE2E-4D2F-A2E6-41A2D3869678}" dt="2020-04-02T18:07:17.696" v="13767" actId="113"/>
          <ac:spMkLst>
            <pc:docMk/>
            <pc:sldMk cId="1992484284" sldId="323"/>
            <ac:spMk id="39" creationId="{6EBFD729-397A-4E15-A764-DF2B1A2E2B6E}"/>
          </ac:spMkLst>
        </pc:spChg>
        <pc:grpChg chg="add">
          <ac:chgData name="Deep Singh" userId="218171febb998cc3" providerId="LiveId" clId="{A631849A-FE2E-4D2F-A2E6-41A2D3869678}" dt="2020-04-02T05:47:38.487" v="7963"/>
          <ac:grpSpMkLst>
            <pc:docMk/>
            <pc:sldMk cId="1992484284" sldId="323"/>
            <ac:grpSpMk id="8" creationId="{71A0326E-3012-4EDD-9E2E-E8C73C367F02}"/>
          </ac:grpSpMkLst>
        </pc:grpChg>
        <pc:graphicFrameChg chg="del">
          <ac:chgData name="Deep Singh" userId="218171febb998cc3" providerId="LiveId" clId="{A631849A-FE2E-4D2F-A2E6-41A2D3869678}" dt="2020-04-02T05:47:37.326" v="7962" actId="478"/>
          <ac:graphicFrameMkLst>
            <pc:docMk/>
            <pc:sldMk cId="1992484284" sldId="323"/>
            <ac:graphicFrameMk id="17" creationId="{16ABED77-31FE-4EDA-A472-E0B431693583}"/>
          </ac:graphicFrameMkLst>
        </pc:graphicFrameChg>
      </pc:sldChg>
      <pc:sldChg chg="addSp delSp modSp add">
        <pc:chgData name="Deep Singh" userId="218171febb998cc3" providerId="LiveId" clId="{A631849A-FE2E-4D2F-A2E6-41A2D3869678}" dt="2020-04-02T05:51:25.571" v="8202" actId="20577"/>
        <pc:sldMkLst>
          <pc:docMk/>
          <pc:sldMk cId="1516909487" sldId="324"/>
        </pc:sldMkLst>
        <pc:spChg chg="mod">
          <ac:chgData name="Deep Singh" userId="218171febb998cc3" providerId="LiveId" clId="{A631849A-FE2E-4D2F-A2E6-41A2D3869678}" dt="2020-04-02T05:51:25.571" v="8202" actId="20577"/>
          <ac:spMkLst>
            <pc:docMk/>
            <pc:sldMk cId="1516909487" sldId="324"/>
            <ac:spMk id="6" creationId="{152ADB85-0025-4E0A-B62D-0D6377972C2F}"/>
          </ac:spMkLst>
        </pc:spChg>
        <pc:spChg chg="del">
          <ac:chgData name="Deep Singh" userId="218171febb998cc3" providerId="LiveId" clId="{A631849A-FE2E-4D2F-A2E6-41A2D3869678}" dt="2020-04-02T05:49:16.153" v="7989" actId="478"/>
          <ac:spMkLst>
            <pc:docMk/>
            <pc:sldMk cId="1516909487" sldId="324"/>
            <ac:spMk id="39" creationId="{6EBFD729-397A-4E15-A764-DF2B1A2E2B6E}"/>
          </ac:spMkLst>
        </pc:spChg>
        <pc:spChg chg="add mod">
          <ac:chgData name="Deep Singh" userId="218171febb998cc3" providerId="LiveId" clId="{A631849A-FE2E-4D2F-A2E6-41A2D3869678}" dt="2020-04-02T05:49:47.416" v="7994" actId="207"/>
          <ac:spMkLst>
            <pc:docMk/>
            <pc:sldMk cId="1516909487" sldId="324"/>
            <ac:spMk id="40" creationId="{CD09E3FD-B4B6-4688-9115-C98F4337E42C}"/>
          </ac:spMkLst>
        </pc:spChg>
        <pc:grpChg chg="del">
          <ac:chgData name="Deep Singh" userId="218171febb998cc3" providerId="LiveId" clId="{A631849A-FE2E-4D2F-A2E6-41A2D3869678}" dt="2020-04-02T05:49:16.153" v="7989" actId="478"/>
          <ac:grpSpMkLst>
            <pc:docMk/>
            <pc:sldMk cId="1516909487" sldId="324"/>
            <ac:grpSpMk id="8" creationId="{71A0326E-3012-4EDD-9E2E-E8C73C367F02}"/>
          </ac:grpSpMkLst>
        </pc:grpChg>
        <pc:cxnChg chg="mod">
          <ac:chgData name="Deep Singh" userId="218171febb998cc3" providerId="LiveId" clId="{A631849A-FE2E-4D2F-A2E6-41A2D3869678}" dt="2020-04-02T05:49:16.153" v="7989" actId="478"/>
          <ac:cxnSpMkLst>
            <pc:docMk/>
            <pc:sldMk cId="1516909487" sldId="324"/>
            <ac:cxnSpMk id="23" creationId="{5714545C-A4DA-4677-ADFC-1C819BEA22B5}"/>
          </ac:cxnSpMkLst>
        </pc:cxnChg>
        <pc:cxnChg chg="mod">
          <ac:chgData name="Deep Singh" userId="218171febb998cc3" providerId="LiveId" clId="{A631849A-FE2E-4D2F-A2E6-41A2D3869678}" dt="2020-04-02T05:49:16.153" v="7989" actId="478"/>
          <ac:cxnSpMkLst>
            <pc:docMk/>
            <pc:sldMk cId="1516909487" sldId="324"/>
            <ac:cxnSpMk id="24" creationId="{9981714B-AE21-424B-BCB2-AC0E32DEFFAC}"/>
          </ac:cxnSpMkLst>
        </pc:cxnChg>
        <pc:cxnChg chg="mod">
          <ac:chgData name="Deep Singh" userId="218171febb998cc3" providerId="LiveId" clId="{A631849A-FE2E-4D2F-A2E6-41A2D3869678}" dt="2020-04-02T05:49:16.153" v="7989" actId="478"/>
          <ac:cxnSpMkLst>
            <pc:docMk/>
            <pc:sldMk cId="1516909487" sldId="324"/>
            <ac:cxnSpMk id="25" creationId="{FEA1CA21-365F-4169-8492-AC30608D9F9E}"/>
          </ac:cxnSpMkLst>
        </pc:cxnChg>
        <pc:cxnChg chg="mod">
          <ac:chgData name="Deep Singh" userId="218171febb998cc3" providerId="LiveId" clId="{A631849A-FE2E-4D2F-A2E6-41A2D3869678}" dt="2020-04-02T05:49:16.153" v="7989" actId="478"/>
          <ac:cxnSpMkLst>
            <pc:docMk/>
            <pc:sldMk cId="1516909487" sldId="324"/>
            <ac:cxnSpMk id="26" creationId="{D9389CF2-8CF6-48A1-8C76-D9B07F9CC6CC}"/>
          </ac:cxnSpMkLst>
        </pc:cxnChg>
        <pc:cxnChg chg="mod">
          <ac:chgData name="Deep Singh" userId="218171febb998cc3" providerId="LiveId" clId="{A631849A-FE2E-4D2F-A2E6-41A2D3869678}" dt="2020-04-02T05:49:16.153" v="7989" actId="478"/>
          <ac:cxnSpMkLst>
            <pc:docMk/>
            <pc:sldMk cId="1516909487" sldId="324"/>
            <ac:cxnSpMk id="27" creationId="{9E51B7A5-CE0B-40EA-B8C2-7098AE3E4595}"/>
          </ac:cxnSpMkLst>
        </pc:cxnChg>
        <pc:cxnChg chg="mod">
          <ac:chgData name="Deep Singh" userId="218171febb998cc3" providerId="LiveId" clId="{A631849A-FE2E-4D2F-A2E6-41A2D3869678}" dt="2020-04-02T05:49:16.153" v="7989" actId="478"/>
          <ac:cxnSpMkLst>
            <pc:docMk/>
            <pc:sldMk cId="1516909487" sldId="324"/>
            <ac:cxnSpMk id="28" creationId="{8D688A1B-66EB-4F93-A335-B08D61DE8307}"/>
          </ac:cxnSpMkLst>
        </pc:cxnChg>
        <pc:cxnChg chg="mod">
          <ac:chgData name="Deep Singh" userId="218171febb998cc3" providerId="LiveId" clId="{A631849A-FE2E-4D2F-A2E6-41A2D3869678}" dt="2020-04-02T05:49:16.153" v="7989" actId="478"/>
          <ac:cxnSpMkLst>
            <pc:docMk/>
            <pc:sldMk cId="1516909487" sldId="324"/>
            <ac:cxnSpMk id="30" creationId="{21C2DDF9-DDAD-40B3-BAFD-157A01ECC7CA}"/>
          </ac:cxnSpMkLst>
        </pc:cxnChg>
        <pc:cxnChg chg="mod">
          <ac:chgData name="Deep Singh" userId="218171febb998cc3" providerId="LiveId" clId="{A631849A-FE2E-4D2F-A2E6-41A2D3869678}" dt="2020-04-02T05:49:16.153" v="7989" actId="478"/>
          <ac:cxnSpMkLst>
            <pc:docMk/>
            <pc:sldMk cId="1516909487" sldId="324"/>
            <ac:cxnSpMk id="31" creationId="{53444E80-F48A-4477-A19B-DC6D58629F74}"/>
          </ac:cxnSpMkLst>
        </pc:cxnChg>
        <pc:cxnChg chg="mod">
          <ac:chgData name="Deep Singh" userId="218171febb998cc3" providerId="LiveId" clId="{A631849A-FE2E-4D2F-A2E6-41A2D3869678}" dt="2020-04-02T05:49:16.153" v="7989" actId="478"/>
          <ac:cxnSpMkLst>
            <pc:docMk/>
            <pc:sldMk cId="1516909487" sldId="324"/>
            <ac:cxnSpMk id="32" creationId="{48BC120D-C0BC-4805-8C89-0E8503033901}"/>
          </ac:cxnSpMkLst>
        </pc:cxnChg>
        <pc:cxnChg chg="mod">
          <ac:chgData name="Deep Singh" userId="218171febb998cc3" providerId="LiveId" clId="{A631849A-FE2E-4D2F-A2E6-41A2D3869678}" dt="2020-04-02T05:49:16.153" v="7989" actId="478"/>
          <ac:cxnSpMkLst>
            <pc:docMk/>
            <pc:sldMk cId="1516909487" sldId="324"/>
            <ac:cxnSpMk id="33" creationId="{FB3C7EED-83CA-476A-A97E-0B043CC877EC}"/>
          </ac:cxnSpMkLst>
        </pc:cxnChg>
        <pc:cxnChg chg="mod">
          <ac:chgData name="Deep Singh" userId="218171febb998cc3" providerId="LiveId" clId="{A631849A-FE2E-4D2F-A2E6-41A2D3869678}" dt="2020-04-02T05:49:16.153" v="7989" actId="478"/>
          <ac:cxnSpMkLst>
            <pc:docMk/>
            <pc:sldMk cId="1516909487" sldId="324"/>
            <ac:cxnSpMk id="36" creationId="{77D47C4B-9869-4F93-9A20-19472208F3D3}"/>
          </ac:cxnSpMkLst>
        </pc:cxnChg>
        <pc:cxnChg chg="mod">
          <ac:chgData name="Deep Singh" userId="218171febb998cc3" providerId="LiveId" clId="{A631849A-FE2E-4D2F-A2E6-41A2D3869678}" dt="2020-04-02T05:49:16.153" v="7989" actId="478"/>
          <ac:cxnSpMkLst>
            <pc:docMk/>
            <pc:sldMk cId="1516909487" sldId="324"/>
            <ac:cxnSpMk id="37" creationId="{2BF5F2D9-33E4-4D22-853D-81031BBAC686}"/>
          </ac:cxnSpMkLst>
        </pc:cxnChg>
        <pc:cxnChg chg="mod">
          <ac:chgData name="Deep Singh" userId="218171febb998cc3" providerId="LiveId" clId="{A631849A-FE2E-4D2F-A2E6-41A2D3869678}" dt="2020-04-02T05:49:16.153" v="7989" actId="478"/>
          <ac:cxnSpMkLst>
            <pc:docMk/>
            <pc:sldMk cId="1516909487" sldId="324"/>
            <ac:cxnSpMk id="38" creationId="{BED7D564-C683-404E-A7B8-C1371192F4EC}"/>
          </ac:cxnSpMkLst>
        </pc:cxnChg>
      </pc:sldChg>
      <pc:sldChg chg="addSp delSp modSp add del ord">
        <pc:chgData name="Deep Singh" userId="218171febb998cc3" providerId="LiveId" clId="{A631849A-FE2E-4D2F-A2E6-41A2D3869678}" dt="2020-04-02T06:12:01.053" v="8741" actId="47"/>
        <pc:sldMkLst>
          <pc:docMk/>
          <pc:sldMk cId="420015428" sldId="325"/>
        </pc:sldMkLst>
        <pc:spChg chg="add del mod">
          <ac:chgData name="Deep Singh" userId="218171febb998cc3" providerId="LiveId" clId="{A631849A-FE2E-4D2F-A2E6-41A2D3869678}" dt="2020-04-02T06:10:33.579" v="8713" actId="478"/>
          <ac:spMkLst>
            <pc:docMk/>
            <pc:sldMk cId="420015428" sldId="325"/>
            <ac:spMk id="3" creationId="{0B223E95-4BB6-4B3D-9B22-4EC9E5CCB449}"/>
          </ac:spMkLst>
        </pc:spChg>
        <pc:spChg chg="add del mod">
          <ac:chgData name="Deep Singh" userId="218171febb998cc3" providerId="LiveId" clId="{A631849A-FE2E-4D2F-A2E6-41A2D3869678}" dt="2020-04-02T05:54:13.124" v="8278" actId="478"/>
          <ac:spMkLst>
            <pc:docMk/>
            <pc:sldMk cId="420015428" sldId="325"/>
            <ac:spMk id="3" creationId="{737D0272-2C1F-4D6F-B433-22B5D060D22F}"/>
          </ac:spMkLst>
        </pc:spChg>
        <pc:spChg chg="del">
          <ac:chgData name="Deep Singh" userId="218171febb998cc3" providerId="LiveId" clId="{A631849A-FE2E-4D2F-A2E6-41A2D3869678}" dt="2020-04-02T06:10:41.495" v="8714" actId="478"/>
          <ac:spMkLst>
            <pc:docMk/>
            <pc:sldMk cId="420015428" sldId="325"/>
            <ac:spMk id="4" creationId="{49830AE6-3D29-4888-9A98-CA7098D82180}"/>
          </ac:spMkLst>
        </pc:spChg>
        <pc:spChg chg="del mod">
          <ac:chgData name="Deep Singh" userId="218171febb998cc3" providerId="LiveId" clId="{A631849A-FE2E-4D2F-A2E6-41A2D3869678}" dt="2020-04-02T06:10:52.456" v="8715" actId="478"/>
          <ac:spMkLst>
            <pc:docMk/>
            <pc:sldMk cId="420015428" sldId="325"/>
            <ac:spMk id="6" creationId="{152ADB85-0025-4E0A-B62D-0D6377972C2F}"/>
          </ac:spMkLst>
        </pc:spChg>
        <pc:spChg chg="add del mod">
          <ac:chgData name="Deep Singh" userId="218171febb998cc3" providerId="LiveId" clId="{A631849A-FE2E-4D2F-A2E6-41A2D3869678}" dt="2020-04-02T05:54:10.066" v="8277" actId="478"/>
          <ac:spMkLst>
            <pc:docMk/>
            <pc:sldMk cId="420015428" sldId="325"/>
            <ac:spMk id="8" creationId="{2D5D3B66-8729-415C-891F-15B605132F81}"/>
          </ac:spMkLst>
        </pc:spChg>
        <pc:spChg chg="add del mod">
          <ac:chgData name="Deep Singh" userId="218171febb998cc3" providerId="LiveId" clId="{A631849A-FE2E-4D2F-A2E6-41A2D3869678}" dt="2020-04-02T06:10:54.438" v="8716" actId="478"/>
          <ac:spMkLst>
            <pc:docMk/>
            <pc:sldMk cId="420015428" sldId="325"/>
            <ac:spMk id="9" creationId="{369B45A4-CE36-435E-9A5B-E014137D7D8E}"/>
          </ac:spMkLst>
        </pc:spChg>
        <pc:spChg chg="add del mod">
          <ac:chgData name="Deep Singh" userId="218171febb998cc3" providerId="LiveId" clId="{A631849A-FE2E-4D2F-A2E6-41A2D3869678}" dt="2020-04-02T06:10:32.017" v="8712" actId="478"/>
          <ac:spMkLst>
            <pc:docMk/>
            <pc:sldMk cId="420015428" sldId="325"/>
            <ac:spMk id="11" creationId="{BB003D32-00BD-4546-BB15-66F3DB626FE6}"/>
          </ac:spMkLst>
        </pc:spChg>
        <pc:spChg chg="add mod">
          <ac:chgData name="Deep Singh" userId="218171febb998cc3" providerId="LiveId" clId="{A631849A-FE2E-4D2F-A2E6-41A2D3869678}" dt="2020-04-02T06:11:11.614" v="8719" actId="14100"/>
          <ac:spMkLst>
            <pc:docMk/>
            <pc:sldMk cId="420015428" sldId="325"/>
            <ac:spMk id="14" creationId="{042EF3A3-4F32-44D9-9379-4347F56F4F7F}"/>
          </ac:spMkLst>
        </pc:spChg>
        <pc:graphicFrameChg chg="del">
          <ac:chgData name="Deep Singh" userId="218171febb998cc3" providerId="LiveId" clId="{A631849A-FE2E-4D2F-A2E6-41A2D3869678}" dt="2020-04-02T05:53:04.771" v="8266" actId="478"/>
          <ac:graphicFrameMkLst>
            <pc:docMk/>
            <pc:sldMk cId="420015428" sldId="325"/>
            <ac:graphicFrameMk id="17" creationId="{16ABED77-31FE-4EDA-A472-E0B431693583}"/>
          </ac:graphicFrameMkLst>
        </pc:graphicFrameChg>
        <pc:picChg chg="add">
          <ac:chgData name="Deep Singh" userId="218171febb998cc3" providerId="LiveId" clId="{A631849A-FE2E-4D2F-A2E6-41A2D3869678}" dt="2020-04-02T06:10:28.183" v="8711"/>
          <ac:picMkLst>
            <pc:docMk/>
            <pc:sldMk cId="420015428" sldId="325"/>
            <ac:picMk id="8" creationId="{14427279-9984-4C30-997B-D89B0465564F}"/>
          </ac:picMkLst>
        </pc:picChg>
        <pc:picChg chg="add mod">
          <ac:chgData name="Deep Singh" userId="218171febb998cc3" providerId="LiveId" clId="{A631849A-FE2E-4D2F-A2E6-41A2D3869678}" dt="2020-04-02T06:11:24.911" v="8739" actId="1035"/>
          <ac:picMkLst>
            <pc:docMk/>
            <pc:sldMk cId="420015428" sldId="325"/>
            <ac:picMk id="16" creationId="{6F2851E2-BEDE-4620-82BC-227B6D481787}"/>
          </ac:picMkLst>
        </pc:picChg>
      </pc:sldChg>
      <pc:sldChg chg="addSp delSp modSp add ord">
        <pc:chgData name="Deep Singh" userId="218171febb998cc3" providerId="LiveId" clId="{A631849A-FE2E-4D2F-A2E6-41A2D3869678}" dt="2020-04-02T15:43:30.713" v="9571" actId="27636"/>
        <pc:sldMkLst>
          <pc:docMk/>
          <pc:sldMk cId="801451335" sldId="326"/>
        </pc:sldMkLst>
        <pc:spChg chg="mod ord">
          <ac:chgData name="Deep Singh" userId="218171febb998cc3" providerId="LiveId" clId="{A631849A-FE2E-4D2F-A2E6-41A2D3869678}" dt="2020-04-02T15:43:30.713" v="9571" actId="27636"/>
          <ac:spMkLst>
            <pc:docMk/>
            <pc:sldMk cId="801451335" sldId="326"/>
            <ac:spMk id="4" creationId="{49830AE6-3D29-4888-9A98-CA7098D82180}"/>
          </ac:spMkLst>
        </pc:spChg>
        <pc:spChg chg="mod">
          <ac:chgData name="Deep Singh" userId="218171febb998cc3" providerId="LiveId" clId="{A631849A-FE2E-4D2F-A2E6-41A2D3869678}" dt="2020-04-02T05:57:27.204" v="8377" actId="26606"/>
          <ac:spMkLst>
            <pc:docMk/>
            <pc:sldMk cId="801451335" sldId="326"/>
            <ac:spMk id="5" creationId="{88E4AEF1-BCC1-469A-84F6-93FCBF447C7B}"/>
          </ac:spMkLst>
        </pc:spChg>
        <pc:spChg chg="mod">
          <ac:chgData name="Deep Singh" userId="218171febb998cc3" providerId="LiveId" clId="{A631849A-FE2E-4D2F-A2E6-41A2D3869678}" dt="2020-04-02T05:57:44.226" v="8407" actId="20577"/>
          <ac:spMkLst>
            <pc:docMk/>
            <pc:sldMk cId="801451335" sldId="326"/>
            <ac:spMk id="6" creationId="{152ADB85-0025-4E0A-B62D-0D6377972C2F}"/>
          </ac:spMkLst>
        </pc:spChg>
        <pc:spChg chg="add del">
          <ac:chgData name="Deep Singh" userId="218171febb998cc3" providerId="LiveId" clId="{A631849A-FE2E-4D2F-A2E6-41A2D3869678}" dt="2020-04-02T05:57:27.204" v="8377" actId="26606"/>
          <ac:spMkLst>
            <pc:docMk/>
            <pc:sldMk cId="801451335" sldId="326"/>
            <ac:spMk id="13" creationId="{4C608BEB-860E-4094-8511-78603564A75E}"/>
          </ac:spMkLst>
        </pc:spChg>
        <pc:spChg chg="add del">
          <ac:chgData name="Deep Singh" userId="218171febb998cc3" providerId="LiveId" clId="{A631849A-FE2E-4D2F-A2E6-41A2D3869678}" dt="2020-04-02T05:57:00.744" v="8368" actId="26606"/>
          <ac:spMkLst>
            <pc:docMk/>
            <pc:sldMk cId="801451335" sldId="326"/>
            <ac:spMk id="17" creationId="{73C994B4-9721-4148-9EEC-6793CECDE8DD}"/>
          </ac:spMkLst>
        </pc:spChg>
        <pc:spChg chg="add del">
          <ac:chgData name="Deep Singh" userId="218171febb998cc3" providerId="LiveId" clId="{A631849A-FE2E-4D2F-A2E6-41A2D3869678}" dt="2020-04-02T05:57:22.704" v="8374" actId="26606"/>
          <ac:spMkLst>
            <pc:docMk/>
            <pc:sldMk cId="801451335" sldId="326"/>
            <ac:spMk id="19" creationId="{A4AC5506-6312-4701-8D3C-40187889A947}"/>
          </ac:spMkLst>
        </pc:spChg>
        <pc:spChg chg="add">
          <ac:chgData name="Deep Singh" userId="218171febb998cc3" providerId="LiveId" clId="{A631849A-FE2E-4D2F-A2E6-41A2D3869678}" dt="2020-04-02T05:57:27.204" v="8377" actId="26606"/>
          <ac:spMkLst>
            <pc:docMk/>
            <pc:sldMk cId="801451335" sldId="326"/>
            <ac:spMk id="21" creationId="{A4AC5506-6312-4701-8D3C-40187889A947}"/>
          </ac:spMkLst>
        </pc:spChg>
        <pc:spChg chg="add del">
          <ac:chgData name="Deep Singh" userId="218171febb998cc3" providerId="LiveId" clId="{A631849A-FE2E-4D2F-A2E6-41A2D3869678}" dt="2020-04-02T05:57:00.744" v="8368" actId="26606"/>
          <ac:spMkLst>
            <pc:docMk/>
            <pc:sldMk cId="801451335" sldId="326"/>
            <ac:spMk id="22" creationId="{F9D95E49-763A-4886-B038-82F734740554}"/>
          </ac:spMkLst>
        </pc:spChg>
        <pc:spChg chg="add del">
          <ac:chgData name="Deep Singh" userId="218171febb998cc3" providerId="LiveId" clId="{A631849A-FE2E-4D2F-A2E6-41A2D3869678}" dt="2020-04-02T05:57:00.744" v="8368" actId="26606"/>
          <ac:spMkLst>
            <pc:docMk/>
            <pc:sldMk cId="801451335" sldId="326"/>
            <ac:spMk id="24" creationId="{B28EC6A1-D299-4AFF-AD16-9ADC9A31F2F1}"/>
          </ac:spMkLst>
        </pc:spChg>
        <pc:spChg chg="add del">
          <ac:chgData name="Deep Singh" userId="218171febb998cc3" providerId="LiveId" clId="{A631849A-FE2E-4D2F-A2E6-41A2D3869678}" dt="2020-04-02T05:57:00.744" v="8368" actId="26606"/>
          <ac:spMkLst>
            <pc:docMk/>
            <pc:sldMk cId="801451335" sldId="326"/>
            <ac:spMk id="26" creationId="{285EE6CD-C61E-4F22-9787-1ADF1D3EB25E}"/>
          </ac:spMkLst>
        </pc:spChg>
        <pc:grpChg chg="del">
          <ac:chgData name="Deep Singh" userId="218171febb998cc3" providerId="LiveId" clId="{A631849A-FE2E-4D2F-A2E6-41A2D3869678}" dt="2020-04-02T05:56:23.946" v="8314" actId="478"/>
          <ac:grpSpMkLst>
            <pc:docMk/>
            <pc:sldMk cId="801451335" sldId="326"/>
            <ac:grpSpMk id="7" creationId="{636D6CE5-A44E-49D9-9B9F-8742A20BE5BF}"/>
          </ac:grpSpMkLst>
        </pc:grpChg>
        <pc:graphicFrameChg chg="add mod modGraphic">
          <ac:chgData name="Deep Singh" userId="218171febb998cc3" providerId="LiveId" clId="{A631849A-FE2E-4D2F-A2E6-41A2D3869678}" dt="2020-04-02T06:03:04.719" v="8534" actId="1076"/>
          <ac:graphicFrameMkLst>
            <pc:docMk/>
            <pc:sldMk cId="801451335" sldId="326"/>
            <ac:graphicFrameMk id="2" creationId="{385EC50A-77AC-4702-8298-7021208CBBA7}"/>
          </ac:graphicFrameMkLst>
        </pc:graphicFrameChg>
        <pc:cxnChg chg="mod">
          <ac:chgData name="Deep Singh" userId="218171febb998cc3" providerId="LiveId" clId="{A631849A-FE2E-4D2F-A2E6-41A2D3869678}" dt="2020-04-02T05:56:23.946" v="8314" actId="478"/>
          <ac:cxnSpMkLst>
            <pc:docMk/>
            <pc:sldMk cId="801451335" sldId="326"/>
            <ac:cxnSpMk id="10" creationId="{B80DA223-6D0F-4C5C-B9EA-C39D1E49ABD9}"/>
          </ac:cxnSpMkLst>
        </pc:cxnChg>
        <pc:cxnChg chg="mod">
          <ac:chgData name="Deep Singh" userId="218171febb998cc3" providerId="LiveId" clId="{A631849A-FE2E-4D2F-A2E6-41A2D3869678}" dt="2020-04-02T05:56:23.946" v="8314" actId="478"/>
          <ac:cxnSpMkLst>
            <pc:docMk/>
            <pc:sldMk cId="801451335" sldId="326"/>
            <ac:cxnSpMk id="11" creationId="{CD469D9A-B4D8-4908-B1F2-AD9C88DFCCAC}"/>
          </ac:cxnSpMkLst>
        </pc:cxnChg>
        <pc:cxnChg chg="mod">
          <ac:chgData name="Deep Singh" userId="218171febb998cc3" providerId="LiveId" clId="{A631849A-FE2E-4D2F-A2E6-41A2D3869678}" dt="2020-04-02T05:56:23.946" v="8314" actId="478"/>
          <ac:cxnSpMkLst>
            <pc:docMk/>
            <pc:sldMk cId="801451335" sldId="326"/>
            <ac:cxnSpMk id="14" creationId="{DA08C0D9-42D7-41D7-A4C4-C2920830E45F}"/>
          </ac:cxnSpMkLst>
        </pc:cxnChg>
        <pc:cxnChg chg="add del">
          <ac:chgData name="Deep Singh" userId="218171febb998cc3" providerId="LiveId" clId="{A631849A-FE2E-4D2F-A2E6-41A2D3869678}" dt="2020-04-02T05:57:27.204" v="8377" actId="26606"/>
          <ac:cxnSpMkLst>
            <pc:docMk/>
            <pc:sldMk cId="801451335" sldId="326"/>
            <ac:cxnSpMk id="15" creationId="{1F16A8D4-FE87-4604-88B2-394B5D1EB437}"/>
          </ac:cxnSpMkLst>
        </pc:cxnChg>
        <pc:cxnChg chg="add del">
          <ac:chgData name="Deep Singh" userId="218171febb998cc3" providerId="LiveId" clId="{A631849A-FE2E-4D2F-A2E6-41A2D3869678}" dt="2020-04-02T05:57:00.744" v="8368" actId="26606"/>
          <ac:cxnSpMkLst>
            <pc:docMk/>
            <pc:sldMk cId="801451335" sldId="326"/>
            <ac:cxnSpMk id="28" creationId="{5D28AB17-F6FA-4C53-B3E3-D0A39D4A33C0}"/>
          </ac:cxnSpMkLst>
        </pc:cxnChg>
        <pc:cxnChg chg="add del">
          <ac:chgData name="Deep Singh" userId="218171febb998cc3" providerId="LiveId" clId="{A631849A-FE2E-4D2F-A2E6-41A2D3869678}" dt="2020-04-02T05:57:00.744" v="8368" actId="26606"/>
          <ac:cxnSpMkLst>
            <pc:docMk/>
            <pc:sldMk cId="801451335" sldId="326"/>
            <ac:cxnSpMk id="30" creationId="{3EFADC67-92A1-44FB-8691-D8CD71A21EFA}"/>
          </ac:cxnSpMkLst>
        </pc:cxnChg>
      </pc:sldChg>
      <pc:sldChg chg="addSp delSp add del setBg delDesignElem">
        <pc:chgData name="Deep Singh" userId="218171febb998cc3" providerId="LiveId" clId="{A631849A-FE2E-4D2F-A2E6-41A2D3869678}" dt="2020-04-02T05:56:14.818" v="8312"/>
        <pc:sldMkLst>
          <pc:docMk/>
          <pc:sldMk cId="2997467206" sldId="326"/>
        </pc:sldMkLst>
        <pc:spChg chg="add del">
          <ac:chgData name="Deep Singh" userId="218171febb998cc3" providerId="LiveId" clId="{A631849A-FE2E-4D2F-A2E6-41A2D3869678}" dt="2020-04-02T05:56:14.818" v="8312"/>
          <ac:spMkLst>
            <pc:docMk/>
            <pc:sldMk cId="2997467206" sldId="326"/>
            <ac:spMk id="13" creationId="{4C608BEB-860E-4094-8511-78603564A75E}"/>
          </ac:spMkLst>
        </pc:spChg>
        <pc:cxnChg chg="add del">
          <ac:chgData name="Deep Singh" userId="218171febb998cc3" providerId="LiveId" clId="{A631849A-FE2E-4D2F-A2E6-41A2D3869678}" dt="2020-04-02T05:56:14.818" v="8312"/>
          <ac:cxnSpMkLst>
            <pc:docMk/>
            <pc:sldMk cId="2997467206" sldId="326"/>
            <ac:cxnSpMk id="15" creationId="{1F16A8D4-FE87-4604-88B2-394B5D1EB437}"/>
          </ac:cxnSpMkLst>
        </pc:cxnChg>
      </pc:sldChg>
      <pc:sldChg chg="addSp delSp modSp add">
        <pc:chgData name="Deep Singh" userId="218171febb998cc3" providerId="LiveId" clId="{A631849A-FE2E-4D2F-A2E6-41A2D3869678}" dt="2020-04-02T18:07:14.496" v="13765"/>
        <pc:sldMkLst>
          <pc:docMk/>
          <pc:sldMk cId="1142560619" sldId="327"/>
        </pc:sldMkLst>
        <pc:spChg chg="add mod">
          <ac:chgData name="Deep Singh" userId="218171febb998cc3" providerId="LiveId" clId="{A631849A-FE2E-4D2F-A2E6-41A2D3869678}" dt="2020-04-02T18:07:14.106" v="13764" actId="404"/>
          <ac:spMkLst>
            <pc:docMk/>
            <pc:sldMk cId="1142560619" sldId="327"/>
            <ac:spMk id="2" creationId="{30AD6074-4D93-4A7C-8DA3-20F8B74DBE5A}"/>
          </ac:spMkLst>
        </pc:spChg>
        <pc:spChg chg="mod">
          <ac:chgData name="Deep Singh" userId="218171febb998cc3" providerId="LiveId" clId="{A631849A-FE2E-4D2F-A2E6-41A2D3869678}" dt="2020-04-02T06:05:02.072" v="8618" actId="404"/>
          <ac:spMkLst>
            <pc:docMk/>
            <pc:sldMk cId="1142560619" sldId="327"/>
            <ac:spMk id="6" creationId="{152ADB85-0025-4E0A-B62D-0D6377972C2F}"/>
          </ac:spMkLst>
        </pc:spChg>
        <pc:spChg chg="del">
          <ac:chgData name="Deep Singh" userId="218171febb998cc3" providerId="LiveId" clId="{A631849A-FE2E-4D2F-A2E6-41A2D3869678}" dt="2020-04-02T06:03:56.289" v="8557" actId="478"/>
          <ac:spMkLst>
            <pc:docMk/>
            <pc:sldMk cId="1142560619" sldId="327"/>
            <ac:spMk id="39" creationId="{6EBFD729-397A-4E15-A764-DF2B1A2E2B6E}"/>
          </ac:spMkLst>
        </pc:spChg>
        <pc:spChg chg="add mod topLvl">
          <ac:chgData name="Deep Singh" userId="218171febb998cc3" providerId="LiveId" clId="{A631849A-FE2E-4D2F-A2E6-41A2D3869678}" dt="2020-04-02T18:07:11.495" v="13759" actId="1035"/>
          <ac:spMkLst>
            <pc:docMk/>
            <pc:sldMk cId="1142560619" sldId="327"/>
            <ac:spMk id="45" creationId="{2AB2EAC4-4687-4CB8-AF14-8FB575146120}"/>
          </ac:spMkLst>
        </pc:spChg>
        <pc:spChg chg="add mod topLvl">
          <ac:chgData name="Deep Singh" userId="218171febb998cc3" providerId="LiveId" clId="{A631849A-FE2E-4D2F-A2E6-41A2D3869678}" dt="2020-04-02T18:07:11.495" v="13759" actId="1035"/>
          <ac:spMkLst>
            <pc:docMk/>
            <pc:sldMk cId="1142560619" sldId="327"/>
            <ac:spMk id="46" creationId="{C47BC654-7855-4974-81AC-EC258CF0BB02}"/>
          </ac:spMkLst>
        </pc:spChg>
        <pc:spChg chg="add mod topLvl">
          <ac:chgData name="Deep Singh" userId="218171febb998cc3" providerId="LiveId" clId="{A631849A-FE2E-4D2F-A2E6-41A2D3869678}" dt="2020-04-02T18:07:11.495" v="13759" actId="1035"/>
          <ac:spMkLst>
            <pc:docMk/>
            <pc:sldMk cId="1142560619" sldId="327"/>
            <ac:spMk id="48" creationId="{36A4A1A8-9B39-4073-9BAF-D57FA8B490A5}"/>
          </ac:spMkLst>
        </pc:spChg>
        <pc:spChg chg="add mod topLvl">
          <ac:chgData name="Deep Singh" userId="218171febb998cc3" providerId="LiveId" clId="{A631849A-FE2E-4D2F-A2E6-41A2D3869678}" dt="2020-04-02T18:07:11.495" v="13759" actId="1035"/>
          <ac:spMkLst>
            <pc:docMk/>
            <pc:sldMk cId="1142560619" sldId="327"/>
            <ac:spMk id="49" creationId="{A4A28945-A004-46D3-8BD5-6DF53B5498B3}"/>
          </ac:spMkLst>
        </pc:spChg>
        <pc:spChg chg="add mod topLvl">
          <ac:chgData name="Deep Singh" userId="218171febb998cc3" providerId="LiveId" clId="{A631849A-FE2E-4D2F-A2E6-41A2D3869678}" dt="2020-04-02T18:07:11.495" v="13759" actId="1035"/>
          <ac:spMkLst>
            <pc:docMk/>
            <pc:sldMk cId="1142560619" sldId="327"/>
            <ac:spMk id="50" creationId="{EB1ECCA4-9B54-458C-AE13-8929C4E011F2}"/>
          </ac:spMkLst>
        </pc:spChg>
        <pc:spChg chg="add mod topLvl">
          <ac:chgData name="Deep Singh" userId="218171febb998cc3" providerId="LiveId" clId="{A631849A-FE2E-4D2F-A2E6-41A2D3869678}" dt="2020-04-02T18:07:11.495" v="13759" actId="1035"/>
          <ac:spMkLst>
            <pc:docMk/>
            <pc:sldMk cId="1142560619" sldId="327"/>
            <ac:spMk id="52" creationId="{EE00120C-F9A6-47B2-9238-46619C8AE1E8}"/>
          </ac:spMkLst>
        </pc:spChg>
        <pc:spChg chg="add mod topLvl">
          <ac:chgData name="Deep Singh" userId="218171febb998cc3" providerId="LiveId" clId="{A631849A-FE2E-4D2F-A2E6-41A2D3869678}" dt="2020-04-02T18:07:11.495" v="13759" actId="1035"/>
          <ac:spMkLst>
            <pc:docMk/>
            <pc:sldMk cId="1142560619" sldId="327"/>
            <ac:spMk id="53" creationId="{1C3F2C3F-0568-4D9C-987F-EB99FC00D0D1}"/>
          </ac:spMkLst>
        </pc:spChg>
        <pc:spChg chg="add mod topLvl">
          <ac:chgData name="Deep Singh" userId="218171febb998cc3" providerId="LiveId" clId="{A631849A-FE2E-4D2F-A2E6-41A2D3869678}" dt="2020-04-02T18:07:11.495" v="13759" actId="1035"/>
          <ac:spMkLst>
            <pc:docMk/>
            <pc:sldMk cId="1142560619" sldId="327"/>
            <ac:spMk id="55" creationId="{7894C32E-738D-4E73-B551-AA579AFA911B}"/>
          </ac:spMkLst>
        </pc:spChg>
        <pc:spChg chg="add mod topLvl">
          <ac:chgData name="Deep Singh" userId="218171febb998cc3" providerId="LiveId" clId="{A631849A-FE2E-4D2F-A2E6-41A2D3869678}" dt="2020-04-02T18:07:11.495" v="13759" actId="1035"/>
          <ac:spMkLst>
            <pc:docMk/>
            <pc:sldMk cId="1142560619" sldId="327"/>
            <ac:spMk id="57" creationId="{3D674D3F-C625-45CE-9AF6-A371AA4AD08D}"/>
          </ac:spMkLst>
        </pc:spChg>
        <pc:spChg chg="add mod topLvl">
          <ac:chgData name="Deep Singh" userId="218171febb998cc3" providerId="LiveId" clId="{A631849A-FE2E-4D2F-A2E6-41A2D3869678}" dt="2020-04-02T18:07:11.495" v="13759" actId="1035"/>
          <ac:spMkLst>
            <pc:docMk/>
            <pc:sldMk cId="1142560619" sldId="327"/>
            <ac:spMk id="58" creationId="{CA88B518-094A-40BD-AE42-C45DFC9133C0}"/>
          </ac:spMkLst>
        </pc:spChg>
        <pc:spChg chg="add mod topLvl">
          <ac:chgData name="Deep Singh" userId="218171febb998cc3" providerId="LiveId" clId="{A631849A-FE2E-4D2F-A2E6-41A2D3869678}" dt="2020-04-02T18:07:11.495" v="13759" actId="1035"/>
          <ac:spMkLst>
            <pc:docMk/>
            <pc:sldMk cId="1142560619" sldId="327"/>
            <ac:spMk id="59" creationId="{0FEA3A87-43C1-4C61-B0E0-2FF2D7B68281}"/>
          </ac:spMkLst>
        </pc:spChg>
        <pc:spChg chg="add">
          <ac:chgData name="Deep Singh" userId="218171febb998cc3" providerId="LiveId" clId="{A631849A-FE2E-4D2F-A2E6-41A2D3869678}" dt="2020-04-02T06:03:44.567" v="8555"/>
          <ac:spMkLst>
            <pc:docMk/>
            <pc:sldMk cId="1142560619" sldId="327"/>
            <ac:spMk id="61" creationId="{E28D169B-D406-4267-9753-8C87DE16F83A}"/>
          </ac:spMkLst>
        </pc:spChg>
        <pc:spChg chg="add">
          <ac:chgData name="Deep Singh" userId="218171febb998cc3" providerId="LiveId" clId="{A631849A-FE2E-4D2F-A2E6-41A2D3869678}" dt="2020-04-02T06:03:44.567" v="8555"/>
          <ac:spMkLst>
            <pc:docMk/>
            <pc:sldMk cId="1142560619" sldId="327"/>
            <ac:spMk id="62" creationId="{65374452-4E0E-4AA3-B867-BA9B36779F85}"/>
          </ac:spMkLst>
        </pc:spChg>
        <pc:spChg chg="add">
          <ac:chgData name="Deep Singh" userId="218171febb998cc3" providerId="LiveId" clId="{A631849A-FE2E-4D2F-A2E6-41A2D3869678}" dt="2020-04-02T06:03:44.567" v="8555"/>
          <ac:spMkLst>
            <pc:docMk/>
            <pc:sldMk cId="1142560619" sldId="327"/>
            <ac:spMk id="63" creationId="{065F91C8-0CEB-40D4-83E7-3BC88FE6C6DC}"/>
          </ac:spMkLst>
        </pc:spChg>
        <pc:spChg chg="add">
          <ac:chgData name="Deep Singh" userId="218171febb998cc3" providerId="LiveId" clId="{A631849A-FE2E-4D2F-A2E6-41A2D3869678}" dt="2020-04-02T06:03:44.567" v="8555"/>
          <ac:spMkLst>
            <pc:docMk/>
            <pc:sldMk cId="1142560619" sldId="327"/>
            <ac:spMk id="64" creationId="{BBC9FD8D-297C-480A-ADCE-D29B7E93FDB0}"/>
          </ac:spMkLst>
        </pc:spChg>
        <pc:grpChg chg="del">
          <ac:chgData name="Deep Singh" userId="218171febb998cc3" providerId="LiveId" clId="{A631849A-FE2E-4D2F-A2E6-41A2D3869678}" dt="2020-04-02T06:03:38.912" v="8554" actId="478"/>
          <ac:grpSpMkLst>
            <pc:docMk/>
            <pc:sldMk cId="1142560619" sldId="327"/>
            <ac:grpSpMk id="8" creationId="{71A0326E-3012-4EDD-9E2E-E8C73C367F02}"/>
          </ac:grpSpMkLst>
        </pc:grpChg>
        <pc:grpChg chg="add del mod">
          <ac:chgData name="Deep Singh" userId="218171febb998cc3" providerId="LiveId" clId="{A631849A-FE2E-4D2F-A2E6-41A2D3869678}" dt="2020-04-02T06:04:17.164" v="8560" actId="165"/>
          <ac:grpSpMkLst>
            <pc:docMk/>
            <pc:sldMk cId="1142560619" sldId="327"/>
            <ac:grpSpMk id="40" creationId="{B37D9197-D4DF-49D0-B793-B5C04004D841}"/>
          </ac:grpSpMkLst>
        </pc:grpChg>
        <pc:grpChg chg="add mod topLvl">
          <ac:chgData name="Deep Singh" userId="218171febb998cc3" providerId="LiveId" clId="{A631849A-FE2E-4D2F-A2E6-41A2D3869678}" dt="2020-04-02T18:07:11.495" v="13759" actId="1035"/>
          <ac:grpSpMkLst>
            <pc:docMk/>
            <pc:sldMk cId="1142560619" sldId="327"/>
            <ac:grpSpMk id="41" creationId="{C97AB056-7067-49DC-8CEA-E94AD656E544}"/>
          </ac:grpSpMkLst>
        </pc:grpChg>
        <pc:graphicFrameChg chg="add del mod">
          <ac:chgData name="Deep Singh" userId="218171febb998cc3" providerId="LiveId" clId="{A631849A-FE2E-4D2F-A2E6-41A2D3869678}" dt="2020-04-02T18:07:14.496" v="13765"/>
          <ac:graphicFrameMkLst>
            <pc:docMk/>
            <pc:sldMk cId="1142560619" sldId="327"/>
            <ac:graphicFrameMk id="3" creationId="{83A199F5-4024-4BE1-A9F5-0BEB707D0775}"/>
          </ac:graphicFrameMkLst>
        </pc:graphicFrameChg>
        <pc:cxnChg chg="mod">
          <ac:chgData name="Deep Singh" userId="218171febb998cc3" providerId="LiveId" clId="{A631849A-FE2E-4D2F-A2E6-41A2D3869678}" dt="2020-04-02T06:03:38.912" v="8554" actId="478"/>
          <ac:cxnSpMkLst>
            <pc:docMk/>
            <pc:sldMk cId="1142560619" sldId="327"/>
            <ac:cxnSpMk id="23" creationId="{5714545C-A4DA-4677-ADFC-1C819BEA22B5}"/>
          </ac:cxnSpMkLst>
        </pc:cxnChg>
        <pc:cxnChg chg="mod">
          <ac:chgData name="Deep Singh" userId="218171febb998cc3" providerId="LiveId" clId="{A631849A-FE2E-4D2F-A2E6-41A2D3869678}" dt="2020-04-02T06:03:38.912" v="8554" actId="478"/>
          <ac:cxnSpMkLst>
            <pc:docMk/>
            <pc:sldMk cId="1142560619" sldId="327"/>
            <ac:cxnSpMk id="24" creationId="{9981714B-AE21-424B-BCB2-AC0E32DEFFAC}"/>
          </ac:cxnSpMkLst>
        </pc:cxnChg>
        <pc:cxnChg chg="mod">
          <ac:chgData name="Deep Singh" userId="218171febb998cc3" providerId="LiveId" clId="{A631849A-FE2E-4D2F-A2E6-41A2D3869678}" dt="2020-04-02T06:03:38.912" v="8554" actId="478"/>
          <ac:cxnSpMkLst>
            <pc:docMk/>
            <pc:sldMk cId="1142560619" sldId="327"/>
            <ac:cxnSpMk id="25" creationId="{FEA1CA21-365F-4169-8492-AC30608D9F9E}"/>
          </ac:cxnSpMkLst>
        </pc:cxnChg>
        <pc:cxnChg chg="mod">
          <ac:chgData name="Deep Singh" userId="218171febb998cc3" providerId="LiveId" clId="{A631849A-FE2E-4D2F-A2E6-41A2D3869678}" dt="2020-04-02T06:03:38.912" v="8554" actId="478"/>
          <ac:cxnSpMkLst>
            <pc:docMk/>
            <pc:sldMk cId="1142560619" sldId="327"/>
            <ac:cxnSpMk id="26" creationId="{D9389CF2-8CF6-48A1-8C76-D9B07F9CC6CC}"/>
          </ac:cxnSpMkLst>
        </pc:cxnChg>
        <pc:cxnChg chg="mod">
          <ac:chgData name="Deep Singh" userId="218171febb998cc3" providerId="LiveId" clId="{A631849A-FE2E-4D2F-A2E6-41A2D3869678}" dt="2020-04-02T06:03:38.912" v="8554" actId="478"/>
          <ac:cxnSpMkLst>
            <pc:docMk/>
            <pc:sldMk cId="1142560619" sldId="327"/>
            <ac:cxnSpMk id="27" creationId="{9E51B7A5-CE0B-40EA-B8C2-7098AE3E4595}"/>
          </ac:cxnSpMkLst>
        </pc:cxnChg>
        <pc:cxnChg chg="mod">
          <ac:chgData name="Deep Singh" userId="218171febb998cc3" providerId="LiveId" clId="{A631849A-FE2E-4D2F-A2E6-41A2D3869678}" dt="2020-04-02T06:03:38.912" v="8554" actId="478"/>
          <ac:cxnSpMkLst>
            <pc:docMk/>
            <pc:sldMk cId="1142560619" sldId="327"/>
            <ac:cxnSpMk id="28" creationId="{8D688A1B-66EB-4F93-A335-B08D61DE8307}"/>
          </ac:cxnSpMkLst>
        </pc:cxnChg>
        <pc:cxnChg chg="mod">
          <ac:chgData name="Deep Singh" userId="218171febb998cc3" providerId="LiveId" clId="{A631849A-FE2E-4D2F-A2E6-41A2D3869678}" dt="2020-04-02T06:03:38.912" v="8554" actId="478"/>
          <ac:cxnSpMkLst>
            <pc:docMk/>
            <pc:sldMk cId="1142560619" sldId="327"/>
            <ac:cxnSpMk id="30" creationId="{21C2DDF9-DDAD-40B3-BAFD-157A01ECC7CA}"/>
          </ac:cxnSpMkLst>
        </pc:cxnChg>
        <pc:cxnChg chg="mod">
          <ac:chgData name="Deep Singh" userId="218171febb998cc3" providerId="LiveId" clId="{A631849A-FE2E-4D2F-A2E6-41A2D3869678}" dt="2020-04-02T06:03:38.912" v="8554" actId="478"/>
          <ac:cxnSpMkLst>
            <pc:docMk/>
            <pc:sldMk cId="1142560619" sldId="327"/>
            <ac:cxnSpMk id="31" creationId="{53444E80-F48A-4477-A19B-DC6D58629F74}"/>
          </ac:cxnSpMkLst>
        </pc:cxnChg>
        <pc:cxnChg chg="mod">
          <ac:chgData name="Deep Singh" userId="218171febb998cc3" providerId="LiveId" clId="{A631849A-FE2E-4D2F-A2E6-41A2D3869678}" dt="2020-04-02T06:03:38.912" v="8554" actId="478"/>
          <ac:cxnSpMkLst>
            <pc:docMk/>
            <pc:sldMk cId="1142560619" sldId="327"/>
            <ac:cxnSpMk id="32" creationId="{48BC120D-C0BC-4805-8C89-0E8503033901}"/>
          </ac:cxnSpMkLst>
        </pc:cxnChg>
        <pc:cxnChg chg="mod">
          <ac:chgData name="Deep Singh" userId="218171febb998cc3" providerId="LiveId" clId="{A631849A-FE2E-4D2F-A2E6-41A2D3869678}" dt="2020-04-02T06:03:38.912" v="8554" actId="478"/>
          <ac:cxnSpMkLst>
            <pc:docMk/>
            <pc:sldMk cId="1142560619" sldId="327"/>
            <ac:cxnSpMk id="33" creationId="{FB3C7EED-83CA-476A-A97E-0B043CC877EC}"/>
          </ac:cxnSpMkLst>
        </pc:cxnChg>
        <pc:cxnChg chg="mod">
          <ac:chgData name="Deep Singh" userId="218171febb998cc3" providerId="LiveId" clId="{A631849A-FE2E-4D2F-A2E6-41A2D3869678}" dt="2020-04-02T06:03:38.912" v="8554" actId="478"/>
          <ac:cxnSpMkLst>
            <pc:docMk/>
            <pc:sldMk cId="1142560619" sldId="327"/>
            <ac:cxnSpMk id="36" creationId="{77D47C4B-9869-4F93-9A20-19472208F3D3}"/>
          </ac:cxnSpMkLst>
        </pc:cxnChg>
        <pc:cxnChg chg="mod">
          <ac:chgData name="Deep Singh" userId="218171febb998cc3" providerId="LiveId" clId="{A631849A-FE2E-4D2F-A2E6-41A2D3869678}" dt="2020-04-02T06:03:38.912" v="8554" actId="478"/>
          <ac:cxnSpMkLst>
            <pc:docMk/>
            <pc:sldMk cId="1142560619" sldId="327"/>
            <ac:cxnSpMk id="37" creationId="{2BF5F2D9-33E4-4D22-853D-81031BBAC686}"/>
          </ac:cxnSpMkLst>
        </pc:cxnChg>
        <pc:cxnChg chg="mod">
          <ac:chgData name="Deep Singh" userId="218171febb998cc3" providerId="LiveId" clId="{A631849A-FE2E-4D2F-A2E6-41A2D3869678}" dt="2020-04-02T06:03:38.912" v="8554" actId="478"/>
          <ac:cxnSpMkLst>
            <pc:docMk/>
            <pc:sldMk cId="1142560619" sldId="327"/>
            <ac:cxnSpMk id="38" creationId="{BED7D564-C683-404E-A7B8-C1371192F4EC}"/>
          </ac:cxnSpMkLst>
        </pc:cxnChg>
        <pc:cxnChg chg="add mod topLvl">
          <ac:chgData name="Deep Singh" userId="218171febb998cc3" providerId="LiveId" clId="{A631849A-FE2E-4D2F-A2E6-41A2D3869678}" dt="2020-04-02T18:07:11.495" v="13759" actId="1035"/>
          <ac:cxnSpMkLst>
            <pc:docMk/>
            <pc:sldMk cId="1142560619" sldId="327"/>
            <ac:cxnSpMk id="42" creationId="{3EB52EA6-1404-4AD7-B9C9-18210887DB38}"/>
          </ac:cxnSpMkLst>
        </pc:cxnChg>
        <pc:cxnChg chg="add mod topLvl">
          <ac:chgData name="Deep Singh" userId="218171febb998cc3" providerId="LiveId" clId="{A631849A-FE2E-4D2F-A2E6-41A2D3869678}" dt="2020-04-02T18:07:11.495" v="13759" actId="1035"/>
          <ac:cxnSpMkLst>
            <pc:docMk/>
            <pc:sldMk cId="1142560619" sldId="327"/>
            <ac:cxnSpMk id="43" creationId="{2849D924-C9DE-4143-9BB9-CCCCD6E0178F}"/>
          </ac:cxnSpMkLst>
        </pc:cxnChg>
        <pc:cxnChg chg="add mod topLvl">
          <ac:chgData name="Deep Singh" userId="218171febb998cc3" providerId="LiveId" clId="{A631849A-FE2E-4D2F-A2E6-41A2D3869678}" dt="2020-04-02T18:07:11.495" v="13759" actId="1035"/>
          <ac:cxnSpMkLst>
            <pc:docMk/>
            <pc:sldMk cId="1142560619" sldId="327"/>
            <ac:cxnSpMk id="44" creationId="{0F6A9907-0100-4F96-A158-1DD9DF4D4C32}"/>
          </ac:cxnSpMkLst>
        </pc:cxnChg>
        <pc:cxnChg chg="add mod topLvl">
          <ac:chgData name="Deep Singh" userId="218171febb998cc3" providerId="LiveId" clId="{A631849A-FE2E-4D2F-A2E6-41A2D3869678}" dt="2020-04-02T18:07:11.495" v="13759" actId="1035"/>
          <ac:cxnSpMkLst>
            <pc:docMk/>
            <pc:sldMk cId="1142560619" sldId="327"/>
            <ac:cxnSpMk id="47" creationId="{1382517D-8BC5-4D64-A20D-6B81DA762B56}"/>
          </ac:cxnSpMkLst>
        </pc:cxnChg>
        <pc:cxnChg chg="add mod topLvl">
          <ac:chgData name="Deep Singh" userId="218171febb998cc3" providerId="LiveId" clId="{A631849A-FE2E-4D2F-A2E6-41A2D3869678}" dt="2020-04-02T18:07:11.495" v="13759" actId="1035"/>
          <ac:cxnSpMkLst>
            <pc:docMk/>
            <pc:sldMk cId="1142560619" sldId="327"/>
            <ac:cxnSpMk id="51" creationId="{A5535131-CE21-4B89-B2C4-8EFD112D918E}"/>
          </ac:cxnSpMkLst>
        </pc:cxnChg>
        <pc:cxnChg chg="add mod topLvl">
          <ac:chgData name="Deep Singh" userId="218171febb998cc3" providerId="LiveId" clId="{A631849A-FE2E-4D2F-A2E6-41A2D3869678}" dt="2020-04-02T18:07:11.495" v="13759" actId="1035"/>
          <ac:cxnSpMkLst>
            <pc:docMk/>
            <pc:sldMk cId="1142560619" sldId="327"/>
            <ac:cxnSpMk id="54" creationId="{E359EC66-5891-4582-8089-442DF5025089}"/>
          </ac:cxnSpMkLst>
        </pc:cxnChg>
        <pc:cxnChg chg="add mod topLvl">
          <ac:chgData name="Deep Singh" userId="218171febb998cc3" providerId="LiveId" clId="{A631849A-FE2E-4D2F-A2E6-41A2D3869678}" dt="2020-04-02T18:07:11.495" v="13759" actId="1035"/>
          <ac:cxnSpMkLst>
            <pc:docMk/>
            <pc:sldMk cId="1142560619" sldId="327"/>
            <ac:cxnSpMk id="56" creationId="{AFF0AAFD-CC3A-4485-BA30-42991022136E}"/>
          </ac:cxnSpMkLst>
        </pc:cxnChg>
        <pc:cxnChg chg="add mod topLvl">
          <ac:chgData name="Deep Singh" userId="218171febb998cc3" providerId="LiveId" clId="{A631849A-FE2E-4D2F-A2E6-41A2D3869678}" dt="2020-04-02T18:07:11.495" v="13759" actId="1035"/>
          <ac:cxnSpMkLst>
            <pc:docMk/>
            <pc:sldMk cId="1142560619" sldId="327"/>
            <ac:cxnSpMk id="60" creationId="{241775DB-2A50-4D56-9EEB-23E49FABF33E}"/>
          </ac:cxnSpMkLst>
        </pc:cxnChg>
      </pc:sldChg>
      <pc:sldChg chg="addSp delSp modSp add del ord">
        <pc:chgData name="Deep Singh" userId="218171febb998cc3" providerId="LiveId" clId="{A631849A-FE2E-4D2F-A2E6-41A2D3869678}" dt="2020-04-02T06:11:30.514" v="8740" actId="47"/>
        <pc:sldMkLst>
          <pc:docMk/>
          <pc:sldMk cId="4133796819" sldId="328"/>
        </pc:sldMkLst>
        <pc:spChg chg="add del mod">
          <ac:chgData name="Deep Singh" userId="218171febb998cc3" providerId="LiveId" clId="{A631849A-FE2E-4D2F-A2E6-41A2D3869678}" dt="2020-04-02T06:08:31.385" v="8695" actId="478"/>
          <ac:spMkLst>
            <pc:docMk/>
            <pc:sldMk cId="4133796819" sldId="328"/>
            <ac:spMk id="3" creationId="{367CEB75-C741-4A87-BAF9-4D6991CAD522}"/>
          </ac:spMkLst>
        </pc:spChg>
        <pc:spChg chg="del">
          <ac:chgData name="Deep Singh" userId="218171febb998cc3" providerId="LiveId" clId="{A631849A-FE2E-4D2F-A2E6-41A2D3869678}" dt="2020-04-02T06:08:57.333" v="8700" actId="478"/>
          <ac:spMkLst>
            <pc:docMk/>
            <pc:sldMk cId="4133796819" sldId="328"/>
            <ac:spMk id="4" creationId="{49830AE6-3D29-4888-9A98-CA7098D82180}"/>
          </ac:spMkLst>
        </pc:spChg>
        <pc:spChg chg="del">
          <ac:chgData name="Deep Singh" userId="218171febb998cc3" providerId="LiveId" clId="{A631849A-FE2E-4D2F-A2E6-41A2D3869678}" dt="2020-04-02T06:09:17.648" v="8701" actId="478"/>
          <ac:spMkLst>
            <pc:docMk/>
            <pc:sldMk cId="4133796819" sldId="328"/>
            <ac:spMk id="6" creationId="{152ADB85-0025-4E0A-B62D-0D6377972C2F}"/>
          </ac:spMkLst>
        </pc:spChg>
        <pc:spChg chg="add del mod">
          <ac:chgData name="Deep Singh" userId="218171febb998cc3" providerId="LiveId" clId="{A631849A-FE2E-4D2F-A2E6-41A2D3869678}" dt="2020-04-02T06:09:20.423" v="8702" actId="478"/>
          <ac:spMkLst>
            <pc:docMk/>
            <pc:sldMk cId="4133796819" sldId="328"/>
            <ac:spMk id="8" creationId="{39EA00C2-EF91-414E-A17C-AA0267ACA8A3}"/>
          </ac:spMkLst>
        </pc:spChg>
        <pc:spChg chg="del">
          <ac:chgData name="Deep Singh" userId="218171febb998cc3" providerId="LiveId" clId="{A631849A-FE2E-4D2F-A2E6-41A2D3869678}" dt="2020-04-02T06:07:13.953" v="8666" actId="478"/>
          <ac:spMkLst>
            <pc:docMk/>
            <pc:sldMk cId="4133796819" sldId="328"/>
            <ac:spMk id="11" creationId="{BB003D32-00BD-4546-BB15-66F3DB626FE6}"/>
          </ac:spMkLst>
        </pc:spChg>
        <pc:spChg chg="add del">
          <ac:chgData name="Deep Singh" userId="218171febb998cc3" providerId="LiveId" clId="{A631849A-FE2E-4D2F-A2E6-41A2D3869678}" dt="2020-04-02T06:10:01.013" v="8708" actId="478"/>
          <ac:spMkLst>
            <pc:docMk/>
            <pc:sldMk cId="4133796819" sldId="328"/>
            <ac:spMk id="14" creationId="{244A857F-6846-4783-AC68-A1934DCB88D2}"/>
          </ac:spMkLst>
        </pc:spChg>
        <pc:spChg chg="add del">
          <ac:chgData name="Deep Singh" userId="218171febb998cc3" providerId="LiveId" clId="{A631849A-FE2E-4D2F-A2E6-41A2D3869678}" dt="2020-04-02T06:09:32.653" v="8706"/>
          <ac:spMkLst>
            <pc:docMk/>
            <pc:sldMk cId="4133796819" sldId="328"/>
            <ac:spMk id="16" creationId="{D92EFE5B-C02F-4AE6-945C-95FDF6DFD0AA}"/>
          </ac:spMkLst>
        </pc:spChg>
        <pc:spChg chg="add del mod">
          <ac:chgData name="Deep Singh" userId="218171febb998cc3" providerId="LiveId" clId="{A631849A-FE2E-4D2F-A2E6-41A2D3869678}" dt="2020-04-02T06:10:11.527" v="8709" actId="14100"/>
          <ac:spMkLst>
            <pc:docMk/>
            <pc:sldMk cId="4133796819" sldId="328"/>
            <ac:spMk id="17" creationId="{2957DE82-111E-413D-81CF-A2003C68C78E}"/>
          </ac:spMkLst>
        </pc:spChg>
        <pc:picChg chg="add del">
          <ac:chgData name="Deep Singh" userId="218171febb998cc3" providerId="LiveId" clId="{A631849A-FE2E-4D2F-A2E6-41A2D3869678}" dt="2020-04-02T06:09:29.220" v="8703" actId="478"/>
          <ac:picMkLst>
            <pc:docMk/>
            <pc:sldMk cId="4133796819" sldId="328"/>
            <ac:picMk id="10" creationId="{CE603838-F9DF-492B-AC35-309E33C74380}"/>
          </ac:picMkLst>
        </pc:picChg>
        <pc:picChg chg="add del">
          <ac:chgData name="Deep Singh" userId="218171febb998cc3" providerId="LiveId" clId="{A631849A-FE2E-4D2F-A2E6-41A2D3869678}" dt="2020-04-02T06:09:32.653" v="8706"/>
          <ac:picMkLst>
            <pc:docMk/>
            <pc:sldMk cId="4133796819" sldId="328"/>
            <ac:picMk id="18" creationId="{CB8C23CC-60F5-4225-8858-F07EE26478CE}"/>
          </ac:picMkLst>
        </pc:picChg>
        <pc:picChg chg="add del">
          <ac:chgData name="Deep Singh" userId="218171febb998cc3" providerId="LiveId" clId="{A631849A-FE2E-4D2F-A2E6-41A2D3869678}" dt="2020-04-02T06:09:32.653" v="8706"/>
          <ac:picMkLst>
            <pc:docMk/>
            <pc:sldMk cId="4133796819" sldId="328"/>
            <ac:picMk id="19" creationId="{5F2FD2AE-E70F-4BEA-92B2-8AEFF1969D7E}"/>
          </ac:picMkLst>
        </pc:picChg>
      </pc:sldChg>
      <pc:sldChg chg="modSp add">
        <pc:chgData name="Deep Singh" userId="218171febb998cc3" providerId="LiveId" clId="{A631849A-FE2E-4D2F-A2E6-41A2D3869678}" dt="2020-04-02T18:01:24.559" v="13444" actId="20577"/>
        <pc:sldMkLst>
          <pc:docMk/>
          <pc:sldMk cId="3320675665" sldId="329"/>
        </pc:sldMkLst>
        <pc:spChg chg="mod">
          <ac:chgData name="Deep Singh" userId="218171febb998cc3" providerId="LiveId" clId="{A631849A-FE2E-4D2F-A2E6-41A2D3869678}" dt="2020-04-02T18:01:24.559" v="13444" actId="20577"/>
          <ac:spMkLst>
            <pc:docMk/>
            <pc:sldMk cId="3320675665" sldId="329"/>
            <ac:spMk id="11" creationId="{BB003D32-00BD-4546-BB15-66F3DB626FE6}"/>
          </ac:spMkLst>
        </pc:spChg>
      </pc:sldChg>
      <pc:sldChg chg="modSp add del ord">
        <pc:chgData name="Deep Singh" userId="218171febb998cc3" providerId="LiveId" clId="{A631849A-FE2E-4D2F-A2E6-41A2D3869678}" dt="2020-04-02T17:54:44.053" v="13338" actId="47"/>
        <pc:sldMkLst>
          <pc:docMk/>
          <pc:sldMk cId="3448749780" sldId="330"/>
        </pc:sldMkLst>
        <pc:spChg chg="mod">
          <ac:chgData name="Deep Singh" userId="218171febb998cc3" providerId="LiveId" clId="{A631849A-FE2E-4D2F-A2E6-41A2D3869678}" dt="2020-04-02T07:34:16.625" v="8909" actId="20577"/>
          <ac:spMkLst>
            <pc:docMk/>
            <pc:sldMk cId="3448749780" sldId="330"/>
            <ac:spMk id="6" creationId="{152ADB85-0025-4E0A-B62D-0D6377972C2F}"/>
          </ac:spMkLst>
        </pc:spChg>
        <pc:spChg chg="mod">
          <ac:chgData name="Deep Singh" userId="218171febb998cc3" providerId="LiveId" clId="{A631849A-FE2E-4D2F-A2E6-41A2D3869678}" dt="2020-04-02T17:54:01.757" v="13327" actId="20577"/>
          <ac:spMkLst>
            <pc:docMk/>
            <pc:sldMk cId="3448749780" sldId="330"/>
            <ac:spMk id="11" creationId="{BB003D32-00BD-4546-BB15-66F3DB626FE6}"/>
          </ac:spMkLst>
        </pc:spChg>
      </pc:sldChg>
      <pc:sldChg chg="modSp add del">
        <pc:chgData name="Deep Singh" userId="218171febb998cc3" providerId="LiveId" clId="{A631849A-FE2E-4D2F-A2E6-41A2D3869678}" dt="2020-04-02T15:06:56.609" v="8957" actId="47"/>
        <pc:sldMkLst>
          <pc:docMk/>
          <pc:sldMk cId="2965686026" sldId="331"/>
        </pc:sldMkLst>
        <pc:spChg chg="mod">
          <ac:chgData name="Deep Singh" userId="218171febb998cc3" providerId="LiveId" clId="{A631849A-FE2E-4D2F-A2E6-41A2D3869678}" dt="2020-04-02T07:38:15.262" v="8949" actId="20577"/>
          <ac:spMkLst>
            <pc:docMk/>
            <pc:sldMk cId="2965686026" sldId="331"/>
            <ac:spMk id="2" creationId="{59ECE0F2-496E-4BDD-A63E-347562EFE6A6}"/>
          </ac:spMkLst>
        </pc:spChg>
      </pc:sldChg>
      <pc:sldChg chg="addSp delSp modSp add del">
        <pc:chgData name="Deep Singh" userId="218171febb998cc3" providerId="LiveId" clId="{A631849A-FE2E-4D2F-A2E6-41A2D3869678}" dt="2020-04-02T17:32:50.831" v="12838" actId="47"/>
        <pc:sldMkLst>
          <pc:docMk/>
          <pc:sldMk cId="2609322864" sldId="332"/>
        </pc:sldMkLst>
        <pc:spChg chg="mod">
          <ac:chgData name="Deep Singh" userId="218171febb998cc3" providerId="LiveId" clId="{A631849A-FE2E-4D2F-A2E6-41A2D3869678}" dt="2020-04-02T16:21:27.421" v="11082"/>
          <ac:spMkLst>
            <pc:docMk/>
            <pc:sldMk cId="2609322864" sldId="332"/>
            <ac:spMk id="2" creationId="{117452FE-C0E7-4731-8F06-E1D5C478E8CF}"/>
          </ac:spMkLst>
        </pc:spChg>
        <pc:spChg chg="mod">
          <ac:chgData name="Deep Singh" userId="218171febb998cc3" providerId="LiveId" clId="{A631849A-FE2E-4D2F-A2E6-41A2D3869678}" dt="2020-04-02T16:20:56.017" v="11032"/>
          <ac:spMkLst>
            <pc:docMk/>
            <pc:sldMk cId="2609322864" sldId="332"/>
            <ac:spMk id="4" creationId="{64B23FEC-8B17-4CEF-8511-A8C353CA4DF0}"/>
          </ac:spMkLst>
        </pc:spChg>
        <pc:spChg chg="add del">
          <ac:chgData name="Deep Singh" userId="218171febb998cc3" providerId="LiveId" clId="{A631849A-FE2E-4D2F-A2E6-41A2D3869678}" dt="2020-04-02T15:34:58.430" v="9188" actId="478"/>
          <ac:spMkLst>
            <pc:docMk/>
            <pc:sldMk cId="2609322864" sldId="332"/>
            <ac:spMk id="5" creationId="{0DE6FFD6-9D44-41DB-AAC1-CD1F8CD34A78}"/>
          </ac:spMkLst>
        </pc:spChg>
        <pc:spChg chg="add del">
          <ac:chgData name="Deep Singh" userId="218171febb998cc3" providerId="LiveId" clId="{A631849A-FE2E-4D2F-A2E6-41A2D3869678}" dt="2020-04-02T15:35:00.224" v="9198" actId="478"/>
          <ac:spMkLst>
            <pc:docMk/>
            <pc:sldMk cId="2609322864" sldId="332"/>
            <ac:spMk id="6" creationId="{01EE1927-7D1B-4EF8-8D12-044F21335554}"/>
          </ac:spMkLst>
        </pc:spChg>
        <pc:spChg chg="mod">
          <ac:chgData name="Deep Singh" userId="218171febb998cc3" providerId="LiveId" clId="{A631849A-FE2E-4D2F-A2E6-41A2D3869678}" dt="2020-04-02T16:21:27.421" v="11082"/>
          <ac:spMkLst>
            <pc:docMk/>
            <pc:sldMk cId="2609322864" sldId="332"/>
            <ac:spMk id="7" creationId="{E13ABDA7-ECC3-448C-90A5-2A1F1AAE8DAA}"/>
          </ac:spMkLst>
        </pc:spChg>
        <pc:spChg chg="add del">
          <ac:chgData name="Deep Singh" userId="218171febb998cc3" providerId="LiveId" clId="{A631849A-FE2E-4D2F-A2E6-41A2D3869678}" dt="2020-04-02T15:34:59.254" v="9192" actId="478"/>
          <ac:spMkLst>
            <pc:docMk/>
            <pc:sldMk cId="2609322864" sldId="332"/>
            <ac:spMk id="8" creationId="{CD81C728-63C0-455D-83A0-AAEFA4662CBA}"/>
          </ac:spMkLst>
        </pc:spChg>
        <pc:spChg chg="mod">
          <ac:chgData name="Deep Singh" userId="218171febb998cc3" providerId="LiveId" clId="{A631849A-FE2E-4D2F-A2E6-41A2D3869678}" dt="2020-04-02T16:21:27.421" v="11082"/>
          <ac:spMkLst>
            <pc:docMk/>
            <pc:sldMk cId="2609322864" sldId="332"/>
            <ac:spMk id="9" creationId="{50DD5136-63CE-40C2-B92D-B35A783C3EEC}"/>
          </ac:spMkLst>
        </pc:spChg>
        <pc:spChg chg="mod">
          <ac:chgData name="Deep Singh" userId="218171febb998cc3" providerId="LiveId" clId="{A631849A-FE2E-4D2F-A2E6-41A2D3869678}" dt="2020-04-02T16:21:27.421" v="11082"/>
          <ac:spMkLst>
            <pc:docMk/>
            <pc:sldMk cId="2609322864" sldId="332"/>
            <ac:spMk id="10" creationId="{C969D070-CF40-4F0C-9A6E-9F65C13F5DFA}"/>
          </ac:spMkLst>
        </pc:spChg>
        <pc:spChg chg="mod">
          <ac:chgData name="Deep Singh" userId="218171febb998cc3" providerId="LiveId" clId="{A631849A-FE2E-4D2F-A2E6-41A2D3869678}" dt="2020-04-02T16:21:27.421" v="11082"/>
          <ac:spMkLst>
            <pc:docMk/>
            <pc:sldMk cId="2609322864" sldId="332"/>
            <ac:spMk id="11" creationId="{AC7194FB-73D5-401F-B211-EAB60F245F51}"/>
          </ac:spMkLst>
        </pc:spChg>
        <pc:spChg chg="del">
          <ac:chgData name="Deep Singh" userId="218171febb998cc3" providerId="LiveId" clId="{A631849A-FE2E-4D2F-A2E6-41A2D3869678}" dt="2020-04-02T15:35:27.509" v="9204" actId="478"/>
          <ac:spMkLst>
            <pc:docMk/>
            <pc:sldMk cId="2609322864" sldId="332"/>
            <ac:spMk id="12" creationId="{779776AC-BBEA-45A2-8614-267670F3238B}"/>
          </ac:spMkLst>
        </pc:spChg>
        <pc:spChg chg="del">
          <ac:chgData name="Deep Singh" userId="218171febb998cc3" providerId="LiveId" clId="{A631849A-FE2E-4D2F-A2E6-41A2D3869678}" dt="2020-04-02T15:35:18.407" v="9202" actId="478"/>
          <ac:spMkLst>
            <pc:docMk/>
            <pc:sldMk cId="2609322864" sldId="332"/>
            <ac:spMk id="13" creationId="{3BDE26A9-98E4-4278-9CCA-FDF80D7BCB0B}"/>
          </ac:spMkLst>
        </pc:spChg>
        <pc:spChg chg="mod">
          <ac:chgData name="Deep Singh" userId="218171febb998cc3" providerId="LiveId" clId="{A631849A-FE2E-4D2F-A2E6-41A2D3869678}" dt="2020-04-02T16:21:27.421" v="11082"/>
          <ac:spMkLst>
            <pc:docMk/>
            <pc:sldMk cId="2609322864" sldId="332"/>
            <ac:spMk id="14" creationId="{A1EEC145-CEE8-40E6-BD87-A2190560F3A6}"/>
          </ac:spMkLst>
        </pc:spChg>
        <pc:spChg chg="del">
          <ac:chgData name="Deep Singh" userId="218171febb998cc3" providerId="LiveId" clId="{A631849A-FE2E-4D2F-A2E6-41A2D3869678}" dt="2020-04-02T15:35:11.098" v="9200" actId="478"/>
          <ac:spMkLst>
            <pc:docMk/>
            <pc:sldMk cId="2609322864" sldId="332"/>
            <ac:spMk id="15" creationId="{845B16A7-66D7-491E-B411-35DE633BF022}"/>
          </ac:spMkLst>
        </pc:spChg>
        <pc:spChg chg="add del">
          <ac:chgData name="Deep Singh" userId="218171febb998cc3" providerId="LiveId" clId="{A631849A-FE2E-4D2F-A2E6-41A2D3869678}" dt="2020-04-02T15:34:59.514" v="9194" actId="478"/>
          <ac:spMkLst>
            <pc:docMk/>
            <pc:sldMk cId="2609322864" sldId="332"/>
            <ac:spMk id="16" creationId="{DD7A67F9-07A4-4887-965F-8C865CFFF177}"/>
          </ac:spMkLst>
        </pc:spChg>
        <pc:spChg chg="add del">
          <ac:chgData name="Deep Singh" userId="218171febb998cc3" providerId="LiveId" clId="{A631849A-FE2E-4D2F-A2E6-41A2D3869678}" dt="2020-04-02T15:35:00.148" v="9196" actId="478"/>
          <ac:spMkLst>
            <pc:docMk/>
            <pc:sldMk cId="2609322864" sldId="332"/>
            <ac:spMk id="17" creationId="{2F98D2FA-E493-4101-AD52-A047BD3A9EEC}"/>
          </ac:spMkLst>
        </pc:spChg>
        <pc:spChg chg="mod">
          <ac:chgData name="Deep Singh" userId="218171febb998cc3" providerId="LiveId" clId="{A631849A-FE2E-4D2F-A2E6-41A2D3869678}" dt="2020-04-02T16:21:27.421" v="11082"/>
          <ac:spMkLst>
            <pc:docMk/>
            <pc:sldMk cId="2609322864" sldId="332"/>
            <ac:spMk id="18" creationId="{CEABBA18-E17D-48CF-9E66-669FB88E847B}"/>
          </ac:spMkLst>
        </pc:spChg>
        <pc:spChg chg="mod">
          <ac:chgData name="Deep Singh" userId="218171febb998cc3" providerId="LiveId" clId="{A631849A-FE2E-4D2F-A2E6-41A2D3869678}" dt="2020-04-02T16:21:27.421" v="11082"/>
          <ac:spMkLst>
            <pc:docMk/>
            <pc:sldMk cId="2609322864" sldId="332"/>
            <ac:spMk id="19" creationId="{DF7D1B6F-BF88-4A62-A7E4-C4BF285B3D0B}"/>
          </ac:spMkLst>
        </pc:spChg>
        <pc:spChg chg="mod">
          <ac:chgData name="Deep Singh" userId="218171febb998cc3" providerId="LiveId" clId="{A631849A-FE2E-4D2F-A2E6-41A2D3869678}" dt="2020-04-02T16:21:27.421" v="11082"/>
          <ac:spMkLst>
            <pc:docMk/>
            <pc:sldMk cId="2609322864" sldId="332"/>
            <ac:spMk id="20" creationId="{9C256C0A-79CA-475F-AC8B-ADBD1785D990}"/>
          </ac:spMkLst>
        </pc:spChg>
        <pc:spChg chg="mod">
          <ac:chgData name="Deep Singh" userId="218171febb998cc3" providerId="LiveId" clId="{A631849A-FE2E-4D2F-A2E6-41A2D3869678}" dt="2020-04-02T16:21:27.421" v="11082"/>
          <ac:spMkLst>
            <pc:docMk/>
            <pc:sldMk cId="2609322864" sldId="332"/>
            <ac:spMk id="21" creationId="{852EFE12-C208-47B2-99E4-9B42D2DE1800}"/>
          </ac:spMkLst>
        </pc:spChg>
        <pc:spChg chg="mod">
          <ac:chgData name="Deep Singh" userId="218171febb998cc3" providerId="LiveId" clId="{A631849A-FE2E-4D2F-A2E6-41A2D3869678}" dt="2020-04-02T16:21:27.421" v="11082"/>
          <ac:spMkLst>
            <pc:docMk/>
            <pc:sldMk cId="2609322864" sldId="332"/>
            <ac:spMk id="22" creationId="{9E4DCCF7-7042-436D-AF12-634457F6146F}"/>
          </ac:spMkLst>
        </pc:spChg>
        <pc:spChg chg="mod">
          <ac:chgData name="Deep Singh" userId="218171febb998cc3" providerId="LiveId" clId="{A631849A-FE2E-4D2F-A2E6-41A2D3869678}" dt="2020-04-02T16:21:27.421" v="11082"/>
          <ac:spMkLst>
            <pc:docMk/>
            <pc:sldMk cId="2609322864" sldId="332"/>
            <ac:spMk id="23" creationId="{4FE5C03B-8762-4321-B6D1-447FEBD43A71}"/>
          </ac:spMkLst>
        </pc:spChg>
        <pc:spChg chg="mod">
          <ac:chgData name="Deep Singh" userId="218171febb998cc3" providerId="LiveId" clId="{A631849A-FE2E-4D2F-A2E6-41A2D3869678}" dt="2020-04-02T16:21:27.421" v="11082"/>
          <ac:spMkLst>
            <pc:docMk/>
            <pc:sldMk cId="2609322864" sldId="332"/>
            <ac:spMk id="24" creationId="{F5B38C21-816E-4C71-811F-F06E292FABA5}"/>
          </ac:spMkLst>
        </pc:spChg>
        <pc:spChg chg="mod">
          <ac:chgData name="Deep Singh" userId="218171febb998cc3" providerId="LiveId" clId="{A631849A-FE2E-4D2F-A2E6-41A2D3869678}" dt="2020-04-02T16:21:27.421" v="11082"/>
          <ac:spMkLst>
            <pc:docMk/>
            <pc:sldMk cId="2609322864" sldId="332"/>
            <ac:spMk id="25" creationId="{541275A9-F4C0-436F-AAEE-F5CCCE2F88C1}"/>
          </ac:spMkLst>
        </pc:spChg>
        <pc:spChg chg="mod">
          <ac:chgData name="Deep Singh" userId="218171febb998cc3" providerId="LiveId" clId="{A631849A-FE2E-4D2F-A2E6-41A2D3869678}" dt="2020-04-02T16:21:27.421" v="11082"/>
          <ac:spMkLst>
            <pc:docMk/>
            <pc:sldMk cId="2609322864" sldId="332"/>
            <ac:spMk id="26" creationId="{4EF89BDD-F9DD-4083-B77B-BF62328A6F81}"/>
          </ac:spMkLst>
        </pc:spChg>
        <pc:spChg chg="mod">
          <ac:chgData name="Deep Singh" userId="218171febb998cc3" providerId="LiveId" clId="{A631849A-FE2E-4D2F-A2E6-41A2D3869678}" dt="2020-04-02T17:11:13.930" v="12384" actId="1076"/>
          <ac:spMkLst>
            <pc:docMk/>
            <pc:sldMk cId="2609322864" sldId="332"/>
            <ac:spMk id="27" creationId="{B5621E29-192A-4528-B710-9D55A7F783F4}"/>
          </ac:spMkLst>
        </pc:spChg>
        <pc:spChg chg="mod">
          <ac:chgData name="Deep Singh" userId="218171febb998cc3" providerId="LiveId" clId="{A631849A-FE2E-4D2F-A2E6-41A2D3869678}" dt="2020-04-02T16:21:27.421" v="11082"/>
          <ac:spMkLst>
            <pc:docMk/>
            <pc:sldMk cId="2609322864" sldId="332"/>
            <ac:spMk id="28" creationId="{0FF3EA77-78AC-4A32-9E95-D54A064A152E}"/>
          </ac:spMkLst>
        </pc:spChg>
        <pc:spChg chg="mod">
          <ac:chgData name="Deep Singh" userId="218171febb998cc3" providerId="LiveId" clId="{A631849A-FE2E-4D2F-A2E6-41A2D3869678}" dt="2020-04-02T16:21:27.421" v="11082"/>
          <ac:spMkLst>
            <pc:docMk/>
            <pc:sldMk cId="2609322864" sldId="332"/>
            <ac:spMk id="29" creationId="{55C0CE2F-CCF4-49B6-A2B1-038291D29968}"/>
          </ac:spMkLst>
        </pc:spChg>
        <pc:spChg chg="mod">
          <ac:chgData name="Deep Singh" userId="218171febb998cc3" providerId="LiveId" clId="{A631849A-FE2E-4D2F-A2E6-41A2D3869678}" dt="2020-04-02T16:21:27.421" v="11082"/>
          <ac:spMkLst>
            <pc:docMk/>
            <pc:sldMk cId="2609322864" sldId="332"/>
            <ac:spMk id="30" creationId="{B0524F03-867F-4C67-853A-F1E9F715E3F5}"/>
          </ac:spMkLst>
        </pc:spChg>
        <pc:spChg chg="mod">
          <ac:chgData name="Deep Singh" userId="218171febb998cc3" providerId="LiveId" clId="{A631849A-FE2E-4D2F-A2E6-41A2D3869678}" dt="2020-04-02T16:21:27.421" v="11082"/>
          <ac:spMkLst>
            <pc:docMk/>
            <pc:sldMk cId="2609322864" sldId="332"/>
            <ac:spMk id="31" creationId="{62ACB901-D155-48CD-98EF-6336E700CD5D}"/>
          </ac:spMkLst>
        </pc:spChg>
        <pc:spChg chg="mod">
          <ac:chgData name="Deep Singh" userId="218171febb998cc3" providerId="LiveId" clId="{A631849A-FE2E-4D2F-A2E6-41A2D3869678}" dt="2020-04-02T16:21:27.421" v="11082"/>
          <ac:spMkLst>
            <pc:docMk/>
            <pc:sldMk cId="2609322864" sldId="332"/>
            <ac:spMk id="32" creationId="{2762CDA7-30BF-4CCA-8854-A0EEDE3E0D31}"/>
          </ac:spMkLst>
        </pc:spChg>
        <pc:spChg chg="mod">
          <ac:chgData name="Deep Singh" userId="218171febb998cc3" providerId="LiveId" clId="{A631849A-FE2E-4D2F-A2E6-41A2D3869678}" dt="2020-04-02T16:21:27.421" v="11082"/>
          <ac:spMkLst>
            <pc:docMk/>
            <pc:sldMk cId="2609322864" sldId="332"/>
            <ac:spMk id="33" creationId="{B0953346-F1A1-48E5-85E1-54BA3A31F57E}"/>
          </ac:spMkLst>
        </pc:spChg>
        <pc:spChg chg="mod">
          <ac:chgData name="Deep Singh" userId="218171febb998cc3" providerId="LiveId" clId="{A631849A-FE2E-4D2F-A2E6-41A2D3869678}" dt="2020-04-02T16:21:27.421" v="11082"/>
          <ac:spMkLst>
            <pc:docMk/>
            <pc:sldMk cId="2609322864" sldId="332"/>
            <ac:spMk id="34" creationId="{1CEA1889-172C-4FCD-910E-E71E74CAC2AF}"/>
          </ac:spMkLst>
        </pc:spChg>
        <pc:spChg chg="mod">
          <ac:chgData name="Deep Singh" userId="218171febb998cc3" providerId="LiveId" clId="{A631849A-FE2E-4D2F-A2E6-41A2D3869678}" dt="2020-04-02T16:21:27.421" v="11082"/>
          <ac:spMkLst>
            <pc:docMk/>
            <pc:sldMk cId="2609322864" sldId="332"/>
            <ac:spMk id="35" creationId="{158D08CC-1725-454B-A8D9-6F3CAF5458BC}"/>
          </ac:spMkLst>
        </pc:spChg>
        <pc:spChg chg="mod">
          <ac:chgData name="Deep Singh" userId="218171febb998cc3" providerId="LiveId" clId="{A631849A-FE2E-4D2F-A2E6-41A2D3869678}" dt="2020-04-02T16:21:27.421" v="11082"/>
          <ac:spMkLst>
            <pc:docMk/>
            <pc:sldMk cId="2609322864" sldId="332"/>
            <ac:spMk id="36" creationId="{D3F7174F-B6BB-43BB-AF0F-2C462B459F31}"/>
          </ac:spMkLst>
        </pc:spChg>
        <pc:spChg chg="mod">
          <ac:chgData name="Deep Singh" userId="218171febb998cc3" providerId="LiveId" clId="{A631849A-FE2E-4D2F-A2E6-41A2D3869678}" dt="2020-04-02T16:21:27.421" v="11082"/>
          <ac:spMkLst>
            <pc:docMk/>
            <pc:sldMk cId="2609322864" sldId="332"/>
            <ac:spMk id="37" creationId="{5D73B479-D4D7-48DD-97F6-410DA3B9DAE9}"/>
          </ac:spMkLst>
        </pc:spChg>
        <pc:spChg chg="mod">
          <ac:chgData name="Deep Singh" userId="218171febb998cc3" providerId="LiveId" clId="{A631849A-FE2E-4D2F-A2E6-41A2D3869678}" dt="2020-04-02T16:21:27.421" v="11082"/>
          <ac:spMkLst>
            <pc:docMk/>
            <pc:sldMk cId="2609322864" sldId="332"/>
            <ac:spMk id="38" creationId="{0DD0D442-57A3-48A3-9B81-C55887F870EF}"/>
          </ac:spMkLst>
        </pc:spChg>
        <pc:spChg chg="mod">
          <ac:chgData name="Deep Singh" userId="218171febb998cc3" providerId="LiveId" clId="{A631849A-FE2E-4D2F-A2E6-41A2D3869678}" dt="2020-04-02T16:21:27.421" v="11082"/>
          <ac:spMkLst>
            <pc:docMk/>
            <pc:sldMk cId="2609322864" sldId="332"/>
            <ac:spMk id="39" creationId="{354A0F72-4E6E-492E-AAF3-F8B8683387B8}"/>
          </ac:spMkLst>
        </pc:spChg>
        <pc:spChg chg="mod">
          <ac:chgData name="Deep Singh" userId="218171febb998cc3" providerId="LiveId" clId="{A631849A-FE2E-4D2F-A2E6-41A2D3869678}" dt="2020-04-02T16:21:27.421" v="11082"/>
          <ac:spMkLst>
            <pc:docMk/>
            <pc:sldMk cId="2609322864" sldId="332"/>
            <ac:spMk id="40" creationId="{3FE7C6AB-DD13-4671-966D-83BF4BD955B3}"/>
          </ac:spMkLst>
        </pc:spChg>
        <pc:spChg chg="mod">
          <ac:chgData name="Deep Singh" userId="218171febb998cc3" providerId="LiveId" clId="{A631849A-FE2E-4D2F-A2E6-41A2D3869678}" dt="2020-04-02T16:21:27.421" v="11082"/>
          <ac:spMkLst>
            <pc:docMk/>
            <pc:sldMk cId="2609322864" sldId="332"/>
            <ac:spMk id="41" creationId="{D77BD84B-9CE2-41AD-A597-CDBBBC4F17CA}"/>
          </ac:spMkLst>
        </pc:spChg>
        <pc:spChg chg="mod">
          <ac:chgData name="Deep Singh" userId="218171febb998cc3" providerId="LiveId" clId="{A631849A-FE2E-4D2F-A2E6-41A2D3869678}" dt="2020-04-02T16:21:27.421" v="11082"/>
          <ac:spMkLst>
            <pc:docMk/>
            <pc:sldMk cId="2609322864" sldId="332"/>
            <ac:spMk id="42" creationId="{4C721F0F-C4C5-492F-9B33-186C050C8C22}"/>
          </ac:spMkLst>
        </pc:spChg>
        <pc:spChg chg="add del mod">
          <ac:chgData name="Deep Singh" userId="218171febb998cc3" providerId="LiveId" clId="{A631849A-FE2E-4D2F-A2E6-41A2D3869678}" dt="2020-04-02T15:34:58.795" v="9189" actId="478"/>
          <ac:spMkLst>
            <pc:docMk/>
            <pc:sldMk cId="2609322864" sldId="332"/>
            <ac:spMk id="43" creationId="{DBAC2403-A85F-4BEE-A420-130355C89179}"/>
          </ac:spMkLst>
        </pc:spChg>
        <pc:spChg chg="mod">
          <ac:chgData name="Deep Singh" userId="218171febb998cc3" providerId="LiveId" clId="{A631849A-FE2E-4D2F-A2E6-41A2D3869678}" dt="2020-04-02T16:21:27.421" v="11082"/>
          <ac:spMkLst>
            <pc:docMk/>
            <pc:sldMk cId="2609322864" sldId="332"/>
            <ac:spMk id="44" creationId="{54C0AF05-A269-45EE-929A-BC26018538E5}"/>
          </ac:spMkLst>
        </pc:spChg>
        <pc:spChg chg="mod">
          <ac:chgData name="Deep Singh" userId="218171febb998cc3" providerId="LiveId" clId="{A631849A-FE2E-4D2F-A2E6-41A2D3869678}" dt="2020-04-02T16:21:27.421" v="11082"/>
          <ac:spMkLst>
            <pc:docMk/>
            <pc:sldMk cId="2609322864" sldId="332"/>
            <ac:spMk id="45" creationId="{FBB7DB41-9F3A-4BC3-96E0-82A50F4A891A}"/>
          </ac:spMkLst>
        </pc:spChg>
        <pc:spChg chg="mod">
          <ac:chgData name="Deep Singh" userId="218171febb998cc3" providerId="LiveId" clId="{A631849A-FE2E-4D2F-A2E6-41A2D3869678}" dt="2020-04-02T16:21:27.421" v="11082"/>
          <ac:spMkLst>
            <pc:docMk/>
            <pc:sldMk cId="2609322864" sldId="332"/>
            <ac:spMk id="46" creationId="{D8E57D63-075B-4DE0-9ADB-263C468EBD73}"/>
          </ac:spMkLst>
        </pc:spChg>
        <pc:spChg chg="mod">
          <ac:chgData name="Deep Singh" userId="218171febb998cc3" providerId="LiveId" clId="{A631849A-FE2E-4D2F-A2E6-41A2D3869678}" dt="2020-04-02T16:21:27.421" v="11082"/>
          <ac:spMkLst>
            <pc:docMk/>
            <pc:sldMk cId="2609322864" sldId="332"/>
            <ac:spMk id="47" creationId="{EF4AB781-3AFC-4DBB-9677-015AC896EC42}"/>
          </ac:spMkLst>
        </pc:spChg>
        <pc:spChg chg="mod">
          <ac:chgData name="Deep Singh" userId="218171febb998cc3" providerId="LiveId" clId="{A631849A-FE2E-4D2F-A2E6-41A2D3869678}" dt="2020-04-02T16:21:27.421" v="11082"/>
          <ac:spMkLst>
            <pc:docMk/>
            <pc:sldMk cId="2609322864" sldId="332"/>
            <ac:spMk id="48" creationId="{24F6810E-C12A-46BE-A784-B3DDA61EAC4C}"/>
          </ac:spMkLst>
        </pc:spChg>
        <pc:spChg chg="mod">
          <ac:chgData name="Deep Singh" userId="218171febb998cc3" providerId="LiveId" clId="{A631849A-FE2E-4D2F-A2E6-41A2D3869678}" dt="2020-04-02T16:21:27.421" v="11082"/>
          <ac:spMkLst>
            <pc:docMk/>
            <pc:sldMk cId="2609322864" sldId="332"/>
            <ac:spMk id="49" creationId="{1C6A0E87-FDCC-4038-BD68-22778C21161A}"/>
          </ac:spMkLst>
        </pc:spChg>
        <pc:spChg chg="mod">
          <ac:chgData name="Deep Singh" userId="218171febb998cc3" providerId="LiveId" clId="{A631849A-FE2E-4D2F-A2E6-41A2D3869678}" dt="2020-04-02T16:21:27.421" v="11082"/>
          <ac:spMkLst>
            <pc:docMk/>
            <pc:sldMk cId="2609322864" sldId="332"/>
            <ac:spMk id="50" creationId="{0D19C2C1-9969-4248-BF4B-BF5599A3C0B3}"/>
          </ac:spMkLst>
        </pc:spChg>
        <pc:spChg chg="mod">
          <ac:chgData name="Deep Singh" userId="218171febb998cc3" providerId="LiveId" clId="{A631849A-FE2E-4D2F-A2E6-41A2D3869678}" dt="2020-04-02T16:21:27.421" v="11082"/>
          <ac:spMkLst>
            <pc:docMk/>
            <pc:sldMk cId="2609322864" sldId="332"/>
            <ac:spMk id="51" creationId="{EFC6D6E6-DB64-4B9B-82B3-17EAC1740B00}"/>
          </ac:spMkLst>
        </pc:spChg>
        <pc:spChg chg="add del mod">
          <ac:chgData name="Deep Singh" userId="218171febb998cc3" providerId="LiveId" clId="{A631849A-FE2E-4D2F-A2E6-41A2D3869678}" dt="2020-04-02T15:34:59.364" v="9193" actId="478"/>
          <ac:spMkLst>
            <pc:docMk/>
            <pc:sldMk cId="2609322864" sldId="332"/>
            <ac:spMk id="53" creationId="{43AF14A0-CCE2-4AF4-AF9B-712F301FE263}"/>
          </ac:spMkLst>
        </pc:spChg>
        <pc:spChg chg="add del mod">
          <ac:chgData name="Deep Singh" userId="218171febb998cc3" providerId="LiveId" clId="{A631849A-FE2E-4D2F-A2E6-41A2D3869678}" dt="2020-04-02T15:34:59.633" v="9195" actId="478"/>
          <ac:spMkLst>
            <pc:docMk/>
            <pc:sldMk cId="2609322864" sldId="332"/>
            <ac:spMk id="55" creationId="{BCDC2EC7-5DBE-4D72-B1F8-60677708DE28}"/>
          </ac:spMkLst>
        </pc:spChg>
        <pc:spChg chg="add del mod">
          <ac:chgData name="Deep Singh" userId="218171febb998cc3" providerId="LiveId" clId="{A631849A-FE2E-4D2F-A2E6-41A2D3869678}" dt="2020-04-02T15:35:00.198" v="9197" actId="478"/>
          <ac:spMkLst>
            <pc:docMk/>
            <pc:sldMk cId="2609322864" sldId="332"/>
            <ac:spMk id="57" creationId="{3BD9D720-4977-472C-8D76-572DD794D64D}"/>
          </ac:spMkLst>
        </pc:spChg>
        <pc:spChg chg="add del mod">
          <ac:chgData name="Deep Singh" userId="218171febb998cc3" providerId="LiveId" clId="{A631849A-FE2E-4D2F-A2E6-41A2D3869678}" dt="2020-04-02T15:35:07.709" v="9199" actId="478"/>
          <ac:spMkLst>
            <pc:docMk/>
            <pc:sldMk cId="2609322864" sldId="332"/>
            <ac:spMk id="59" creationId="{71233E72-DE8F-4307-8CD9-D49667D23242}"/>
          </ac:spMkLst>
        </pc:spChg>
        <pc:spChg chg="add del mod">
          <ac:chgData name="Deep Singh" userId="218171febb998cc3" providerId="LiveId" clId="{A631849A-FE2E-4D2F-A2E6-41A2D3869678}" dt="2020-04-02T15:35:14.608" v="9201" actId="478"/>
          <ac:spMkLst>
            <pc:docMk/>
            <pc:sldMk cId="2609322864" sldId="332"/>
            <ac:spMk id="61" creationId="{D90BC621-C79D-4AA3-96B7-CCBE272D6AAD}"/>
          </ac:spMkLst>
        </pc:spChg>
        <pc:spChg chg="add del mod">
          <ac:chgData name="Deep Singh" userId="218171febb998cc3" providerId="LiveId" clId="{A631849A-FE2E-4D2F-A2E6-41A2D3869678}" dt="2020-04-02T15:35:24.316" v="9203" actId="478"/>
          <ac:spMkLst>
            <pc:docMk/>
            <pc:sldMk cId="2609322864" sldId="332"/>
            <ac:spMk id="63" creationId="{A5E289A1-171C-40CB-9070-E76ED32BF418}"/>
          </ac:spMkLst>
        </pc:spChg>
        <pc:spChg chg="add del mod">
          <ac:chgData name="Deep Singh" userId="218171febb998cc3" providerId="LiveId" clId="{A631849A-FE2E-4D2F-A2E6-41A2D3869678}" dt="2020-04-02T15:35:31.101" v="9205" actId="478"/>
          <ac:spMkLst>
            <pc:docMk/>
            <pc:sldMk cId="2609322864" sldId="332"/>
            <ac:spMk id="65" creationId="{115E05D8-627A-4F91-9BCA-1DCA3118F6D8}"/>
          </ac:spMkLst>
        </pc:spChg>
      </pc:sldChg>
      <pc:sldChg chg="addSp delSp modSp add">
        <pc:chgData name="Deep Singh" userId="218171febb998cc3" providerId="LiveId" clId="{A631849A-FE2E-4D2F-A2E6-41A2D3869678}" dt="2020-04-02T18:00:50.866" v="13428" actId="931"/>
        <pc:sldMkLst>
          <pc:docMk/>
          <pc:sldMk cId="2253781075" sldId="333"/>
        </pc:sldMkLst>
        <pc:spChg chg="mod">
          <ac:chgData name="Deep Singh" userId="218171febb998cc3" providerId="LiveId" clId="{A631849A-FE2E-4D2F-A2E6-41A2D3869678}" dt="2020-04-02T17:52:12.909" v="13323" actId="20577"/>
          <ac:spMkLst>
            <pc:docMk/>
            <pc:sldMk cId="2253781075" sldId="333"/>
            <ac:spMk id="6" creationId="{152ADB85-0025-4E0A-B62D-0D6377972C2F}"/>
          </ac:spMkLst>
        </pc:spChg>
        <pc:graphicFrameChg chg="mod">
          <ac:chgData name="Deep Singh" userId="218171febb998cc3" providerId="LiveId" clId="{A631849A-FE2E-4D2F-A2E6-41A2D3869678}" dt="2020-04-02T17:59:20.723" v="13425"/>
          <ac:graphicFrameMkLst>
            <pc:docMk/>
            <pc:sldMk cId="2253781075" sldId="333"/>
            <ac:graphicFrameMk id="17" creationId="{16ABED77-31FE-4EDA-A472-E0B431693583}"/>
          </ac:graphicFrameMkLst>
        </pc:graphicFrameChg>
        <pc:picChg chg="add del mod">
          <ac:chgData name="Deep Singh" userId="218171febb998cc3" providerId="LiveId" clId="{A631849A-FE2E-4D2F-A2E6-41A2D3869678}" dt="2020-04-02T17:59:29.318" v="13426" actId="478"/>
          <ac:picMkLst>
            <pc:docMk/>
            <pc:sldMk cId="2253781075" sldId="333"/>
            <ac:picMk id="3" creationId="{60282B8D-8665-4F2B-9661-76AAF1249D9D}"/>
          </ac:picMkLst>
        </pc:picChg>
        <pc:picChg chg="add del mod">
          <ac:chgData name="Deep Singh" userId="218171febb998cc3" providerId="LiveId" clId="{A631849A-FE2E-4D2F-A2E6-41A2D3869678}" dt="2020-04-02T18:00:50.866" v="13428" actId="931"/>
          <ac:picMkLst>
            <pc:docMk/>
            <pc:sldMk cId="2253781075" sldId="333"/>
            <ac:picMk id="8" creationId="{AC07AF23-4C75-44B9-B054-3B3987DFEC26}"/>
          </ac:picMkLst>
        </pc:picChg>
        <pc:picChg chg="add del mod">
          <ac:chgData name="Deep Singh" userId="218171febb998cc3" providerId="LiveId" clId="{A631849A-FE2E-4D2F-A2E6-41A2D3869678}" dt="2020-04-02T18:00:50.866" v="13428" actId="931"/>
          <ac:picMkLst>
            <pc:docMk/>
            <pc:sldMk cId="2253781075" sldId="333"/>
            <ac:picMk id="10" creationId="{378EBC78-305E-4291-9C02-E3A15BD23BA9}"/>
          </ac:picMkLst>
        </pc:picChg>
      </pc:sldChg>
      <pc:sldChg chg="delSp add del setBg delDesignElem">
        <pc:chgData name="Deep Singh" userId="218171febb998cc3" providerId="LiveId" clId="{A631849A-FE2E-4D2F-A2E6-41A2D3869678}" dt="2020-04-02T15:25:42.184" v="9156" actId="47"/>
        <pc:sldMkLst>
          <pc:docMk/>
          <pc:sldMk cId="3624490070" sldId="334"/>
        </pc:sldMkLst>
        <pc:spChg chg="del">
          <ac:chgData name="Deep Singh" userId="218171febb998cc3" providerId="LiveId" clId="{A631849A-FE2E-4D2F-A2E6-41A2D3869678}" dt="2020-04-02T15:24:49.447" v="9120"/>
          <ac:spMkLst>
            <pc:docMk/>
            <pc:sldMk cId="3624490070" sldId="334"/>
            <ac:spMk id="13" creationId="{4C608BEB-860E-4094-8511-78603564A75E}"/>
          </ac:spMkLst>
        </pc:spChg>
        <pc:cxnChg chg="del">
          <ac:chgData name="Deep Singh" userId="218171febb998cc3" providerId="LiveId" clId="{A631849A-FE2E-4D2F-A2E6-41A2D3869678}" dt="2020-04-02T15:24:49.447" v="9120"/>
          <ac:cxnSpMkLst>
            <pc:docMk/>
            <pc:sldMk cId="3624490070" sldId="334"/>
            <ac:cxnSpMk id="15" creationId="{1F16A8D4-FE87-4604-88B2-394B5D1EB437}"/>
          </ac:cxnSpMkLst>
        </pc:cxnChg>
      </pc:sldChg>
      <pc:sldChg chg="addSp delSp add del setBg delDesignElem">
        <pc:chgData name="Deep Singh" userId="218171febb998cc3" providerId="LiveId" clId="{A631849A-FE2E-4D2F-A2E6-41A2D3869678}" dt="2020-04-02T15:25:30.561" v="9154"/>
        <pc:sldMkLst>
          <pc:docMk/>
          <pc:sldMk cId="3435075914" sldId="335"/>
        </pc:sldMkLst>
        <pc:spChg chg="add del">
          <ac:chgData name="Deep Singh" userId="218171febb998cc3" providerId="LiveId" clId="{A631849A-FE2E-4D2F-A2E6-41A2D3869678}" dt="2020-04-02T15:25:30.561" v="9154"/>
          <ac:spMkLst>
            <pc:docMk/>
            <pc:sldMk cId="3435075914" sldId="335"/>
            <ac:spMk id="13" creationId="{4C608BEB-860E-4094-8511-78603564A75E}"/>
          </ac:spMkLst>
        </pc:spChg>
        <pc:cxnChg chg="add del">
          <ac:chgData name="Deep Singh" userId="218171febb998cc3" providerId="LiveId" clId="{A631849A-FE2E-4D2F-A2E6-41A2D3869678}" dt="2020-04-02T15:25:30.561" v="9154"/>
          <ac:cxnSpMkLst>
            <pc:docMk/>
            <pc:sldMk cId="3435075914" sldId="335"/>
            <ac:cxnSpMk id="15" creationId="{1F16A8D4-FE87-4604-88B2-394B5D1EB437}"/>
          </ac:cxnSpMkLst>
        </pc:cxnChg>
      </pc:sldChg>
      <pc:sldChg chg="add del">
        <pc:chgData name="Deep Singh" userId="218171febb998cc3" providerId="LiveId" clId="{A631849A-FE2E-4D2F-A2E6-41A2D3869678}" dt="2020-04-02T17:52:25.682" v="13324" actId="47"/>
        <pc:sldMkLst>
          <pc:docMk/>
          <pc:sldMk cId="3501245457" sldId="335"/>
        </pc:sldMkLst>
      </pc:sldChg>
      <pc:sldChg chg="addSp delSp modSp add">
        <pc:chgData name="Deep Singh" userId="218171febb998cc3" providerId="LiveId" clId="{A631849A-FE2E-4D2F-A2E6-41A2D3869678}" dt="2020-04-02T17:49:38.842" v="13320" actId="20577"/>
        <pc:sldMkLst>
          <pc:docMk/>
          <pc:sldMk cId="457554112" sldId="336"/>
        </pc:sldMkLst>
        <pc:spChg chg="del mod">
          <ac:chgData name="Deep Singh" userId="218171febb998cc3" providerId="LiveId" clId="{A631849A-FE2E-4D2F-A2E6-41A2D3869678}" dt="2020-04-02T16:30:04.865" v="11226"/>
          <ac:spMkLst>
            <pc:docMk/>
            <pc:sldMk cId="457554112" sldId="336"/>
            <ac:spMk id="2" creationId="{8E09CC22-9684-4210-81E8-D0694EC35101}"/>
          </ac:spMkLst>
        </pc:spChg>
        <pc:spChg chg="del">
          <ac:chgData name="Deep Singh" userId="218171febb998cc3" providerId="LiveId" clId="{A631849A-FE2E-4D2F-A2E6-41A2D3869678}" dt="2020-04-02T16:30:04.865" v="11226"/>
          <ac:spMkLst>
            <pc:docMk/>
            <pc:sldMk cId="457554112" sldId="336"/>
            <ac:spMk id="3" creationId="{F40D6F07-B9F3-4AD6-BE6F-9AE9C4965334}"/>
          </ac:spMkLst>
        </pc:spChg>
        <pc:spChg chg="del">
          <ac:chgData name="Deep Singh" userId="218171febb998cc3" providerId="LiveId" clId="{A631849A-FE2E-4D2F-A2E6-41A2D3869678}" dt="2020-04-02T16:30:04.865" v="11226"/>
          <ac:spMkLst>
            <pc:docMk/>
            <pc:sldMk cId="457554112" sldId="336"/>
            <ac:spMk id="4" creationId="{06409999-6DAD-416E-8AF7-B125AD7B4135}"/>
          </ac:spMkLst>
        </pc:spChg>
        <pc:spChg chg="del">
          <ac:chgData name="Deep Singh" userId="218171febb998cc3" providerId="LiveId" clId="{A631849A-FE2E-4D2F-A2E6-41A2D3869678}" dt="2020-04-02T16:30:04.865" v="11226"/>
          <ac:spMkLst>
            <pc:docMk/>
            <pc:sldMk cId="457554112" sldId="336"/>
            <ac:spMk id="5" creationId="{59FCCC04-1EAF-4193-BBD9-52350C4F35C7}"/>
          </ac:spMkLst>
        </pc:spChg>
        <pc:spChg chg="del">
          <ac:chgData name="Deep Singh" userId="218171febb998cc3" providerId="LiveId" clId="{A631849A-FE2E-4D2F-A2E6-41A2D3869678}" dt="2020-04-02T16:30:04.865" v="11226"/>
          <ac:spMkLst>
            <pc:docMk/>
            <pc:sldMk cId="457554112" sldId="336"/>
            <ac:spMk id="6" creationId="{907961C3-024F-49A4-9CB4-68F2F23CA2F4}"/>
          </ac:spMkLst>
        </pc:spChg>
        <pc:spChg chg="del">
          <ac:chgData name="Deep Singh" userId="218171febb998cc3" providerId="LiveId" clId="{A631849A-FE2E-4D2F-A2E6-41A2D3869678}" dt="2020-04-02T16:30:04.865" v="11226"/>
          <ac:spMkLst>
            <pc:docMk/>
            <pc:sldMk cId="457554112" sldId="336"/>
            <ac:spMk id="7" creationId="{FE514E2A-DC0B-4607-A3C5-5025DB55E116}"/>
          </ac:spMkLst>
        </pc:spChg>
        <pc:spChg chg="del">
          <ac:chgData name="Deep Singh" userId="218171febb998cc3" providerId="LiveId" clId="{A631849A-FE2E-4D2F-A2E6-41A2D3869678}" dt="2020-04-02T16:30:04.865" v="11226"/>
          <ac:spMkLst>
            <pc:docMk/>
            <pc:sldMk cId="457554112" sldId="336"/>
            <ac:spMk id="8" creationId="{E5831796-5A46-4C84-8CB7-991F46CE07FB}"/>
          </ac:spMkLst>
        </pc:spChg>
        <pc:spChg chg="del">
          <ac:chgData name="Deep Singh" userId="218171febb998cc3" providerId="LiveId" clId="{A631849A-FE2E-4D2F-A2E6-41A2D3869678}" dt="2020-04-02T16:30:04.865" v="11226"/>
          <ac:spMkLst>
            <pc:docMk/>
            <pc:sldMk cId="457554112" sldId="336"/>
            <ac:spMk id="9" creationId="{ECF0F7EE-CEDA-4640-A7B6-35C0BA3F43E4}"/>
          </ac:spMkLst>
        </pc:spChg>
        <pc:spChg chg="del">
          <ac:chgData name="Deep Singh" userId="218171febb998cc3" providerId="LiveId" clId="{A631849A-FE2E-4D2F-A2E6-41A2D3869678}" dt="2020-04-02T16:30:04.865" v="11226"/>
          <ac:spMkLst>
            <pc:docMk/>
            <pc:sldMk cId="457554112" sldId="336"/>
            <ac:spMk id="10" creationId="{3C981EAC-50FC-4AE1-A6EE-D4625C4C4098}"/>
          </ac:spMkLst>
        </pc:spChg>
        <pc:spChg chg="del">
          <ac:chgData name="Deep Singh" userId="218171febb998cc3" providerId="LiveId" clId="{A631849A-FE2E-4D2F-A2E6-41A2D3869678}" dt="2020-04-02T16:30:04.865" v="11226"/>
          <ac:spMkLst>
            <pc:docMk/>
            <pc:sldMk cId="457554112" sldId="336"/>
            <ac:spMk id="11" creationId="{7861DD9B-BA90-4E0F-84D4-7AA7F1406E69}"/>
          </ac:spMkLst>
        </pc:spChg>
        <pc:spChg chg="del">
          <ac:chgData name="Deep Singh" userId="218171febb998cc3" providerId="LiveId" clId="{A631849A-FE2E-4D2F-A2E6-41A2D3869678}" dt="2020-04-02T16:30:04.865" v="11226"/>
          <ac:spMkLst>
            <pc:docMk/>
            <pc:sldMk cId="457554112" sldId="336"/>
            <ac:spMk id="12" creationId="{68317B4E-289D-4E49-B199-22A37807960A}"/>
          </ac:spMkLst>
        </pc:spChg>
        <pc:spChg chg="del">
          <ac:chgData name="Deep Singh" userId="218171febb998cc3" providerId="LiveId" clId="{A631849A-FE2E-4D2F-A2E6-41A2D3869678}" dt="2020-04-02T16:30:04.865" v="11226"/>
          <ac:spMkLst>
            <pc:docMk/>
            <pc:sldMk cId="457554112" sldId="336"/>
            <ac:spMk id="13" creationId="{9F45A03B-34E9-410E-AEA8-E4C4FB27F6E7}"/>
          </ac:spMkLst>
        </pc:spChg>
        <pc:spChg chg="del">
          <ac:chgData name="Deep Singh" userId="218171febb998cc3" providerId="LiveId" clId="{A631849A-FE2E-4D2F-A2E6-41A2D3869678}" dt="2020-04-02T16:30:04.865" v="11226"/>
          <ac:spMkLst>
            <pc:docMk/>
            <pc:sldMk cId="457554112" sldId="336"/>
            <ac:spMk id="14" creationId="{F14D17DD-7C0C-4C9E-ADDD-58F91FC0121D}"/>
          </ac:spMkLst>
        </pc:spChg>
        <pc:spChg chg="del">
          <ac:chgData name="Deep Singh" userId="218171febb998cc3" providerId="LiveId" clId="{A631849A-FE2E-4D2F-A2E6-41A2D3869678}" dt="2020-04-02T16:30:04.865" v="11226"/>
          <ac:spMkLst>
            <pc:docMk/>
            <pc:sldMk cId="457554112" sldId="336"/>
            <ac:spMk id="15" creationId="{0A451C2E-25A4-4D16-B9CC-2DA42ED1F3A0}"/>
          </ac:spMkLst>
        </pc:spChg>
        <pc:spChg chg="del">
          <ac:chgData name="Deep Singh" userId="218171febb998cc3" providerId="LiveId" clId="{A631849A-FE2E-4D2F-A2E6-41A2D3869678}" dt="2020-04-02T16:30:04.865" v="11226"/>
          <ac:spMkLst>
            <pc:docMk/>
            <pc:sldMk cId="457554112" sldId="336"/>
            <ac:spMk id="16" creationId="{C08C2C76-5A49-4504-80A7-8D055A7D9F9A}"/>
          </ac:spMkLst>
        </pc:spChg>
        <pc:spChg chg="del mod">
          <ac:chgData name="Deep Singh" userId="218171febb998cc3" providerId="LiveId" clId="{A631849A-FE2E-4D2F-A2E6-41A2D3869678}" dt="2020-04-02T16:30:04.865" v="11226"/>
          <ac:spMkLst>
            <pc:docMk/>
            <pc:sldMk cId="457554112" sldId="336"/>
            <ac:spMk id="17" creationId="{2F257DED-2F0D-492F-A657-D2A051A9A633}"/>
          </ac:spMkLst>
        </pc:spChg>
        <pc:spChg chg="del">
          <ac:chgData name="Deep Singh" userId="218171febb998cc3" providerId="LiveId" clId="{A631849A-FE2E-4D2F-A2E6-41A2D3869678}" dt="2020-04-02T16:30:04.865" v="11226"/>
          <ac:spMkLst>
            <pc:docMk/>
            <pc:sldMk cId="457554112" sldId="336"/>
            <ac:spMk id="18" creationId="{CEDD3BBA-E796-4249-A428-F0C834D095D4}"/>
          </ac:spMkLst>
        </pc:spChg>
        <pc:spChg chg="del mod">
          <ac:chgData name="Deep Singh" userId="218171febb998cc3" providerId="LiveId" clId="{A631849A-FE2E-4D2F-A2E6-41A2D3869678}" dt="2020-04-02T16:30:04.865" v="11226"/>
          <ac:spMkLst>
            <pc:docMk/>
            <pc:sldMk cId="457554112" sldId="336"/>
            <ac:spMk id="19" creationId="{2823952D-C9A6-40EC-9AAA-E090E5A0EE51}"/>
          </ac:spMkLst>
        </pc:spChg>
        <pc:spChg chg="del">
          <ac:chgData name="Deep Singh" userId="218171febb998cc3" providerId="LiveId" clId="{A631849A-FE2E-4D2F-A2E6-41A2D3869678}" dt="2020-04-02T16:30:04.865" v="11226"/>
          <ac:spMkLst>
            <pc:docMk/>
            <pc:sldMk cId="457554112" sldId="336"/>
            <ac:spMk id="20" creationId="{5BC7DEFA-D3A7-405E-A9C2-1E3075A4DED2}"/>
          </ac:spMkLst>
        </pc:spChg>
        <pc:spChg chg="del mod">
          <ac:chgData name="Deep Singh" userId="218171febb998cc3" providerId="LiveId" clId="{A631849A-FE2E-4D2F-A2E6-41A2D3869678}" dt="2020-04-02T16:30:04.865" v="11226"/>
          <ac:spMkLst>
            <pc:docMk/>
            <pc:sldMk cId="457554112" sldId="336"/>
            <ac:spMk id="21" creationId="{ACB08397-A151-4B04-8025-F0DC1F7C71B7}"/>
          </ac:spMkLst>
        </pc:spChg>
        <pc:spChg chg="del">
          <ac:chgData name="Deep Singh" userId="218171febb998cc3" providerId="LiveId" clId="{A631849A-FE2E-4D2F-A2E6-41A2D3869678}" dt="2020-04-02T16:30:04.865" v="11226"/>
          <ac:spMkLst>
            <pc:docMk/>
            <pc:sldMk cId="457554112" sldId="336"/>
            <ac:spMk id="22" creationId="{883250AB-3E43-4A91-A7E6-A5080B18745E}"/>
          </ac:spMkLst>
        </pc:spChg>
        <pc:spChg chg="del mod">
          <ac:chgData name="Deep Singh" userId="218171febb998cc3" providerId="LiveId" clId="{A631849A-FE2E-4D2F-A2E6-41A2D3869678}" dt="2020-04-02T16:30:04.865" v="11226"/>
          <ac:spMkLst>
            <pc:docMk/>
            <pc:sldMk cId="457554112" sldId="336"/>
            <ac:spMk id="23" creationId="{FE51FB3D-04CF-4428-8D7D-30EAF6616C11}"/>
          </ac:spMkLst>
        </pc:spChg>
        <pc:spChg chg="del">
          <ac:chgData name="Deep Singh" userId="218171febb998cc3" providerId="LiveId" clId="{A631849A-FE2E-4D2F-A2E6-41A2D3869678}" dt="2020-04-02T16:30:04.865" v="11226"/>
          <ac:spMkLst>
            <pc:docMk/>
            <pc:sldMk cId="457554112" sldId="336"/>
            <ac:spMk id="24" creationId="{EADD8FF7-2918-4DC1-AE2D-71649FF8325A}"/>
          </ac:spMkLst>
        </pc:spChg>
        <pc:spChg chg="del mod">
          <ac:chgData name="Deep Singh" userId="218171febb998cc3" providerId="LiveId" clId="{A631849A-FE2E-4D2F-A2E6-41A2D3869678}" dt="2020-04-02T16:30:04.865" v="11226"/>
          <ac:spMkLst>
            <pc:docMk/>
            <pc:sldMk cId="457554112" sldId="336"/>
            <ac:spMk id="25" creationId="{731C3295-E95F-417D-89F8-67F8031E2531}"/>
          </ac:spMkLst>
        </pc:spChg>
        <pc:spChg chg="del">
          <ac:chgData name="Deep Singh" userId="218171febb998cc3" providerId="LiveId" clId="{A631849A-FE2E-4D2F-A2E6-41A2D3869678}" dt="2020-04-02T16:30:04.865" v="11226"/>
          <ac:spMkLst>
            <pc:docMk/>
            <pc:sldMk cId="457554112" sldId="336"/>
            <ac:spMk id="26" creationId="{ABBD5176-0D91-4E3A-8330-F36F53EDA1D4}"/>
          </ac:spMkLst>
        </pc:spChg>
        <pc:spChg chg="del mod">
          <ac:chgData name="Deep Singh" userId="218171febb998cc3" providerId="LiveId" clId="{A631849A-FE2E-4D2F-A2E6-41A2D3869678}" dt="2020-04-02T16:30:04.865" v="11226"/>
          <ac:spMkLst>
            <pc:docMk/>
            <pc:sldMk cId="457554112" sldId="336"/>
            <ac:spMk id="27" creationId="{F626AAC6-F63E-48ED-8CC1-B910072B2143}"/>
          </ac:spMkLst>
        </pc:spChg>
        <pc:spChg chg="del">
          <ac:chgData name="Deep Singh" userId="218171febb998cc3" providerId="LiveId" clId="{A631849A-FE2E-4D2F-A2E6-41A2D3869678}" dt="2020-04-02T16:30:04.865" v="11226"/>
          <ac:spMkLst>
            <pc:docMk/>
            <pc:sldMk cId="457554112" sldId="336"/>
            <ac:spMk id="28" creationId="{64AF2573-1D48-4E9F-8B19-83AEFF890F5A}"/>
          </ac:spMkLst>
        </pc:spChg>
        <pc:spChg chg="del mod">
          <ac:chgData name="Deep Singh" userId="218171febb998cc3" providerId="LiveId" clId="{A631849A-FE2E-4D2F-A2E6-41A2D3869678}" dt="2020-04-02T16:30:04.865" v="11226"/>
          <ac:spMkLst>
            <pc:docMk/>
            <pc:sldMk cId="457554112" sldId="336"/>
            <ac:spMk id="29" creationId="{FA3C7D91-9198-41AF-9664-F6508D84CF8C}"/>
          </ac:spMkLst>
        </pc:spChg>
        <pc:spChg chg="del">
          <ac:chgData name="Deep Singh" userId="218171febb998cc3" providerId="LiveId" clId="{A631849A-FE2E-4D2F-A2E6-41A2D3869678}" dt="2020-04-02T16:30:04.865" v="11226"/>
          <ac:spMkLst>
            <pc:docMk/>
            <pc:sldMk cId="457554112" sldId="336"/>
            <ac:spMk id="30" creationId="{7B8BF875-19E4-4286-85A1-73DE96762E52}"/>
          </ac:spMkLst>
        </pc:spChg>
        <pc:spChg chg="del mod">
          <ac:chgData name="Deep Singh" userId="218171febb998cc3" providerId="LiveId" clId="{A631849A-FE2E-4D2F-A2E6-41A2D3869678}" dt="2020-04-02T16:30:04.865" v="11226"/>
          <ac:spMkLst>
            <pc:docMk/>
            <pc:sldMk cId="457554112" sldId="336"/>
            <ac:spMk id="31" creationId="{436D5286-6DDD-45D2-9360-8B8A8BFDAF71}"/>
          </ac:spMkLst>
        </pc:spChg>
        <pc:spChg chg="del">
          <ac:chgData name="Deep Singh" userId="218171febb998cc3" providerId="LiveId" clId="{A631849A-FE2E-4D2F-A2E6-41A2D3869678}" dt="2020-04-02T16:30:04.865" v="11226"/>
          <ac:spMkLst>
            <pc:docMk/>
            <pc:sldMk cId="457554112" sldId="336"/>
            <ac:spMk id="32" creationId="{555BC1B8-0323-4642-8474-FCDE8DBA9B18}"/>
          </ac:spMkLst>
        </pc:spChg>
        <pc:spChg chg="del mod">
          <ac:chgData name="Deep Singh" userId="218171febb998cc3" providerId="LiveId" clId="{A631849A-FE2E-4D2F-A2E6-41A2D3869678}" dt="2020-04-02T16:30:04.865" v="11226"/>
          <ac:spMkLst>
            <pc:docMk/>
            <pc:sldMk cId="457554112" sldId="336"/>
            <ac:spMk id="33" creationId="{2B279F0C-4422-4206-852A-7C4611543A11}"/>
          </ac:spMkLst>
        </pc:spChg>
        <pc:spChg chg="del">
          <ac:chgData name="Deep Singh" userId="218171febb998cc3" providerId="LiveId" clId="{A631849A-FE2E-4D2F-A2E6-41A2D3869678}" dt="2020-04-02T16:30:04.865" v="11226"/>
          <ac:spMkLst>
            <pc:docMk/>
            <pc:sldMk cId="457554112" sldId="336"/>
            <ac:spMk id="34" creationId="{38056EAA-0E95-440C-97D5-E56EA7C00AEF}"/>
          </ac:spMkLst>
        </pc:spChg>
        <pc:spChg chg="del mod">
          <ac:chgData name="Deep Singh" userId="218171febb998cc3" providerId="LiveId" clId="{A631849A-FE2E-4D2F-A2E6-41A2D3869678}" dt="2020-04-02T16:30:04.865" v="11226"/>
          <ac:spMkLst>
            <pc:docMk/>
            <pc:sldMk cId="457554112" sldId="336"/>
            <ac:spMk id="35" creationId="{92B9175D-7BCD-48FA-A339-734EFE1A4753}"/>
          </ac:spMkLst>
        </pc:spChg>
        <pc:spChg chg="del">
          <ac:chgData name="Deep Singh" userId="218171febb998cc3" providerId="LiveId" clId="{A631849A-FE2E-4D2F-A2E6-41A2D3869678}" dt="2020-04-02T16:30:04.865" v="11226"/>
          <ac:spMkLst>
            <pc:docMk/>
            <pc:sldMk cId="457554112" sldId="336"/>
            <ac:spMk id="36" creationId="{AEA2FAA3-A04C-4216-A879-CB76E4EBADE3}"/>
          </ac:spMkLst>
        </pc:spChg>
        <pc:spChg chg="del mod">
          <ac:chgData name="Deep Singh" userId="218171febb998cc3" providerId="LiveId" clId="{A631849A-FE2E-4D2F-A2E6-41A2D3869678}" dt="2020-04-02T16:30:04.865" v="11226"/>
          <ac:spMkLst>
            <pc:docMk/>
            <pc:sldMk cId="457554112" sldId="336"/>
            <ac:spMk id="37" creationId="{3F805B09-FC60-4035-8F5A-21DD0A578967}"/>
          </ac:spMkLst>
        </pc:spChg>
        <pc:spChg chg="del">
          <ac:chgData name="Deep Singh" userId="218171febb998cc3" providerId="LiveId" clId="{A631849A-FE2E-4D2F-A2E6-41A2D3869678}" dt="2020-04-02T16:30:04.865" v="11226"/>
          <ac:spMkLst>
            <pc:docMk/>
            <pc:sldMk cId="457554112" sldId="336"/>
            <ac:spMk id="38" creationId="{149D3643-100A-4597-8652-80D6DD171AB2}"/>
          </ac:spMkLst>
        </pc:spChg>
        <pc:spChg chg="del mod">
          <ac:chgData name="Deep Singh" userId="218171febb998cc3" providerId="LiveId" clId="{A631849A-FE2E-4D2F-A2E6-41A2D3869678}" dt="2020-04-02T16:30:04.865" v="11226"/>
          <ac:spMkLst>
            <pc:docMk/>
            <pc:sldMk cId="457554112" sldId="336"/>
            <ac:spMk id="39" creationId="{B2B8079C-86A4-4E0E-86EA-5C7DCD047ED9}"/>
          </ac:spMkLst>
        </pc:spChg>
        <pc:spChg chg="del">
          <ac:chgData name="Deep Singh" userId="218171febb998cc3" providerId="LiveId" clId="{A631849A-FE2E-4D2F-A2E6-41A2D3869678}" dt="2020-04-02T16:30:04.865" v="11226"/>
          <ac:spMkLst>
            <pc:docMk/>
            <pc:sldMk cId="457554112" sldId="336"/>
            <ac:spMk id="40" creationId="{7DAD58B6-1349-4547-92DA-DBB636BF27AB}"/>
          </ac:spMkLst>
        </pc:spChg>
        <pc:spChg chg="del">
          <ac:chgData name="Deep Singh" userId="218171febb998cc3" providerId="LiveId" clId="{A631849A-FE2E-4D2F-A2E6-41A2D3869678}" dt="2020-04-02T16:30:04.865" v="11226"/>
          <ac:spMkLst>
            <pc:docMk/>
            <pc:sldMk cId="457554112" sldId="336"/>
            <ac:spMk id="41" creationId="{C174E367-5052-425B-B204-560097F3C864}"/>
          </ac:spMkLst>
        </pc:spChg>
        <pc:spChg chg="del">
          <ac:chgData name="Deep Singh" userId="218171febb998cc3" providerId="LiveId" clId="{A631849A-FE2E-4D2F-A2E6-41A2D3869678}" dt="2020-04-02T16:30:04.865" v="11226"/>
          <ac:spMkLst>
            <pc:docMk/>
            <pc:sldMk cId="457554112" sldId="336"/>
            <ac:spMk id="42" creationId="{85F0DCD8-5CE5-43F2-8F14-A3C291FD09FC}"/>
          </ac:spMkLst>
        </pc:spChg>
        <pc:spChg chg="del">
          <ac:chgData name="Deep Singh" userId="218171febb998cc3" providerId="LiveId" clId="{A631849A-FE2E-4D2F-A2E6-41A2D3869678}" dt="2020-04-02T16:30:04.865" v="11226"/>
          <ac:spMkLst>
            <pc:docMk/>
            <pc:sldMk cId="457554112" sldId="336"/>
            <ac:spMk id="43" creationId="{3447AAA0-9C72-4677-BA12-577ECFF49DDF}"/>
          </ac:spMkLst>
        </pc:spChg>
        <pc:spChg chg="del">
          <ac:chgData name="Deep Singh" userId="218171febb998cc3" providerId="LiveId" clId="{A631849A-FE2E-4D2F-A2E6-41A2D3869678}" dt="2020-04-02T16:30:04.865" v="11226"/>
          <ac:spMkLst>
            <pc:docMk/>
            <pc:sldMk cId="457554112" sldId="336"/>
            <ac:spMk id="44" creationId="{12417CA3-BBE3-46B6-9EA7-A3ED06EC4869}"/>
          </ac:spMkLst>
        </pc:spChg>
        <pc:spChg chg="del">
          <ac:chgData name="Deep Singh" userId="218171febb998cc3" providerId="LiveId" clId="{A631849A-FE2E-4D2F-A2E6-41A2D3869678}" dt="2020-04-02T16:30:04.865" v="11226"/>
          <ac:spMkLst>
            <pc:docMk/>
            <pc:sldMk cId="457554112" sldId="336"/>
            <ac:spMk id="45" creationId="{D9B2A598-686F-4934-86F6-61E812F62E58}"/>
          </ac:spMkLst>
        </pc:spChg>
        <pc:spChg chg="del">
          <ac:chgData name="Deep Singh" userId="218171febb998cc3" providerId="LiveId" clId="{A631849A-FE2E-4D2F-A2E6-41A2D3869678}" dt="2020-04-02T16:30:04.865" v="11226"/>
          <ac:spMkLst>
            <pc:docMk/>
            <pc:sldMk cId="457554112" sldId="336"/>
            <ac:spMk id="46" creationId="{4A8A7C2B-A7D3-460E-985E-E543E7719891}"/>
          </ac:spMkLst>
        </pc:spChg>
        <pc:spChg chg="del">
          <ac:chgData name="Deep Singh" userId="218171febb998cc3" providerId="LiveId" clId="{A631849A-FE2E-4D2F-A2E6-41A2D3869678}" dt="2020-04-02T16:30:04.865" v="11226"/>
          <ac:spMkLst>
            <pc:docMk/>
            <pc:sldMk cId="457554112" sldId="336"/>
            <ac:spMk id="47" creationId="{EC9AF94A-011C-43C1-8745-E01F866088FD}"/>
          </ac:spMkLst>
        </pc:spChg>
        <pc:spChg chg="del">
          <ac:chgData name="Deep Singh" userId="218171febb998cc3" providerId="LiveId" clId="{A631849A-FE2E-4D2F-A2E6-41A2D3869678}" dt="2020-04-02T16:30:04.865" v="11226"/>
          <ac:spMkLst>
            <pc:docMk/>
            <pc:sldMk cId="457554112" sldId="336"/>
            <ac:spMk id="48" creationId="{4B28B823-470B-4502-8822-FABD833FF0CE}"/>
          </ac:spMkLst>
        </pc:spChg>
        <pc:spChg chg="del">
          <ac:chgData name="Deep Singh" userId="218171febb998cc3" providerId="LiveId" clId="{A631849A-FE2E-4D2F-A2E6-41A2D3869678}" dt="2020-04-02T16:30:04.865" v="11226"/>
          <ac:spMkLst>
            <pc:docMk/>
            <pc:sldMk cId="457554112" sldId="336"/>
            <ac:spMk id="49" creationId="{A97428C9-B0DD-46B1-A05F-9F28EFFFA679}"/>
          </ac:spMkLst>
        </pc:spChg>
        <pc:spChg chg="add del">
          <ac:chgData name="Deep Singh" userId="218171febb998cc3" providerId="LiveId" clId="{A631849A-FE2E-4D2F-A2E6-41A2D3869678}" dt="2020-04-02T16:30:12.907" v="11241"/>
          <ac:spMkLst>
            <pc:docMk/>
            <pc:sldMk cId="457554112" sldId="336"/>
            <ac:spMk id="51" creationId="{BAE8A4CE-677A-4607-AE15-872E1AC15A4D}"/>
          </ac:spMkLst>
        </pc:spChg>
        <pc:spChg chg="add del">
          <ac:chgData name="Deep Singh" userId="218171febb998cc3" providerId="LiveId" clId="{A631849A-FE2E-4D2F-A2E6-41A2D3869678}" dt="2020-04-02T16:30:12.907" v="11241"/>
          <ac:spMkLst>
            <pc:docMk/>
            <pc:sldMk cId="457554112" sldId="336"/>
            <ac:spMk id="52" creationId="{3AEF6D51-55EF-4FA0-9E41-29A0168113E7}"/>
          </ac:spMkLst>
        </pc:spChg>
        <pc:spChg chg="add del">
          <ac:chgData name="Deep Singh" userId="218171febb998cc3" providerId="LiveId" clId="{A631849A-FE2E-4D2F-A2E6-41A2D3869678}" dt="2020-04-02T16:30:12.907" v="11241"/>
          <ac:spMkLst>
            <pc:docMk/>
            <pc:sldMk cId="457554112" sldId="336"/>
            <ac:spMk id="53" creationId="{EA161991-C00A-4E8A-9B53-7D607BF2BA58}"/>
          </ac:spMkLst>
        </pc:spChg>
        <pc:spChg chg="add del">
          <ac:chgData name="Deep Singh" userId="218171febb998cc3" providerId="LiveId" clId="{A631849A-FE2E-4D2F-A2E6-41A2D3869678}" dt="2020-04-02T16:30:12.907" v="11241"/>
          <ac:spMkLst>
            <pc:docMk/>
            <pc:sldMk cId="457554112" sldId="336"/>
            <ac:spMk id="54" creationId="{E3E85152-1777-4063-81F2-7B93E0E3F430}"/>
          </ac:spMkLst>
        </pc:spChg>
        <pc:spChg chg="add del">
          <ac:chgData name="Deep Singh" userId="218171febb998cc3" providerId="LiveId" clId="{A631849A-FE2E-4D2F-A2E6-41A2D3869678}" dt="2020-04-02T16:30:12.907" v="11241"/>
          <ac:spMkLst>
            <pc:docMk/>
            <pc:sldMk cId="457554112" sldId="336"/>
            <ac:spMk id="55" creationId="{2D33F03F-638C-4E3F-B1C4-0D2A94CBCB00}"/>
          </ac:spMkLst>
        </pc:spChg>
        <pc:spChg chg="add del">
          <ac:chgData name="Deep Singh" userId="218171febb998cc3" providerId="LiveId" clId="{A631849A-FE2E-4D2F-A2E6-41A2D3869678}" dt="2020-04-02T16:30:12.907" v="11241"/>
          <ac:spMkLst>
            <pc:docMk/>
            <pc:sldMk cId="457554112" sldId="336"/>
            <ac:spMk id="56" creationId="{D614CBD0-7F4E-4FC5-84D8-45DEB2950C36}"/>
          </ac:spMkLst>
        </pc:spChg>
        <pc:spChg chg="add del">
          <ac:chgData name="Deep Singh" userId="218171febb998cc3" providerId="LiveId" clId="{A631849A-FE2E-4D2F-A2E6-41A2D3869678}" dt="2020-04-02T16:30:12.907" v="11241"/>
          <ac:spMkLst>
            <pc:docMk/>
            <pc:sldMk cId="457554112" sldId="336"/>
            <ac:spMk id="82" creationId="{498A4391-F62B-4191-A182-4182BAD0DA47}"/>
          </ac:spMkLst>
        </pc:spChg>
        <pc:spChg chg="add del">
          <ac:chgData name="Deep Singh" userId="218171febb998cc3" providerId="LiveId" clId="{A631849A-FE2E-4D2F-A2E6-41A2D3869678}" dt="2020-04-02T16:30:12.907" v="11241"/>
          <ac:spMkLst>
            <pc:docMk/>
            <pc:sldMk cId="457554112" sldId="336"/>
            <ac:spMk id="83" creationId="{4B2ABE90-E69C-4D7F-9CA7-ABDC1BBB72AB}"/>
          </ac:spMkLst>
        </pc:spChg>
        <pc:spChg chg="add del">
          <ac:chgData name="Deep Singh" userId="218171febb998cc3" providerId="LiveId" clId="{A631849A-FE2E-4D2F-A2E6-41A2D3869678}" dt="2020-04-02T16:30:12.907" v="11241"/>
          <ac:spMkLst>
            <pc:docMk/>
            <pc:sldMk cId="457554112" sldId="336"/>
            <ac:spMk id="84" creationId="{3DC71328-F73C-4E7C-A664-3ACF81706D12}"/>
          </ac:spMkLst>
        </pc:spChg>
        <pc:spChg chg="add del">
          <ac:chgData name="Deep Singh" userId="218171febb998cc3" providerId="LiveId" clId="{A631849A-FE2E-4D2F-A2E6-41A2D3869678}" dt="2020-04-02T16:30:12.907" v="11241"/>
          <ac:spMkLst>
            <pc:docMk/>
            <pc:sldMk cId="457554112" sldId="336"/>
            <ac:spMk id="85" creationId="{922B26DE-4027-4DD0-83EC-C055B1542A5B}"/>
          </ac:spMkLst>
        </pc:spChg>
        <pc:spChg chg="add del">
          <ac:chgData name="Deep Singh" userId="218171febb998cc3" providerId="LiveId" clId="{A631849A-FE2E-4D2F-A2E6-41A2D3869678}" dt="2020-04-02T16:30:12.907" v="11241"/>
          <ac:spMkLst>
            <pc:docMk/>
            <pc:sldMk cId="457554112" sldId="336"/>
            <ac:spMk id="86" creationId="{ACEE72A5-554C-4CF6-BA34-43F410D80DA5}"/>
          </ac:spMkLst>
        </pc:spChg>
        <pc:spChg chg="add del">
          <ac:chgData name="Deep Singh" userId="218171febb998cc3" providerId="LiveId" clId="{A631849A-FE2E-4D2F-A2E6-41A2D3869678}" dt="2020-04-02T16:30:12.907" v="11241"/>
          <ac:spMkLst>
            <pc:docMk/>
            <pc:sldMk cId="457554112" sldId="336"/>
            <ac:spMk id="87" creationId="{A741D72F-C75E-49F7-B977-90CF57E0C3D6}"/>
          </ac:spMkLst>
        </pc:spChg>
        <pc:spChg chg="add del">
          <ac:chgData name="Deep Singh" userId="218171febb998cc3" providerId="LiveId" clId="{A631849A-FE2E-4D2F-A2E6-41A2D3869678}" dt="2020-04-02T16:30:12.907" v="11241"/>
          <ac:spMkLst>
            <pc:docMk/>
            <pc:sldMk cId="457554112" sldId="336"/>
            <ac:spMk id="88" creationId="{9FC129F9-0633-4107-9FC4-56403BB1DEE5}"/>
          </ac:spMkLst>
        </pc:spChg>
        <pc:spChg chg="add del">
          <ac:chgData name="Deep Singh" userId="218171febb998cc3" providerId="LiveId" clId="{A631849A-FE2E-4D2F-A2E6-41A2D3869678}" dt="2020-04-02T16:30:12.907" v="11241"/>
          <ac:spMkLst>
            <pc:docMk/>
            <pc:sldMk cId="457554112" sldId="336"/>
            <ac:spMk id="89" creationId="{333755E8-CEDA-471D-B3E9-80592AC5285B}"/>
          </ac:spMkLst>
        </pc:spChg>
        <pc:spChg chg="add del">
          <ac:chgData name="Deep Singh" userId="218171febb998cc3" providerId="LiveId" clId="{A631849A-FE2E-4D2F-A2E6-41A2D3869678}" dt="2020-04-02T16:30:12.907" v="11241"/>
          <ac:spMkLst>
            <pc:docMk/>
            <pc:sldMk cId="457554112" sldId="336"/>
            <ac:spMk id="90" creationId="{152FC855-9AD8-4C1C-88A7-1A9A8EE564D3}"/>
          </ac:spMkLst>
        </pc:spChg>
        <pc:spChg chg="add del">
          <ac:chgData name="Deep Singh" userId="218171febb998cc3" providerId="LiveId" clId="{A631849A-FE2E-4D2F-A2E6-41A2D3869678}" dt="2020-04-02T16:30:12.907" v="11241"/>
          <ac:spMkLst>
            <pc:docMk/>
            <pc:sldMk cId="457554112" sldId="336"/>
            <ac:spMk id="91" creationId="{65C28CDB-4762-4387-A469-35D57DCCB597}"/>
          </ac:spMkLst>
        </pc:spChg>
        <pc:spChg chg="add del">
          <ac:chgData name="Deep Singh" userId="218171febb998cc3" providerId="LiveId" clId="{A631849A-FE2E-4D2F-A2E6-41A2D3869678}" dt="2020-04-02T16:30:12.907" v="11241"/>
          <ac:spMkLst>
            <pc:docMk/>
            <pc:sldMk cId="457554112" sldId="336"/>
            <ac:spMk id="92" creationId="{54EE8632-49AD-4102-822D-B4E967CC5AE9}"/>
          </ac:spMkLst>
        </pc:spChg>
        <pc:spChg chg="add del">
          <ac:chgData name="Deep Singh" userId="218171febb998cc3" providerId="LiveId" clId="{A631849A-FE2E-4D2F-A2E6-41A2D3869678}" dt="2020-04-02T16:30:12.907" v="11241"/>
          <ac:spMkLst>
            <pc:docMk/>
            <pc:sldMk cId="457554112" sldId="336"/>
            <ac:spMk id="93" creationId="{CD410233-C08D-4F38-9D79-DC293CA5EF72}"/>
          </ac:spMkLst>
        </pc:spChg>
        <pc:spChg chg="add del">
          <ac:chgData name="Deep Singh" userId="218171febb998cc3" providerId="LiveId" clId="{A631849A-FE2E-4D2F-A2E6-41A2D3869678}" dt="2020-04-02T16:30:12.907" v="11241"/>
          <ac:spMkLst>
            <pc:docMk/>
            <pc:sldMk cId="457554112" sldId="336"/>
            <ac:spMk id="94" creationId="{3FD03135-647B-4E3B-AA50-300DAD129F84}"/>
          </ac:spMkLst>
        </pc:spChg>
        <pc:spChg chg="add del mod">
          <ac:chgData name="Deep Singh" userId="218171febb998cc3" providerId="LiveId" clId="{A631849A-FE2E-4D2F-A2E6-41A2D3869678}" dt="2020-04-02T16:30:12.907" v="11241"/>
          <ac:spMkLst>
            <pc:docMk/>
            <pc:sldMk cId="457554112" sldId="336"/>
            <ac:spMk id="95" creationId="{2D7A29D5-6120-4C86-BAEC-81355BBEA220}"/>
          </ac:spMkLst>
        </pc:spChg>
        <pc:spChg chg="add del">
          <ac:chgData name="Deep Singh" userId="218171febb998cc3" providerId="LiveId" clId="{A631849A-FE2E-4D2F-A2E6-41A2D3869678}" dt="2020-04-02T16:30:12.907" v="11241"/>
          <ac:spMkLst>
            <pc:docMk/>
            <pc:sldMk cId="457554112" sldId="336"/>
            <ac:spMk id="96" creationId="{DCF8048B-CCB1-43F5-A4C9-9A979E1ABBEE}"/>
          </ac:spMkLst>
        </pc:spChg>
        <pc:spChg chg="add del mod">
          <ac:chgData name="Deep Singh" userId="218171febb998cc3" providerId="LiveId" clId="{A631849A-FE2E-4D2F-A2E6-41A2D3869678}" dt="2020-04-02T16:30:12.907" v="11241"/>
          <ac:spMkLst>
            <pc:docMk/>
            <pc:sldMk cId="457554112" sldId="336"/>
            <ac:spMk id="97" creationId="{786EA9B8-2230-4CAD-899F-23286268C017}"/>
          </ac:spMkLst>
        </pc:spChg>
        <pc:spChg chg="add del">
          <ac:chgData name="Deep Singh" userId="218171febb998cc3" providerId="LiveId" clId="{A631849A-FE2E-4D2F-A2E6-41A2D3869678}" dt="2020-04-02T16:30:12.907" v="11241"/>
          <ac:spMkLst>
            <pc:docMk/>
            <pc:sldMk cId="457554112" sldId="336"/>
            <ac:spMk id="98" creationId="{A27353E8-8455-4266-BD6A-35C028A35AC3}"/>
          </ac:spMkLst>
        </pc:spChg>
        <pc:spChg chg="add del mod">
          <ac:chgData name="Deep Singh" userId="218171febb998cc3" providerId="LiveId" clId="{A631849A-FE2E-4D2F-A2E6-41A2D3869678}" dt="2020-04-02T16:30:12.907" v="11241"/>
          <ac:spMkLst>
            <pc:docMk/>
            <pc:sldMk cId="457554112" sldId="336"/>
            <ac:spMk id="99" creationId="{A0A72F5B-6A6B-47F9-A804-252D41731728}"/>
          </ac:spMkLst>
        </pc:spChg>
        <pc:spChg chg="add del">
          <ac:chgData name="Deep Singh" userId="218171febb998cc3" providerId="LiveId" clId="{A631849A-FE2E-4D2F-A2E6-41A2D3869678}" dt="2020-04-02T16:30:12.907" v="11241"/>
          <ac:spMkLst>
            <pc:docMk/>
            <pc:sldMk cId="457554112" sldId="336"/>
            <ac:spMk id="100" creationId="{8770BE61-89AD-466A-B696-2EBD8972A465}"/>
          </ac:spMkLst>
        </pc:spChg>
        <pc:spChg chg="add del mod">
          <ac:chgData name="Deep Singh" userId="218171febb998cc3" providerId="LiveId" clId="{A631849A-FE2E-4D2F-A2E6-41A2D3869678}" dt="2020-04-02T16:30:12.907" v="11241"/>
          <ac:spMkLst>
            <pc:docMk/>
            <pc:sldMk cId="457554112" sldId="336"/>
            <ac:spMk id="101" creationId="{B0A39DD1-312A-4C32-960D-7B3377EB2BB0}"/>
          </ac:spMkLst>
        </pc:spChg>
        <pc:spChg chg="add del">
          <ac:chgData name="Deep Singh" userId="218171febb998cc3" providerId="LiveId" clId="{A631849A-FE2E-4D2F-A2E6-41A2D3869678}" dt="2020-04-02T16:30:12.907" v="11241"/>
          <ac:spMkLst>
            <pc:docMk/>
            <pc:sldMk cId="457554112" sldId="336"/>
            <ac:spMk id="102" creationId="{224FCBB4-9F24-4576-95C0-1722ED40C107}"/>
          </ac:spMkLst>
        </pc:spChg>
        <pc:spChg chg="add del mod">
          <ac:chgData name="Deep Singh" userId="218171febb998cc3" providerId="LiveId" clId="{A631849A-FE2E-4D2F-A2E6-41A2D3869678}" dt="2020-04-02T16:30:12.907" v="11241"/>
          <ac:spMkLst>
            <pc:docMk/>
            <pc:sldMk cId="457554112" sldId="336"/>
            <ac:spMk id="103" creationId="{98D838B1-BAF6-4644-9B2E-C407E8B575A9}"/>
          </ac:spMkLst>
        </pc:spChg>
        <pc:spChg chg="add del">
          <ac:chgData name="Deep Singh" userId="218171febb998cc3" providerId="LiveId" clId="{A631849A-FE2E-4D2F-A2E6-41A2D3869678}" dt="2020-04-02T16:30:12.907" v="11241"/>
          <ac:spMkLst>
            <pc:docMk/>
            <pc:sldMk cId="457554112" sldId="336"/>
            <ac:spMk id="104" creationId="{6A6C37C6-2135-4E96-BA44-4962C5CBA652}"/>
          </ac:spMkLst>
        </pc:spChg>
        <pc:spChg chg="add del mod">
          <ac:chgData name="Deep Singh" userId="218171febb998cc3" providerId="LiveId" clId="{A631849A-FE2E-4D2F-A2E6-41A2D3869678}" dt="2020-04-02T16:30:12.907" v="11241"/>
          <ac:spMkLst>
            <pc:docMk/>
            <pc:sldMk cId="457554112" sldId="336"/>
            <ac:spMk id="105" creationId="{1031A59B-118F-4DCD-8254-3B2A9AC7B3D8}"/>
          </ac:spMkLst>
        </pc:spChg>
        <pc:spChg chg="add del">
          <ac:chgData name="Deep Singh" userId="218171febb998cc3" providerId="LiveId" clId="{A631849A-FE2E-4D2F-A2E6-41A2D3869678}" dt="2020-04-02T16:30:12.907" v="11241"/>
          <ac:spMkLst>
            <pc:docMk/>
            <pc:sldMk cId="457554112" sldId="336"/>
            <ac:spMk id="106" creationId="{5095D1B4-99F4-4031-9420-E2D5ED805BEA}"/>
          </ac:spMkLst>
        </pc:spChg>
        <pc:spChg chg="add del mod">
          <ac:chgData name="Deep Singh" userId="218171febb998cc3" providerId="LiveId" clId="{A631849A-FE2E-4D2F-A2E6-41A2D3869678}" dt="2020-04-02T16:30:12.907" v="11241"/>
          <ac:spMkLst>
            <pc:docMk/>
            <pc:sldMk cId="457554112" sldId="336"/>
            <ac:spMk id="107" creationId="{802844A8-EA24-4DA0-B66F-A5E59F1F31A3}"/>
          </ac:spMkLst>
        </pc:spChg>
        <pc:spChg chg="add del">
          <ac:chgData name="Deep Singh" userId="218171febb998cc3" providerId="LiveId" clId="{A631849A-FE2E-4D2F-A2E6-41A2D3869678}" dt="2020-04-02T16:30:12.907" v="11241"/>
          <ac:spMkLst>
            <pc:docMk/>
            <pc:sldMk cId="457554112" sldId="336"/>
            <ac:spMk id="108" creationId="{C1EC387D-6DF3-40AB-A821-423F4D04DA1A}"/>
          </ac:spMkLst>
        </pc:spChg>
        <pc:spChg chg="add del mod">
          <ac:chgData name="Deep Singh" userId="218171febb998cc3" providerId="LiveId" clId="{A631849A-FE2E-4D2F-A2E6-41A2D3869678}" dt="2020-04-02T16:30:12.907" v="11241"/>
          <ac:spMkLst>
            <pc:docMk/>
            <pc:sldMk cId="457554112" sldId="336"/>
            <ac:spMk id="109" creationId="{AF15CA0A-E631-415B-A8AF-2D19654AB0A3}"/>
          </ac:spMkLst>
        </pc:spChg>
        <pc:spChg chg="add del">
          <ac:chgData name="Deep Singh" userId="218171febb998cc3" providerId="LiveId" clId="{A631849A-FE2E-4D2F-A2E6-41A2D3869678}" dt="2020-04-02T16:30:12.907" v="11241"/>
          <ac:spMkLst>
            <pc:docMk/>
            <pc:sldMk cId="457554112" sldId="336"/>
            <ac:spMk id="110" creationId="{1675D045-5D18-44EA-9A6D-1061769ADB9A}"/>
          </ac:spMkLst>
        </pc:spChg>
        <pc:spChg chg="add del mod">
          <ac:chgData name="Deep Singh" userId="218171febb998cc3" providerId="LiveId" clId="{A631849A-FE2E-4D2F-A2E6-41A2D3869678}" dt="2020-04-02T16:30:12.907" v="11241"/>
          <ac:spMkLst>
            <pc:docMk/>
            <pc:sldMk cId="457554112" sldId="336"/>
            <ac:spMk id="111" creationId="{921B52F0-84CD-46DE-86B7-DC135219EC30}"/>
          </ac:spMkLst>
        </pc:spChg>
        <pc:spChg chg="add del">
          <ac:chgData name="Deep Singh" userId="218171febb998cc3" providerId="LiveId" clId="{A631849A-FE2E-4D2F-A2E6-41A2D3869678}" dt="2020-04-02T16:30:12.907" v="11241"/>
          <ac:spMkLst>
            <pc:docMk/>
            <pc:sldMk cId="457554112" sldId="336"/>
            <ac:spMk id="112" creationId="{9F845C76-6DED-47AF-86E6-B36EFF8A5009}"/>
          </ac:spMkLst>
        </pc:spChg>
        <pc:spChg chg="add del mod">
          <ac:chgData name="Deep Singh" userId="218171febb998cc3" providerId="LiveId" clId="{A631849A-FE2E-4D2F-A2E6-41A2D3869678}" dt="2020-04-02T16:30:12.907" v="11241"/>
          <ac:spMkLst>
            <pc:docMk/>
            <pc:sldMk cId="457554112" sldId="336"/>
            <ac:spMk id="113" creationId="{23405B03-F263-461C-A455-D2554E2D8FD3}"/>
          </ac:spMkLst>
        </pc:spChg>
        <pc:spChg chg="add del">
          <ac:chgData name="Deep Singh" userId="218171febb998cc3" providerId="LiveId" clId="{A631849A-FE2E-4D2F-A2E6-41A2D3869678}" dt="2020-04-02T16:30:12.907" v="11241"/>
          <ac:spMkLst>
            <pc:docMk/>
            <pc:sldMk cId="457554112" sldId="336"/>
            <ac:spMk id="114" creationId="{E679DD75-EEC1-4259-96A3-5798C6A671D6}"/>
          </ac:spMkLst>
        </pc:spChg>
        <pc:spChg chg="add del mod">
          <ac:chgData name="Deep Singh" userId="218171febb998cc3" providerId="LiveId" clId="{A631849A-FE2E-4D2F-A2E6-41A2D3869678}" dt="2020-04-02T16:30:12.907" v="11241"/>
          <ac:spMkLst>
            <pc:docMk/>
            <pc:sldMk cId="457554112" sldId="336"/>
            <ac:spMk id="115" creationId="{B93A5EE9-F70F-436B-8C5F-F899EA445F26}"/>
          </ac:spMkLst>
        </pc:spChg>
        <pc:spChg chg="add del">
          <ac:chgData name="Deep Singh" userId="218171febb998cc3" providerId="LiveId" clId="{A631849A-FE2E-4D2F-A2E6-41A2D3869678}" dt="2020-04-02T16:30:12.907" v="11241"/>
          <ac:spMkLst>
            <pc:docMk/>
            <pc:sldMk cId="457554112" sldId="336"/>
            <ac:spMk id="116" creationId="{9721D1CF-2847-4D44-8DAA-CF993BF45176}"/>
          </ac:spMkLst>
        </pc:spChg>
        <pc:spChg chg="add del mod">
          <ac:chgData name="Deep Singh" userId="218171febb998cc3" providerId="LiveId" clId="{A631849A-FE2E-4D2F-A2E6-41A2D3869678}" dt="2020-04-02T16:30:12.907" v="11241"/>
          <ac:spMkLst>
            <pc:docMk/>
            <pc:sldMk cId="457554112" sldId="336"/>
            <ac:spMk id="117" creationId="{7C5A1436-D714-4F1E-A0C5-E02F29703356}"/>
          </ac:spMkLst>
        </pc:spChg>
        <pc:spChg chg="add del">
          <ac:chgData name="Deep Singh" userId="218171febb998cc3" providerId="LiveId" clId="{A631849A-FE2E-4D2F-A2E6-41A2D3869678}" dt="2020-04-02T16:30:12.907" v="11241"/>
          <ac:spMkLst>
            <pc:docMk/>
            <pc:sldMk cId="457554112" sldId="336"/>
            <ac:spMk id="118" creationId="{631C907B-9A12-4B75-868B-9844C98001D2}"/>
          </ac:spMkLst>
        </pc:spChg>
        <pc:spChg chg="add del">
          <ac:chgData name="Deep Singh" userId="218171febb998cc3" providerId="LiveId" clId="{A631849A-FE2E-4D2F-A2E6-41A2D3869678}" dt="2020-04-02T16:30:12.907" v="11241"/>
          <ac:spMkLst>
            <pc:docMk/>
            <pc:sldMk cId="457554112" sldId="336"/>
            <ac:spMk id="119" creationId="{113380E0-5ABC-428B-9771-F90E912DD3FA}"/>
          </ac:spMkLst>
        </pc:spChg>
        <pc:spChg chg="add del">
          <ac:chgData name="Deep Singh" userId="218171febb998cc3" providerId="LiveId" clId="{A631849A-FE2E-4D2F-A2E6-41A2D3869678}" dt="2020-04-02T16:30:12.907" v="11241"/>
          <ac:spMkLst>
            <pc:docMk/>
            <pc:sldMk cId="457554112" sldId="336"/>
            <ac:spMk id="120" creationId="{9F04B12D-9811-4B98-882B-02522D367D53}"/>
          </ac:spMkLst>
        </pc:spChg>
        <pc:spChg chg="add del">
          <ac:chgData name="Deep Singh" userId="218171febb998cc3" providerId="LiveId" clId="{A631849A-FE2E-4D2F-A2E6-41A2D3869678}" dt="2020-04-02T16:30:12.907" v="11241"/>
          <ac:spMkLst>
            <pc:docMk/>
            <pc:sldMk cId="457554112" sldId="336"/>
            <ac:spMk id="121" creationId="{7B403A0E-38F9-47A1-A78D-D196BF1252E6}"/>
          </ac:spMkLst>
        </pc:spChg>
        <pc:spChg chg="add del">
          <ac:chgData name="Deep Singh" userId="218171febb998cc3" providerId="LiveId" clId="{A631849A-FE2E-4D2F-A2E6-41A2D3869678}" dt="2020-04-02T16:30:12.907" v="11241"/>
          <ac:spMkLst>
            <pc:docMk/>
            <pc:sldMk cId="457554112" sldId="336"/>
            <ac:spMk id="122" creationId="{EF080C1A-7465-49CA-8146-5A1485FE8471}"/>
          </ac:spMkLst>
        </pc:spChg>
        <pc:spChg chg="add del">
          <ac:chgData name="Deep Singh" userId="218171febb998cc3" providerId="LiveId" clId="{A631849A-FE2E-4D2F-A2E6-41A2D3869678}" dt="2020-04-02T16:30:12.907" v="11241"/>
          <ac:spMkLst>
            <pc:docMk/>
            <pc:sldMk cId="457554112" sldId="336"/>
            <ac:spMk id="123" creationId="{5C0905A6-CE26-4E41-8F6D-77C62A9BB79F}"/>
          </ac:spMkLst>
        </pc:spChg>
        <pc:spChg chg="add del">
          <ac:chgData name="Deep Singh" userId="218171febb998cc3" providerId="LiveId" clId="{A631849A-FE2E-4D2F-A2E6-41A2D3869678}" dt="2020-04-02T16:30:12.907" v="11241"/>
          <ac:spMkLst>
            <pc:docMk/>
            <pc:sldMk cId="457554112" sldId="336"/>
            <ac:spMk id="124" creationId="{9D104E9C-02FC-48CE-A4BF-8804B2E7AB22}"/>
          </ac:spMkLst>
        </pc:spChg>
        <pc:spChg chg="add del">
          <ac:chgData name="Deep Singh" userId="218171febb998cc3" providerId="LiveId" clId="{A631849A-FE2E-4D2F-A2E6-41A2D3869678}" dt="2020-04-02T16:30:12.907" v="11241"/>
          <ac:spMkLst>
            <pc:docMk/>
            <pc:sldMk cId="457554112" sldId="336"/>
            <ac:spMk id="125" creationId="{3090735F-61BE-4F78-AAFF-1BF2F37C4F73}"/>
          </ac:spMkLst>
        </pc:spChg>
        <pc:spChg chg="add del">
          <ac:chgData name="Deep Singh" userId="218171febb998cc3" providerId="LiveId" clId="{A631849A-FE2E-4D2F-A2E6-41A2D3869678}" dt="2020-04-02T16:30:12.907" v="11241"/>
          <ac:spMkLst>
            <pc:docMk/>
            <pc:sldMk cId="457554112" sldId="336"/>
            <ac:spMk id="126" creationId="{DA53EDB4-5DFD-49DC-96F5-4EF4306268F9}"/>
          </ac:spMkLst>
        </pc:spChg>
        <pc:spChg chg="add del">
          <ac:chgData name="Deep Singh" userId="218171febb998cc3" providerId="LiveId" clId="{A631849A-FE2E-4D2F-A2E6-41A2D3869678}" dt="2020-04-02T16:30:12.907" v="11241"/>
          <ac:spMkLst>
            <pc:docMk/>
            <pc:sldMk cId="457554112" sldId="336"/>
            <ac:spMk id="127" creationId="{9BDA52FC-3581-42C4-ADD8-F224D018C306}"/>
          </ac:spMkLst>
        </pc:spChg>
        <pc:spChg chg="add del mod">
          <ac:chgData name="Deep Singh" userId="218171febb998cc3" providerId="LiveId" clId="{A631849A-FE2E-4D2F-A2E6-41A2D3869678}" dt="2020-04-02T17:42:04.438" v="13007" actId="478"/>
          <ac:spMkLst>
            <pc:docMk/>
            <pc:sldMk cId="457554112" sldId="336"/>
            <ac:spMk id="129" creationId="{A17EEC17-B2A9-49A8-ABB6-5F232304A22C}"/>
          </ac:spMkLst>
        </pc:spChg>
        <pc:spChg chg="add mod">
          <ac:chgData name="Deep Singh" userId="218171febb998cc3" providerId="LiveId" clId="{A631849A-FE2E-4D2F-A2E6-41A2D3869678}" dt="2020-04-02T17:39:44.900" v="12959" actId="207"/>
          <ac:spMkLst>
            <pc:docMk/>
            <pc:sldMk cId="457554112" sldId="336"/>
            <ac:spMk id="130" creationId="{FB7A65AA-AB31-488C-A688-057852F2E0F1}"/>
          </ac:spMkLst>
        </pc:spChg>
        <pc:spChg chg="add mod">
          <ac:chgData name="Deep Singh" userId="218171febb998cc3" providerId="LiveId" clId="{A631849A-FE2E-4D2F-A2E6-41A2D3869678}" dt="2020-04-02T17:03:21.768" v="12128" actId="14100"/>
          <ac:spMkLst>
            <pc:docMk/>
            <pc:sldMk cId="457554112" sldId="336"/>
            <ac:spMk id="131" creationId="{7BF2789E-68BC-4A0E-83D9-AE4FCC5A3DEB}"/>
          </ac:spMkLst>
        </pc:spChg>
        <pc:spChg chg="add mod">
          <ac:chgData name="Deep Singh" userId="218171febb998cc3" providerId="LiveId" clId="{A631849A-FE2E-4D2F-A2E6-41A2D3869678}" dt="2020-04-02T17:42:28.380" v="13083" actId="1037"/>
          <ac:spMkLst>
            <pc:docMk/>
            <pc:sldMk cId="457554112" sldId="336"/>
            <ac:spMk id="132" creationId="{8776A2E8-46A4-45AB-B878-742BF3499227}"/>
          </ac:spMkLst>
        </pc:spChg>
        <pc:spChg chg="add mod">
          <ac:chgData name="Deep Singh" userId="218171febb998cc3" providerId="LiveId" clId="{A631849A-FE2E-4D2F-A2E6-41A2D3869678}" dt="2020-04-02T17:27:28.891" v="12661" actId="20577"/>
          <ac:spMkLst>
            <pc:docMk/>
            <pc:sldMk cId="457554112" sldId="336"/>
            <ac:spMk id="133" creationId="{02A05340-19ED-41C2-86B6-4626CB3F32E4}"/>
          </ac:spMkLst>
        </pc:spChg>
        <pc:spChg chg="add mod">
          <ac:chgData name="Deep Singh" userId="218171febb998cc3" providerId="LiveId" clId="{A631849A-FE2E-4D2F-A2E6-41A2D3869678}" dt="2020-04-02T17:27:42.325" v="12681" actId="20577"/>
          <ac:spMkLst>
            <pc:docMk/>
            <pc:sldMk cId="457554112" sldId="336"/>
            <ac:spMk id="134" creationId="{690B676B-2947-4464-8597-CF50D7B4B2F8}"/>
          </ac:spMkLst>
        </pc:spChg>
        <pc:spChg chg="add del mod">
          <ac:chgData name="Deep Singh" userId="218171febb998cc3" providerId="LiveId" clId="{A631849A-FE2E-4D2F-A2E6-41A2D3869678}" dt="2020-04-02T17:05:03.792" v="12219" actId="20577"/>
          <ac:spMkLst>
            <pc:docMk/>
            <pc:sldMk cId="457554112" sldId="336"/>
            <ac:spMk id="160" creationId="{3680989D-F517-43B7-9396-42E1897E2C10}"/>
          </ac:spMkLst>
        </pc:spChg>
        <pc:spChg chg="add del mod">
          <ac:chgData name="Deep Singh" userId="218171febb998cc3" providerId="LiveId" clId="{A631849A-FE2E-4D2F-A2E6-41A2D3869678}" dt="2020-04-02T17:42:57.383" v="13088" actId="478"/>
          <ac:spMkLst>
            <pc:docMk/>
            <pc:sldMk cId="457554112" sldId="336"/>
            <ac:spMk id="161" creationId="{8718D3B2-3887-4918-8064-A178827DDA0B}"/>
          </ac:spMkLst>
        </pc:spChg>
        <pc:spChg chg="add del mod">
          <ac:chgData name="Deep Singh" userId="218171febb998cc3" providerId="LiveId" clId="{A631849A-FE2E-4D2F-A2E6-41A2D3869678}" dt="2020-04-02T17:21:43.414" v="12535" actId="478"/>
          <ac:spMkLst>
            <pc:docMk/>
            <pc:sldMk cId="457554112" sldId="336"/>
            <ac:spMk id="162" creationId="{831D7826-EAA9-435D-BCCD-5C18B21191E0}"/>
          </ac:spMkLst>
        </pc:spChg>
        <pc:spChg chg="add del">
          <ac:chgData name="Deep Singh" userId="218171febb998cc3" providerId="LiveId" clId="{A631849A-FE2E-4D2F-A2E6-41A2D3869678}" dt="2020-04-02T17:05:06.606" v="12220" actId="478"/>
          <ac:spMkLst>
            <pc:docMk/>
            <pc:sldMk cId="457554112" sldId="336"/>
            <ac:spMk id="163" creationId="{3B95BEBB-A3A4-4D79-AFBA-481F79043F50}"/>
          </ac:spMkLst>
        </pc:spChg>
        <pc:spChg chg="add del mod">
          <ac:chgData name="Deep Singh" userId="218171febb998cc3" providerId="LiveId" clId="{A631849A-FE2E-4D2F-A2E6-41A2D3869678}" dt="2020-04-02T17:48:08.643" v="13278" actId="478"/>
          <ac:spMkLst>
            <pc:docMk/>
            <pc:sldMk cId="457554112" sldId="336"/>
            <ac:spMk id="164" creationId="{EBB36904-17B7-402E-AE2F-53E601467FCC}"/>
          </ac:spMkLst>
        </pc:spChg>
        <pc:spChg chg="add mod">
          <ac:chgData name="Deep Singh" userId="218171febb998cc3" providerId="LiveId" clId="{A631849A-FE2E-4D2F-A2E6-41A2D3869678}" dt="2020-04-02T17:42:48.240" v="13086" actId="20577"/>
          <ac:spMkLst>
            <pc:docMk/>
            <pc:sldMk cId="457554112" sldId="336"/>
            <ac:spMk id="165" creationId="{03E9BA6D-8E7F-49B9-B598-DA8819EFC563}"/>
          </ac:spMkLst>
        </pc:spChg>
        <pc:spChg chg="add">
          <ac:chgData name="Deep Singh" userId="218171febb998cc3" providerId="LiveId" clId="{A631849A-FE2E-4D2F-A2E6-41A2D3869678}" dt="2020-04-02T16:30:12.982" v="11242"/>
          <ac:spMkLst>
            <pc:docMk/>
            <pc:sldMk cId="457554112" sldId="336"/>
            <ac:spMk id="166" creationId="{97777D3E-2D38-41F5-84CF-1FF3378F0E5B}"/>
          </ac:spMkLst>
        </pc:spChg>
        <pc:spChg chg="add mod">
          <ac:chgData name="Deep Singh" userId="218171febb998cc3" providerId="LiveId" clId="{A631849A-FE2E-4D2F-A2E6-41A2D3869678}" dt="2020-04-02T17:47:59.917" v="13277" actId="1076"/>
          <ac:spMkLst>
            <pc:docMk/>
            <pc:sldMk cId="457554112" sldId="336"/>
            <ac:spMk id="167" creationId="{39F5B588-74F2-49FF-BE67-3243FED0C6F0}"/>
          </ac:spMkLst>
        </pc:spChg>
        <pc:spChg chg="add del mod">
          <ac:chgData name="Deep Singh" userId="218171febb998cc3" providerId="LiveId" clId="{A631849A-FE2E-4D2F-A2E6-41A2D3869678}" dt="2020-04-02T17:42:54.555" v="13087" actId="478"/>
          <ac:spMkLst>
            <pc:docMk/>
            <pc:sldMk cId="457554112" sldId="336"/>
            <ac:spMk id="168" creationId="{CA4AD350-6C4A-4DF7-885F-D23F8E383FE8}"/>
          </ac:spMkLst>
        </pc:spChg>
        <pc:spChg chg="add mod">
          <ac:chgData name="Deep Singh" userId="218171febb998cc3" providerId="LiveId" clId="{A631849A-FE2E-4D2F-A2E6-41A2D3869678}" dt="2020-04-02T17:48:35.200" v="13297" actId="1076"/>
          <ac:spMkLst>
            <pc:docMk/>
            <pc:sldMk cId="457554112" sldId="336"/>
            <ac:spMk id="169" creationId="{46BB3E4C-6A22-4F94-B31A-2AFA240FACB5}"/>
          </ac:spMkLst>
        </pc:spChg>
        <pc:spChg chg="add del">
          <ac:chgData name="Deep Singh" userId="218171febb998cc3" providerId="LiveId" clId="{A631849A-FE2E-4D2F-A2E6-41A2D3869678}" dt="2020-04-02T17:13:57.353" v="12402" actId="478"/>
          <ac:spMkLst>
            <pc:docMk/>
            <pc:sldMk cId="457554112" sldId="336"/>
            <ac:spMk id="170" creationId="{A246E04D-23CD-4F17-91B7-A305AD37A85B}"/>
          </ac:spMkLst>
        </pc:spChg>
        <pc:spChg chg="add del mod">
          <ac:chgData name="Deep Singh" userId="218171febb998cc3" providerId="LiveId" clId="{A631849A-FE2E-4D2F-A2E6-41A2D3869678}" dt="2020-04-02T17:41:59.496" v="13005" actId="478"/>
          <ac:spMkLst>
            <pc:docMk/>
            <pc:sldMk cId="457554112" sldId="336"/>
            <ac:spMk id="171" creationId="{491F6146-770D-4F2F-8EE1-CC7E8458BAC2}"/>
          </ac:spMkLst>
        </pc:spChg>
        <pc:spChg chg="add del">
          <ac:chgData name="Deep Singh" userId="218171febb998cc3" providerId="LiveId" clId="{A631849A-FE2E-4D2F-A2E6-41A2D3869678}" dt="2020-04-02T17:05:26.817" v="12229" actId="478"/>
          <ac:spMkLst>
            <pc:docMk/>
            <pc:sldMk cId="457554112" sldId="336"/>
            <ac:spMk id="172" creationId="{BE21B782-DC21-4D08-993C-9101E482415A}"/>
          </ac:spMkLst>
        </pc:spChg>
        <pc:spChg chg="add del mod">
          <ac:chgData name="Deep Singh" userId="218171febb998cc3" providerId="LiveId" clId="{A631849A-FE2E-4D2F-A2E6-41A2D3869678}" dt="2020-04-02T17:00:10.932" v="12054" actId="478"/>
          <ac:spMkLst>
            <pc:docMk/>
            <pc:sldMk cId="457554112" sldId="336"/>
            <ac:spMk id="173" creationId="{F2978428-8DD5-4D45-88AF-FEF5E281599C}"/>
          </ac:spMkLst>
        </pc:spChg>
        <pc:spChg chg="add del">
          <ac:chgData name="Deep Singh" userId="218171febb998cc3" providerId="LiveId" clId="{A631849A-FE2E-4D2F-A2E6-41A2D3869678}" dt="2020-04-02T17:00:10.932" v="12054" actId="478"/>
          <ac:spMkLst>
            <pc:docMk/>
            <pc:sldMk cId="457554112" sldId="336"/>
            <ac:spMk id="174" creationId="{E9E67F39-611C-431F-90DD-8929A3F231B0}"/>
          </ac:spMkLst>
        </pc:spChg>
        <pc:spChg chg="add del mod">
          <ac:chgData name="Deep Singh" userId="218171febb998cc3" providerId="LiveId" clId="{A631849A-FE2E-4D2F-A2E6-41A2D3869678}" dt="2020-04-02T17:00:10.932" v="12054" actId="478"/>
          <ac:spMkLst>
            <pc:docMk/>
            <pc:sldMk cId="457554112" sldId="336"/>
            <ac:spMk id="175" creationId="{450E8DB1-516B-4BD3-8144-EFC94AC00A3F}"/>
          </ac:spMkLst>
        </pc:spChg>
        <pc:spChg chg="add del">
          <ac:chgData name="Deep Singh" userId="218171febb998cc3" providerId="LiveId" clId="{A631849A-FE2E-4D2F-A2E6-41A2D3869678}" dt="2020-04-02T17:00:10.932" v="12054" actId="478"/>
          <ac:spMkLst>
            <pc:docMk/>
            <pc:sldMk cId="457554112" sldId="336"/>
            <ac:spMk id="176" creationId="{ABB9BA95-DD35-4EB2-84DC-A55FB34270C2}"/>
          </ac:spMkLst>
        </pc:spChg>
        <pc:spChg chg="add del mod">
          <ac:chgData name="Deep Singh" userId="218171febb998cc3" providerId="LiveId" clId="{A631849A-FE2E-4D2F-A2E6-41A2D3869678}" dt="2020-04-02T17:00:10.932" v="12054" actId="478"/>
          <ac:spMkLst>
            <pc:docMk/>
            <pc:sldMk cId="457554112" sldId="336"/>
            <ac:spMk id="177" creationId="{30291350-F413-46A8-AE39-2FAF3B2A0C2D}"/>
          </ac:spMkLst>
        </pc:spChg>
        <pc:spChg chg="add del">
          <ac:chgData name="Deep Singh" userId="218171febb998cc3" providerId="LiveId" clId="{A631849A-FE2E-4D2F-A2E6-41A2D3869678}" dt="2020-04-02T17:00:10.932" v="12054" actId="478"/>
          <ac:spMkLst>
            <pc:docMk/>
            <pc:sldMk cId="457554112" sldId="336"/>
            <ac:spMk id="178" creationId="{C90CAC8D-0BB3-413B-BEB1-B92B7BE0A7DA}"/>
          </ac:spMkLst>
        </pc:spChg>
        <pc:spChg chg="add del mod">
          <ac:chgData name="Deep Singh" userId="218171febb998cc3" providerId="LiveId" clId="{A631849A-FE2E-4D2F-A2E6-41A2D3869678}" dt="2020-04-02T17:00:10.932" v="12054" actId="478"/>
          <ac:spMkLst>
            <pc:docMk/>
            <pc:sldMk cId="457554112" sldId="336"/>
            <ac:spMk id="179" creationId="{73BE40FB-0A18-4AC7-B9B8-89AF38B40B21}"/>
          </ac:spMkLst>
        </pc:spChg>
        <pc:spChg chg="add del">
          <ac:chgData name="Deep Singh" userId="218171febb998cc3" providerId="LiveId" clId="{A631849A-FE2E-4D2F-A2E6-41A2D3869678}" dt="2020-04-02T17:00:10.932" v="12054" actId="478"/>
          <ac:spMkLst>
            <pc:docMk/>
            <pc:sldMk cId="457554112" sldId="336"/>
            <ac:spMk id="180" creationId="{94D36263-A3AB-4601-A160-EF33A7A6FB22}"/>
          </ac:spMkLst>
        </pc:spChg>
        <pc:spChg chg="add del mod">
          <ac:chgData name="Deep Singh" userId="218171febb998cc3" providerId="LiveId" clId="{A631849A-FE2E-4D2F-A2E6-41A2D3869678}" dt="2020-04-02T17:00:10.932" v="12054" actId="478"/>
          <ac:spMkLst>
            <pc:docMk/>
            <pc:sldMk cId="457554112" sldId="336"/>
            <ac:spMk id="181" creationId="{C4D06CFE-32DE-4D71-9E6A-6D3FA957CC16}"/>
          </ac:spMkLst>
        </pc:spChg>
        <pc:spChg chg="add del">
          <ac:chgData name="Deep Singh" userId="218171febb998cc3" providerId="LiveId" clId="{A631849A-FE2E-4D2F-A2E6-41A2D3869678}" dt="2020-04-02T17:00:10.932" v="12054" actId="478"/>
          <ac:spMkLst>
            <pc:docMk/>
            <pc:sldMk cId="457554112" sldId="336"/>
            <ac:spMk id="182" creationId="{2A699C35-3120-41DC-8E57-80A17025B31D}"/>
          </ac:spMkLst>
        </pc:spChg>
        <pc:spChg chg="add del mod">
          <ac:chgData name="Deep Singh" userId="218171febb998cc3" providerId="LiveId" clId="{A631849A-FE2E-4D2F-A2E6-41A2D3869678}" dt="2020-04-02T17:00:10.932" v="12054" actId="478"/>
          <ac:spMkLst>
            <pc:docMk/>
            <pc:sldMk cId="457554112" sldId="336"/>
            <ac:spMk id="183" creationId="{38122191-57C4-40EC-BF04-02BCEE1A95C5}"/>
          </ac:spMkLst>
        </pc:spChg>
        <pc:spChg chg="add del">
          <ac:chgData name="Deep Singh" userId="218171febb998cc3" providerId="LiveId" clId="{A631849A-FE2E-4D2F-A2E6-41A2D3869678}" dt="2020-04-02T17:00:10.932" v="12054" actId="478"/>
          <ac:spMkLst>
            <pc:docMk/>
            <pc:sldMk cId="457554112" sldId="336"/>
            <ac:spMk id="184" creationId="{7C2D6AD2-0850-4294-928C-9266A310A59A}"/>
          </ac:spMkLst>
        </pc:spChg>
        <pc:spChg chg="add del mod">
          <ac:chgData name="Deep Singh" userId="218171febb998cc3" providerId="LiveId" clId="{A631849A-FE2E-4D2F-A2E6-41A2D3869678}" dt="2020-04-02T17:00:10.932" v="12054" actId="478"/>
          <ac:spMkLst>
            <pc:docMk/>
            <pc:sldMk cId="457554112" sldId="336"/>
            <ac:spMk id="185" creationId="{08E03197-20D8-4941-B681-5B5A5A574772}"/>
          </ac:spMkLst>
        </pc:spChg>
        <pc:spChg chg="add del">
          <ac:chgData name="Deep Singh" userId="218171febb998cc3" providerId="LiveId" clId="{A631849A-FE2E-4D2F-A2E6-41A2D3869678}" dt="2020-04-02T17:00:10.932" v="12054" actId="478"/>
          <ac:spMkLst>
            <pc:docMk/>
            <pc:sldMk cId="457554112" sldId="336"/>
            <ac:spMk id="186" creationId="{281DDBF5-F39E-45D2-8238-69358B609B55}"/>
          </ac:spMkLst>
        </pc:spChg>
        <pc:spChg chg="add del mod">
          <ac:chgData name="Deep Singh" userId="218171febb998cc3" providerId="LiveId" clId="{A631849A-FE2E-4D2F-A2E6-41A2D3869678}" dt="2020-04-02T17:00:10.932" v="12054" actId="478"/>
          <ac:spMkLst>
            <pc:docMk/>
            <pc:sldMk cId="457554112" sldId="336"/>
            <ac:spMk id="187" creationId="{39DB76F0-45E9-4BFF-8A94-0C0C7EB4F399}"/>
          </ac:spMkLst>
        </pc:spChg>
        <pc:spChg chg="add del">
          <ac:chgData name="Deep Singh" userId="218171febb998cc3" providerId="LiveId" clId="{A631849A-FE2E-4D2F-A2E6-41A2D3869678}" dt="2020-04-02T17:00:10.932" v="12054" actId="478"/>
          <ac:spMkLst>
            <pc:docMk/>
            <pc:sldMk cId="457554112" sldId="336"/>
            <ac:spMk id="188" creationId="{2DEBCF59-CDA8-4EDA-9626-5B189A56FAA8}"/>
          </ac:spMkLst>
        </pc:spChg>
        <pc:spChg chg="add del mod">
          <ac:chgData name="Deep Singh" userId="218171febb998cc3" providerId="LiveId" clId="{A631849A-FE2E-4D2F-A2E6-41A2D3869678}" dt="2020-04-02T17:00:10.932" v="12054" actId="478"/>
          <ac:spMkLst>
            <pc:docMk/>
            <pc:sldMk cId="457554112" sldId="336"/>
            <ac:spMk id="189" creationId="{5FDCAA71-C205-421F-94B3-957D99B42EA6}"/>
          </ac:spMkLst>
        </pc:spChg>
        <pc:spChg chg="add del">
          <ac:chgData name="Deep Singh" userId="218171febb998cc3" providerId="LiveId" clId="{A631849A-FE2E-4D2F-A2E6-41A2D3869678}" dt="2020-04-02T17:00:10.932" v="12054" actId="478"/>
          <ac:spMkLst>
            <pc:docMk/>
            <pc:sldMk cId="457554112" sldId="336"/>
            <ac:spMk id="190" creationId="{05F0E78A-D4B3-46B4-AA8F-28867C996FCB}"/>
          </ac:spMkLst>
        </pc:spChg>
        <pc:spChg chg="add del mod">
          <ac:chgData name="Deep Singh" userId="218171febb998cc3" providerId="LiveId" clId="{A631849A-FE2E-4D2F-A2E6-41A2D3869678}" dt="2020-04-02T17:00:10.932" v="12054" actId="478"/>
          <ac:spMkLst>
            <pc:docMk/>
            <pc:sldMk cId="457554112" sldId="336"/>
            <ac:spMk id="191" creationId="{E5665161-E0E1-4C10-9531-807FCC7237D1}"/>
          </ac:spMkLst>
        </pc:spChg>
        <pc:spChg chg="add del">
          <ac:chgData name="Deep Singh" userId="218171febb998cc3" providerId="LiveId" clId="{A631849A-FE2E-4D2F-A2E6-41A2D3869678}" dt="2020-04-02T17:00:10.932" v="12054" actId="478"/>
          <ac:spMkLst>
            <pc:docMk/>
            <pc:sldMk cId="457554112" sldId="336"/>
            <ac:spMk id="192" creationId="{6A57FCAE-6B54-4233-8BA3-770BF892F3B9}"/>
          </ac:spMkLst>
        </pc:spChg>
        <pc:spChg chg="add del mod">
          <ac:chgData name="Deep Singh" userId="218171febb998cc3" providerId="LiveId" clId="{A631849A-FE2E-4D2F-A2E6-41A2D3869678}" dt="2020-04-02T17:00:10.932" v="12054" actId="478"/>
          <ac:spMkLst>
            <pc:docMk/>
            <pc:sldMk cId="457554112" sldId="336"/>
            <ac:spMk id="193" creationId="{34E01B03-B551-4741-994D-1BB33F7BEDE2}"/>
          </ac:spMkLst>
        </pc:spChg>
        <pc:spChg chg="add del">
          <ac:chgData name="Deep Singh" userId="218171febb998cc3" providerId="LiveId" clId="{A631849A-FE2E-4D2F-A2E6-41A2D3869678}" dt="2020-04-02T17:00:10.932" v="12054" actId="478"/>
          <ac:spMkLst>
            <pc:docMk/>
            <pc:sldMk cId="457554112" sldId="336"/>
            <ac:spMk id="194" creationId="{1DBF45BB-B855-4DE8-BB09-9A02F8BBF63A}"/>
          </ac:spMkLst>
        </pc:spChg>
        <pc:spChg chg="add del mod">
          <ac:chgData name="Deep Singh" userId="218171febb998cc3" providerId="LiveId" clId="{A631849A-FE2E-4D2F-A2E6-41A2D3869678}" dt="2020-04-02T17:00:10.932" v="12054" actId="478"/>
          <ac:spMkLst>
            <pc:docMk/>
            <pc:sldMk cId="457554112" sldId="336"/>
            <ac:spMk id="195" creationId="{D0A764C4-9255-4489-8006-979CB94725E4}"/>
          </ac:spMkLst>
        </pc:spChg>
        <pc:spChg chg="add del">
          <ac:chgData name="Deep Singh" userId="218171febb998cc3" providerId="LiveId" clId="{A631849A-FE2E-4D2F-A2E6-41A2D3869678}" dt="2020-04-02T17:00:10.932" v="12054" actId="478"/>
          <ac:spMkLst>
            <pc:docMk/>
            <pc:sldMk cId="457554112" sldId="336"/>
            <ac:spMk id="196" creationId="{29AC3AAE-4E7A-4398-AB12-E5493575728F}"/>
          </ac:spMkLst>
        </pc:spChg>
        <pc:spChg chg="add mod">
          <ac:chgData name="Deep Singh" userId="218171febb998cc3" providerId="LiveId" clId="{A631849A-FE2E-4D2F-A2E6-41A2D3869678}" dt="2020-04-02T17:49:09.333" v="13306" actId="113"/>
          <ac:spMkLst>
            <pc:docMk/>
            <pc:sldMk cId="457554112" sldId="336"/>
            <ac:spMk id="197" creationId="{D337DD25-BDE5-437F-ABE6-8D3E8A0B4997}"/>
          </ac:spMkLst>
        </pc:spChg>
        <pc:spChg chg="add del mod">
          <ac:chgData name="Deep Singh" userId="218171febb998cc3" providerId="LiveId" clId="{A631849A-FE2E-4D2F-A2E6-41A2D3869678}" dt="2020-04-02T17:06:07.083" v="12230" actId="478"/>
          <ac:spMkLst>
            <pc:docMk/>
            <pc:sldMk cId="457554112" sldId="336"/>
            <ac:spMk id="198" creationId="{7A1256C0-BC3B-4F15-9BCD-E2CE5C5DE7C2}"/>
          </ac:spMkLst>
        </pc:spChg>
        <pc:spChg chg="add del mod">
          <ac:chgData name="Deep Singh" userId="218171febb998cc3" providerId="LiveId" clId="{A631849A-FE2E-4D2F-A2E6-41A2D3869678}" dt="2020-04-02T17:06:07.083" v="12230" actId="478"/>
          <ac:spMkLst>
            <pc:docMk/>
            <pc:sldMk cId="457554112" sldId="336"/>
            <ac:spMk id="199" creationId="{665E7B3F-2462-4F92-B9A9-D02CAEC14426}"/>
          </ac:spMkLst>
        </pc:spChg>
        <pc:spChg chg="add del mod">
          <ac:chgData name="Deep Singh" userId="218171febb998cc3" providerId="LiveId" clId="{A631849A-FE2E-4D2F-A2E6-41A2D3869678}" dt="2020-04-02T17:06:21.940" v="12234" actId="478"/>
          <ac:spMkLst>
            <pc:docMk/>
            <pc:sldMk cId="457554112" sldId="336"/>
            <ac:spMk id="200" creationId="{59ED38D3-AFE0-4070-B6D0-65A9C73FE22B}"/>
          </ac:spMkLst>
        </pc:spChg>
        <pc:spChg chg="add del mod">
          <ac:chgData name="Deep Singh" userId="218171febb998cc3" providerId="LiveId" clId="{A631849A-FE2E-4D2F-A2E6-41A2D3869678}" dt="2020-04-02T17:06:25.511" v="12236" actId="478"/>
          <ac:spMkLst>
            <pc:docMk/>
            <pc:sldMk cId="457554112" sldId="336"/>
            <ac:spMk id="201" creationId="{E99502ED-EF08-49F6-998B-F7BA9FA2655D}"/>
          </ac:spMkLst>
        </pc:spChg>
        <pc:spChg chg="add del">
          <ac:chgData name="Deep Singh" userId="218171febb998cc3" providerId="LiveId" clId="{A631849A-FE2E-4D2F-A2E6-41A2D3869678}" dt="2020-04-02T17:42:08.764" v="13008" actId="478"/>
          <ac:spMkLst>
            <pc:docMk/>
            <pc:sldMk cId="457554112" sldId="336"/>
            <ac:spMk id="202" creationId="{2F636436-F785-4C5E-AEAB-0C180F477560}"/>
          </ac:spMkLst>
        </pc:spChg>
        <pc:spChg chg="add del">
          <ac:chgData name="Deep Singh" userId="218171febb998cc3" providerId="LiveId" clId="{A631849A-FE2E-4D2F-A2E6-41A2D3869678}" dt="2020-04-02T17:42:13.186" v="13009" actId="478"/>
          <ac:spMkLst>
            <pc:docMk/>
            <pc:sldMk cId="457554112" sldId="336"/>
            <ac:spMk id="203" creationId="{906AED05-E502-4F19-B3C5-6CDBB61E002F}"/>
          </ac:spMkLst>
        </pc:spChg>
        <pc:spChg chg="add mod">
          <ac:chgData name="Deep Singh" userId="218171febb998cc3" providerId="LiveId" clId="{A631849A-FE2E-4D2F-A2E6-41A2D3869678}" dt="2020-04-02T17:40:41.500" v="12961" actId="20577"/>
          <ac:spMkLst>
            <pc:docMk/>
            <pc:sldMk cId="457554112" sldId="336"/>
            <ac:spMk id="204" creationId="{D44E9BAF-93AA-43F6-8327-A6E359C056C0}"/>
          </ac:spMkLst>
        </pc:spChg>
        <pc:spChg chg="add">
          <ac:chgData name="Deep Singh" userId="218171febb998cc3" providerId="LiveId" clId="{A631849A-FE2E-4D2F-A2E6-41A2D3869678}" dt="2020-04-02T16:30:12.982" v="11242"/>
          <ac:spMkLst>
            <pc:docMk/>
            <pc:sldMk cId="457554112" sldId="336"/>
            <ac:spMk id="205" creationId="{6F1DE95F-2683-4845-A917-322245A0259D}"/>
          </ac:spMkLst>
        </pc:spChg>
        <pc:spChg chg="add mod">
          <ac:chgData name="Deep Singh" userId="218171febb998cc3" providerId="LiveId" clId="{A631849A-FE2E-4D2F-A2E6-41A2D3869678}" dt="2020-04-02T17:11:50.664" v="12386" actId="1076"/>
          <ac:spMkLst>
            <pc:docMk/>
            <pc:sldMk cId="457554112" sldId="336"/>
            <ac:spMk id="208" creationId="{0C7F2781-5A79-4831-9AB6-11EF28700E0D}"/>
          </ac:spMkLst>
        </pc:spChg>
        <pc:spChg chg="add mod">
          <ac:chgData name="Deep Singh" userId="218171febb998cc3" providerId="LiveId" clId="{A631849A-FE2E-4D2F-A2E6-41A2D3869678}" dt="2020-04-02T17:45:56.053" v="13167" actId="14100"/>
          <ac:spMkLst>
            <pc:docMk/>
            <pc:sldMk cId="457554112" sldId="336"/>
            <ac:spMk id="209" creationId="{DA88DF55-2F1A-45AA-992C-A27FDC1A6FE1}"/>
          </ac:spMkLst>
        </pc:spChg>
        <pc:spChg chg="add mod">
          <ac:chgData name="Deep Singh" userId="218171febb998cc3" providerId="LiveId" clId="{A631849A-FE2E-4D2F-A2E6-41A2D3869678}" dt="2020-04-02T17:45:49.286" v="13166" actId="14100"/>
          <ac:spMkLst>
            <pc:docMk/>
            <pc:sldMk cId="457554112" sldId="336"/>
            <ac:spMk id="210" creationId="{2D50AD2D-0413-4804-BB8F-73370705F7C8}"/>
          </ac:spMkLst>
        </pc:spChg>
        <pc:spChg chg="add mod">
          <ac:chgData name="Deep Singh" userId="218171febb998cc3" providerId="LiveId" clId="{A631849A-FE2E-4D2F-A2E6-41A2D3869678}" dt="2020-04-02T17:45:32.954" v="13162" actId="14100"/>
          <ac:spMkLst>
            <pc:docMk/>
            <pc:sldMk cId="457554112" sldId="336"/>
            <ac:spMk id="211" creationId="{E575CF16-EADF-429A-81BF-A8FF59E3D2F0}"/>
          </ac:spMkLst>
        </pc:spChg>
        <pc:spChg chg="add mod">
          <ac:chgData name="Deep Singh" userId="218171febb998cc3" providerId="LiveId" clId="{A631849A-FE2E-4D2F-A2E6-41A2D3869678}" dt="2020-04-02T17:47:19.830" v="13223" actId="1037"/>
          <ac:spMkLst>
            <pc:docMk/>
            <pc:sldMk cId="457554112" sldId="336"/>
            <ac:spMk id="212" creationId="{E568E3B0-0C7D-4AD1-8226-DCD3369A7887}"/>
          </ac:spMkLst>
        </pc:spChg>
        <pc:spChg chg="add mod">
          <ac:chgData name="Deep Singh" userId="218171febb998cc3" providerId="LiveId" clId="{A631849A-FE2E-4D2F-A2E6-41A2D3869678}" dt="2020-04-02T17:47:34.116" v="13246" actId="1035"/>
          <ac:spMkLst>
            <pc:docMk/>
            <pc:sldMk cId="457554112" sldId="336"/>
            <ac:spMk id="213" creationId="{91FD6CC1-5C6E-4C6F-9787-C954F65241DA}"/>
          </ac:spMkLst>
        </pc:spChg>
        <pc:spChg chg="add del mod">
          <ac:chgData name="Deep Singh" userId="218171febb998cc3" providerId="LiveId" clId="{A631849A-FE2E-4D2F-A2E6-41A2D3869678}" dt="2020-04-02T17:33:47.822" v="12886" actId="478"/>
          <ac:spMkLst>
            <pc:docMk/>
            <pc:sldMk cId="457554112" sldId="336"/>
            <ac:spMk id="214" creationId="{B6EF0877-C391-4160-9EAF-9334E7DE4188}"/>
          </ac:spMkLst>
        </pc:spChg>
        <pc:spChg chg="add del mod">
          <ac:chgData name="Deep Singh" userId="218171febb998cc3" providerId="LiveId" clId="{A631849A-FE2E-4D2F-A2E6-41A2D3869678}" dt="2020-04-02T17:02:39.968" v="12124" actId="478"/>
          <ac:spMkLst>
            <pc:docMk/>
            <pc:sldMk cId="457554112" sldId="336"/>
            <ac:spMk id="215" creationId="{15C26E99-57F7-42E7-BA35-24776764F7ED}"/>
          </ac:spMkLst>
        </pc:spChg>
        <pc:spChg chg="add del mod">
          <ac:chgData name="Deep Singh" userId="218171febb998cc3" providerId="LiveId" clId="{A631849A-FE2E-4D2F-A2E6-41A2D3869678}" dt="2020-04-02T17:16:46.716" v="12480" actId="478"/>
          <ac:spMkLst>
            <pc:docMk/>
            <pc:sldMk cId="457554112" sldId="336"/>
            <ac:spMk id="216" creationId="{E53AD709-D728-468E-99F9-E77B0FEFE3F5}"/>
          </ac:spMkLst>
        </pc:spChg>
        <pc:spChg chg="add del mod">
          <ac:chgData name="Deep Singh" userId="218171febb998cc3" providerId="LiveId" clId="{A631849A-FE2E-4D2F-A2E6-41A2D3869678}" dt="2020-04-02T17:16:42.391" v="12479" actId="478"/>
          <ac:spMkLst>
            <pc:docMk/>
            <pc:sldMk cId="457554112" sldId="336"/>
            <ac:spMk id="217" creationId="{C4333819-3A6E-487C-919F-13EB03EE47D8}"/>
          </ac:spMkLst>
        </pc:spChg>
        <pc:spChg chg="add mod">
          <ac:chgData name="Deep Singh" userId="218171febb998cc3" providerId="LiveId" clId="{A631849A-FE2E-4D2F-A2E6-41A2D3869678}" dt="2020-04-02T17:35:12.013" v="12932" actId="20577"/>
          <ac:spMkLst>
            <pc:docMk/>
            <pc:sldMk cId="457554112" sldId="336"/>
            <ac:spMk id="218" creationId="{354C72FD-C67E-4CBB-B499-9436A5E370C5}"/>
          </ac:spMkLst>
        </pc:spChg>
        <pc:spChg chg="add del mod">
          <ac:chgData name="Deep Singh" userId="218171febb998cc3" providerId="LiveId" clId="{A631849A-FE2E-4D2F-A2E6-41A2D3869678}" dt="2020-04-02T17:37:25.318" v="12943" actId="478"/>
          <ac:spMkLst>
            <pc:docMk/>
            <pc:sldMk cId="457554112" sldId="336"/>
            <ac:spMk id="219" creationId="{6EBD66CE-251D-4DB6-A820-03B98AF66678}"/>
          </ac:spMkLst>
        </pc:spChg>
        <pc:spChg chg="add mod">
          <ac:chgData name="Deep Singh" userId="218171febb998cc3" providerId="LiveId" clId="{A631849A-FE2E-4D2F-A2E6-41A2D3869678}" dt="2020-04-02T17:32:00.430" v="12803" actId="1037"/>
          <ac:spMkLst>
            <pc:docMk/>
            <pc:sldMk cId="457554112" sldId="336"/>
            <ac:spMk id="220" creationId="{B111A626-6440-458B-A50D-B80977F119DF}"/>
          </ac:spMkLst>
        </pc:spChg>
        <pc:spChg chg="add del mod">
          <ac:chgData name="Deep Singh" userId="218171febb998cc3" providerId="LiveId" clId="{A631849A-FE2E-4D2F-A2E6-41A2D3869678}" dt="2020-04-02T17:16:51.630" v="12481" actId="478"/>
          <ac:spMkLst>
            <pc:docMk/>
            <pc:sldMk cId="457554112" sldId="336"/>
            <ac:spMk id="221" creationId="{FA1BD5C5-ADF2-4CC5-BBDC-049994779406}"/>
          </ac:spMkLst>
        </pc:spChg>
        <pc:spChg chg="add del mod">
          <ac:chgData name="Deep Singh" userId="218171febb998cc3" providerId="LiveId" clId="{A631849A-FE2E-4D2F-A2E6-41A2D3869678}" dt="2020-04-02T17:22:23.279" v="12585" actId="478"/>
          <ac:spMkLst>
            <pc:docMk/>
            <pc:sldMk cId="457554112" sldId="336"/>
            <ac:spMk id="222" creationId="{94E5DBCF-EC54-442D-B824-4AC39A03D6D8}"/>
          </ac:spMkLst>
        </pc:spChg>
        <pc:spChg chg="add del mod">
          <ac:chgData name="Deep Singh" userId="218171febb998cc3" providerId="LiveId" clId="{A631849A-FE2E-4D2F-A2E6-41A2D3869678}" dt="2020-04-02T17:17:06.931" v="12482" actId="478"/>
          <ac:spMkLst>
            <pc:docMk/>
            <pc:sldMk cId="457554112" sldId="336"/>
            <ac:spMk id="223" creationId="{57357523-DCFF-4F98-A795-13F56D46BC6B}"/>
          </ac:spMkLst>
        </pc:spChg>
        <pc:spChg chg="add del mod">
          <ac:chgData name="Deep Singh" userId="218171febb998cc3" providerId="LiveId" clId="{A631849A-FE2E-4D2F-A2E6-41A2D3869678}" dt="2020-04-02T17:17:12.345" v="12483" actId="478"/>
          <ac:spMkLst>
            <pc:docMk/>
            <pc:sldMk cId="457554112" sldId="336"/>
            <ac:spMk id="224" creationId="{5ECB7E30-2D3C-4958-BB85-87F672F6E03D}"/>
          </ac:spMkLst>
        </pc:spChg>
        <pc:spChg chg="add mod">
          <ac:chgData name="Deep Singh" userId="218171febb998cc3" providerId="LiveId" clId="{A631849A-FE2E-4D2F-A2E6-41A2D3869678}" dt="2020-04-02T17:31:16.946" v="12762" actId="1037"/>
          <ac:spMkLst>
            <pc:docMk/>
            <pc:sldMk cId="457554112" sldId="336"/>
            <ac:spMk id="225" creationId="{F04DFC94-2D3E-43F1-92FF-F906A22C93CE}"/>
          </ac:spMkLst>
        </pc:spChg>
        <pc:spChg chg="add mod">
          <ac:chgData name="Deep Singh" userId="218171febb998cc3" providerId="LiveId" clId="{A631849A-FE2E-4D2F-A2E6-41A2D3869678}" dt="2020-04-02T17:31:10.149" v="12753" actId="1038"/>
          <ac:spMkLst>
            <pc:docMk/>
            <pc:sldMk cId="457554112" sldId="336"/>
            <ac:spMk id="226" creationId="{96F12989-FED8-4EAD-83A6-D0161606AF23}"/>
          </ac:spMkLst>
        </pc:spChg>
        <pc:spChg chg="add mod">
          <ac:chgData name="Deep Singh" userId="218171febb998cc3" providerId="LiveId" clId="{A631849A-FE2E-4D2F-A2E6-41A2D3869678}" dt="2020-04-02T17:30:55.473" v="12740" actId="1037"/>
          <ac:spMkLst>
            <pc:docMk/>
            <pc:sldMk cId="457554112" sldId="336"/>
            <ac:spMk id="227" creationId="{F9FAC4C5-8FA0-42DA-A100-E254C301CEF4}"/>
          </ac:spMkLst>
        </pc:spChg>
        <pc:spChg chg="add del">
          <ac:chgData name="Deep Singh" userId="218171febb998cc3" providerId="LiveId" clId="{A631849A-FE2E-4D2F-A2E6-41A2D3869678}" dt="2020-04-02T17:02:07.552" v="12120"/>
          <ac:spMkLst>
            <pc:docMk/>
            <pc:sldMk cId="457554112" sldId="336"/>
            <ac:spMk id="228" creationId="{26B8C667-3B64-4095-B042-429145C1EE95}"/>
          </ac:spMkLst>
        </pc:spChg>
        <pc:spChg chg="add del">
          <ac:chgData name="Deep Singh" userId="218171febb998cc3" providerId="LiveId" clId="{A631849A-FE2E-4D2F-A2E6-41A2D3869678}" dt="2020-04-02T17:06:11.674" v="12232"/>
          <ac:spMkLst>
            <pc:docMk/>
            <pc:sldMk cId="457554112" sldId="336"/>
            <ac:spMk id="229" creationId="{F9E69954-7772-4E8D-9281-A6EC047C6685}"/>
          </ac:spMkLst>
        </pc:spChg>
        <pc:spChg chg="add del">
          <ac:chgData name="Deep Singh" userId="218171febb998cc3" providerId="LiveId" clId="{A631849A-FE2E-4D2F-A2E6-41A2D3869678}" dt="2020-04-02T17:06:11.674" v="12232"/>
          <ac:spMkLst>
            <pc:docMk/>
            <pc:sldMk cId="457554112" sldId="336"/>
            <ac:spMk id="230" creationId="{E2122A3D-FE6C-49F9-822C-FC34107E887B}"/>
          </ac:spMkLst>
        </pc:spChg>
        <pc:spChg chg="add">
          <ac:chgData name="Deep Singh" userId="218171febb998cc3" providerId="LiveId" clId="{A631849A-FE2E-4D2F-A2E6-41A2D3869678}" dt="2020-04-02T17:06:11.688" v="12233"/>
          <ac:spMkLst>
            <pc:docMk/>
            <pc:sldMk cId="457554112" sldId="336"/>
            <ac:spMk id="231" creationId="{E79FAFB7-7FE0-4BE1-97B1-1BBD6CABECB4}"/>
          </ac:spMkLst>
        </pc:spChg>
        <pc:spChg chg="add">
          <ac:chgData name="Deep Singh" userId="218171febb998cc3" providerId="LiveId" clId="{A631849A-FE2E-4D2F-A2E6-41A2D3869678}" dt="2020-04-02T17:06:11.688" v="12233"/>
          <ac:spMkLst>
            <pc:docMk/>
            <pc:sldMk cId="457554112" sldId="336"/>
            <ac:spMk id="232" creationId="{0A5C8B25-4006-44DD-983B-95B0293E1DA5}"/>
          </ac:spMkLst>
        </pc:spChg>
        <pc:spChg chg="add del">
          <ac:chgData name="Deep Singh" userId="218171febb998cc3" providerId="LiveId" clId="{A631849A-FE2E-4D2F-A2E6-41A2D3869678}" dt="2020-04-02T17:06:28.565" v="12238"/>
          <ac:spMkLst>
            <pc:docMk/>
            <pc:sldMk cId="457554112" sldId="336"/>
            <ac:spMk id="233" creationId="{68FB097E-B6D0-47FD-823E-CEAA22E0A38A}"/>
          </ac:spMkLst>
        </pc:spChg>
        <pc:spChg chg="add del">
          <ac:chgData name="Deep Singh" userId="218171febb998cc3" providerId="LiveId" clId="{A631849A-FE2E-4D2F-A2E6-41A2D3869678}" dt="2020-04-02T17:06:28.565" v="12238"/>
          <ac:spMkLst>
            <pc:docMk/>
            <pc:sldMk cId="457554112" sldId="336"/>
            <ac:spMk id="234" creationId="{47736490-5322-4786-B901-EB06EBCC7A02}"/>
          </ac:spMkLst>
        </pc:spChg>
        <pc:spChg chg="add del">
          <ac:chgData name="Deep Singh" userId="218171febb998cc3" providerId="LiveId" clId="{A631849A-FE2E-4D2F-A2E6-41A2D3869678}" dt="2020-04-02T17:06:42.517" v="12240"/>
          <ac:spMkLst>
            <pc:docMk/>
            <pc:sldMk cId="457554112" sldId="336"/>
            <ac:spMk id="235" creationId="{09AD11CB-7E96-4DEE-A66C-9EEB798F4EF3}"/>
          </ac:spMkLst>
        </pc:spChg>
        <pc:spChg chg="add del">
          <ac:chgData name="Deep Singh" userId="218171febb998cc3" providerId="LiveId" clId="{A631849A-FE2E-4D2F-A2E6-41A2D3869678}" dt="2020-04-02T17:06:42.517" v="12240"/>
          <ac:spMkLst>
            <pc:docMk/>
            <pc:sldMk cId="457554112" sldId="336"/>
            <ac:spMk id="236" creationId="{C7A47837-2503-48C3-BF1A-3D8A1CA09318}"/>
          </ac:spMkLst>
        </pc:spChg>
        <pc:spChg chg="add mod">
          <ac:chgData name="Deep Singh" userId="218171febb998cc3" providerId="LiveId" clId="{A631849A-FE2E-4D2F-A2E6-41A2D3869678}" dt="2020-04-02T17:42:28.380" v="13083" actId="1037"/>
          <ac:spMkLst>
            <pc:docMk/>
            <pc:sldMk cId="457554112" sldId="336"/>
            <ac:spMk id="237" creationId="{5A2AF31E-BEEC-40F4-A5F4-A352BC814D07}"/>
          </ac:spMkLst>
        </pc:spChg>
        <pc:spChg chg="add mod">
          <ac:chgData name="Deep Singh" userId="218171febb998cc3" providerId="LiveId" clId="{A631849A-FE2E-4D2F-A2E6-41A2D3869678}" dt="2020-04-02T17:42:28.380" v="13083" actId="1037"/>
          <ac:spMkLst>
            <pc:docMk/>
            <pc:sldMk cId="457554112" sldId="336"/>
            <ac:spMk id="238" creationId="{A4534A46-0DA5-463E-B5EB-5F3505EC6C93}"/>
          </ac:spMkLst>
        </pc:spChg>
        <pc:spChg chg="add mod">
          <ac:chgData name="Deep Singh" userId="218171febb998cc3" providerId="LiveId" clId="{A631849A-FE2E-4D2F-A2E6-41A2D3869678}" dt="2020-04-02T17:14:20.842" v="12439" actId="571"/>
          <ac:spMkLst>
            <pc:docMk/>
            <pc:sldMk cId="457554112" sldId="336"/>
            <ac:spMk id="242" creationId="{CA45C33C-32B0-4FAF-8B9E-360C994A4BCF}"/>
          </ac:spMkLst>
        </pc:spChg>
        <pc:spChg chg="add mod">
          <ac:chgData name="Deep Singh" userId="218171febb998cc3" providerId="LiveId" clId="{A631849A-FE2E-4D2F-A2E6-41A2D3869678}" dt="2020-04-02T17:14:20.842" v="12439" actId="571"/>
          <ac:spMkLst>
            <pc:docMk/>
            <pc:sldMk cId="457554112" sldId="336"/>
            <ac:spMk id="243" creationId="{3E51CA4B-3B0E-432C-B23C-DD0B97BE6663}"/>
          </ac:spMkLst>
        </pc:spChg>
        <pc:spChg chg="add mod">
          <ac:chgData name="Deep Singh" userId="218171febb998cc3" providerId="LiveId" clId="{A631849A-FE2E-4D2F-A2E6-41A2D3869678}" dt="2020-04-02T17:14:20.842" v="12439" actId="571"/>
          <ac:spMkLst>
            <pc:docMk/>
            <pc:sldMk cId="457554112" sldId="336"/>
            <ac:spMk id="244" creationId="{146BA592-2791-43AA-B40D-F3A34B505E4D}"/>
          </ac:spMkLst>
        </pc:spChg>
        <pc:spChg chg="add mod">
          <ac:chgData name="Deep Singh" userId="218171febb998cc3" providerId="LiveId" clId="{A631849A-FE2E-4D2F-A2E6-41A2D3869678}" dt="2020-04-02T17:19:25.181" v="12508" actId="571"/>
          <ac:spMkLst>
            <pc:docMk/>
            <pc:sldMk cId="457554112" sldId="336"/>
            <ac:spMk id="245" creationId="{368A381D-599E-418C-A2B5-F2B466CAEAF4}"/>
          </ac:spMkLst>
        </pc:spChg>
        <pc:spChg chg="add mod">
          <ac:chgData name="Deep Singh" userId="218171febb998cc3" providerId="LiveId" clId="{A631849A-FE2E-4D2F-A2E6-41A2D3869678}" dt="2020-04-02T17:19:25.181" v="12508" actId="571"/>
          <ac:spMkLst>
            <pc:docMk/>
            <pc:sldMk cId="457554112" sldId="336"/>
            <ac:spMk id="246" creationId="{4BCF9F18-E043-4728-8219-E976C1D191BF}"/>
          </ac:spMkLst>
        </pc:spChg>
        <pc:spChg chg="add mod">
          <ac:chgData name="Deep Singh" userId="218171febb998cc3" providerId="LiveId" clId="{A631849A-FE2E-4D2F-A2E6-41A2D3869678}" dt="2020-04-02T17:19:25.181" v="12508" actId="571"/>
          <ac:spMkLst>
            <pc:docMk/>
            <pc:sldMk cId="457554112" sldId="336"/>
            <ac:spMk id="247" creationId="{A4AAEC1A-5A7D-4D91-8C9F-9C96BD0B4948}"/>
          </ac:spMkLst>
        </pc:spChg>
        <pc:spChg chg="add mod">
          <ac:chgData name="Deep Singh" userId="218171febb998cc3" providerId="LiveId" clId="{A631849A-FE2E-4D2F-A2E6-41A2D3869678}" dt="2020-04-02T17:30:22.294" v="12731" actId="14100"/>
          <ac:spMkLst>
            <pc:docMk/>
            <pc:sldMk cId="457554112" sldId="336"/>
            <ac:spMk id="249" creationId="{983220E9-111B-457D-A1CB-3DAF76DB4958}"/>
          </ac:spMkLst>
        </pc:spChg>
        <pc:spChg chg="add mod">
          <ac:chgData name="Deep Singh" userId="218171febb998cc3" providerId="LiveId" clId="{A631849A-FE2E-4D2F-A2E6-41A2D3869678}" dt="2020-04-02T17:36:05.197" v="12937" actId="20577"/>
          <ac:spMkLst>
            <pc:docMk/>
            <pc:sldMk cId="457554112" sldId="336"/>
            <ac:spMk id="255" creationId="{951F4A06-E743-4A9D-839F-43756558AC6A}"/>
          </ac:spMkLst>
        </pc:spChg>
        <pc:spChg chg="add mod">
          <ac:chgData name="Deep Singh" userId="218171febb998cc3" providerId="LiveId" clId="{A631849A-FE2E-4D2F-A2E6-41A2D3869678}" dt="2020-04-02T17:49:38.842" v="13320" actId="20577"/>
          <ac:spMkLst>
            <pc:docMk/>
            <pc:sldMk cId="457554112" sldId="336"/>
            <ac:spMk id="264" creationId="{E9900692-AC0B-4CBD-94B4-40F44FE61F79}"/>
          </ac:spMkLst>
        </pc:spChg>
        <pc:picChg chg="add del">
          <ac:chgData name="Deep Singh" userId="218171febb998cc3" providerId="LiveId" clId="{A631849A-FE2E-4D2F-A2E6-41A2D3869678}" dt="2020-04-02T16:30:12.907" v="11241"/>
          <ac:picMkLst>
            <pc:docMk/>
            <pc:sldMk cId="457554112" sldId="336"/>
            <ac:picMk id="50" creationId="{D0798C46-0E97-4568-B991-D54EC98EF4C0}"/>
          </ac:picMkLst>
        </pc:picChg>
        <pc:picChg chg="add del">
          <ac:chgData name="Deep Singh" userId="218171febb998cc3" providerId="LiveId" clId="{A631849A-FE2E-4D2F-A2E6-41A2D3869678}" dt="2020-04-02T16:30:12.907" v="11241"/>
          <ac:picMkLst>
            <pc:docMk/>
            <pc:sldMk cId="457554112" sldId="336"/>
            <ac:picMk id="58" creationId="{827EDC4F-E50B-4D2B-AFFC-7488AABB862D}"/>
          </ac:picMkLst>
        </pc:picChg>
        <pc:picChg chg="add del">
          <ac:chgData name="Deep Singh" userId="218171febb998cc3" providerId="LiveId" clId="{A631849A-FE2E-4D2F-A2E6-41A2D3869678}" dt="2020-04-02T16:30:12.907" v="11241"/>
          <ac:picMkLst>
            <pc:docMk/>
            <pc:sldMk cId="457554112" sldId="336"/>
            <ac:picMk id="59" creationId="{D0B5C6A3-621F-4C54-AC8A-FE3CDE73094E}"/>
          </ac:picMkLst>
        </pc:picChg>
        <pc:picChg chg="add del">
          <ac:chgData name="Deep Singh" userId="218171febb998cc3" providerId="LiveId" clId="{A631849A-FE2E-4D2F-A2E6-41A2D3869678}" dt="2020-04-02T16:30:12.907" v="11241"/>
          <ac:picMkLst>
            <pc:docMk/>
            <pc:sldMk cId="457554112" sldId="336"/>
            <ac:picMk id="60" creationId="{1B292D5C-7A00-4722-9092-09F167F885A5}"/>
          </ac:picMkLst>
        </pc:picChg>
        <pc:picChg chg="add del">
          <ac:chgData name="Deep Singh" userId="218171febb998cc3" providerId="LiveId" clId="{A631849A-FE2E-4D2F-A2E6-41A2D3869678}" dt="2020-04-02T16:30:12.907" v="11241"/>
          <ac:picMkLst>
            <pc:docMk/>
            <pc:sldMk cId="457554112" sldId="336"/>
            <ac:picMk id="61" creationId="{584E3DC8-C4A1-4935-8C03-7664AAE7E147}"/>
          </ac:picMkLst>
        </pc:picChg>
        <pc:picChg chg="add del">
          <ac:chgData name="Deep Singh" userId="218171febb998cc3" providerId="LiveId" clId="{A631849A-FE2E-4D2F-A2E6-41A2D3869678}" dt="2020-04-02T16:30:12.907" v="11241"/>
          <ac:picMkLst>
            <pc:docMk/>
            <pc:sldMk cId="457554112" sldId="336"/>
            <ac:picMk id="62" creationId="{24B736AA-00C0-47D0-8EDB-616376CD1A82}"/>
          </ac:picMkLst>
        </pc:picChg>
        <pc:picChg chg="add del">
          <ac:chgData name="Deep Singh" userId="218171febb998cc3" providerId="LiveId" clId="{A631849A-FE2E-4D2F-A2E6-41A2D3869678}" dt="2020-04-02T16:30:12.907" v="11241"/>
          <ac:picMkLst>
            <pc:docMk/>
            <pc:sldMk cId="457554112" sldId="336"/>
            <ac:picMk id="63" creationId="{AA820A71-174D-4311-8CB0-4C252B3367B6}"/>
          </ac:picMkLst>
        </pc:picChg>
        <pc:picChg chg="add del">
          <ac:chgData name="Deep Singh" userId="218171febb998cc3" providerId="LiveId" clId="{A631849A-FE2E-4D2F-A2E6-41A2D3869678}" dt="2020-04-02T16:30:12.907" v="11241"/>
          <ac:picMkLst>
            <pc:docMk/>
            <pc:sldMk cId="457554112" sldId="336"/>
            <ac:picMk id="64" creationId="{0EE658F4-DB21-4816-B8B9-383DE6598F4E}"/>
          </ac:picMkLst>
        </pc:picChg>
        <pc:picChg chg="add del">
          <ac:chgData name="Deep Singh" userId="218171febb998cc3" providerId="LiveId" clId="{A631849A-FE2E-4D2F-A2E6-41A2D3869678}" dt="2020-04-02T16:30:12.907" v="11241"/>
          <ac:picMkLst>
            <pc:docMk/>
            <pc:sldMk cId="457554112" sldId="336"/>
            <ac:picMk id="65" creationId="{1D982FD0-AE97-4A20-A321-CEF507EE72DE}"/>
          </ac:picMkLst>
        </pc:picChg>
        <pc:picChg chg="add del">
          <ac:chgData name="Deep Singh" userId="218171febb998cc3" providerId="LiveId" clId="{A631849A-FE2E-4D2F-A2E6-41A2D3869678}" dt="2020-04-02T16:30:12.907" v="11241"/>
          <ac:picMkLst>
            <pc:docMk/>
            <pc:sldMk cId="457554112" sldId="336"/>
            <ac:picMk id="66" creationId="{EECA4B3B-C470-4695-9B4F-10E498D8D1BD}"/>
          </ac:picMkLst>
        </pc:picChg>
        <pc:picChg chg="add del">
          <ac:chgData name="Deep Singh" userId="218171febb998cc3" providerId="LiveId" clId="{A631849A-FE2E-4D2F-A2E6-41A2D3869678}" dt="2020-04-02T16:30:12.907" v="11241"/>
          <ac:picMkLst>
            <pc:docMk/>
            <pc:sldMk cId="457554112" sldId="336"/>
            <ac:picMk id="67" creationId="{FA2AFB80-253E-4C8C-A05C-E6ECC7CD62CE}"/>
          </ac:picMkLst>
        </pc:picChg>
        <pc:picChg chg="add del">
          <ac:chgData name="Deep Singh" userId="218171febb998cc3" providerId="LiveId" clId="{A631849A-FE2E-4D2F-A2E6-41A2D3869678}" dt="2020-04-02T16:30:12.907" v="11241"/>
          <ac:picMkLst>
            <pc:docMk/>
            <pc:sldMk cId="457554112" sldId="336"/>
            <ac:picMk id="68" creationId="{BACC5B2A-D31C-4CD4-8D42-0F7FC706ECF0}"/>
          </ac:picMkLst>
        </pc:picChg>
        <pc:picChg chg="add del">
          <ac:chgData name="Deep Singh" userId="218171febb998cc3" providerId="LiveId" clId="{A631849A-FE2E-4D2F-A2E6-41A2D3869678}" dt="2020-04-02T16:30:12.907" v="11241"/>
          <ac:picMkLst>
            <pc:docMk/>
            <pc:sldMk cId="457554112" sldId="336"/>
            <ac:picMk id="69" creationId="{AFC4B99A-D17B-4A46-9AE5-999022C5FDA0}"/>
          </ac:picMkLst>
        </pc:picChg>
        <pc:picChg chg="add del">
          <ac:chgData name="Deep Singh" userId="218171febb998cc3" providerId="LiveId" clId="{A631849A-FE2E-4D2F-A2E6-41A2D3869678}" dt="2020-04-02T16:30:12.907" v="11241"/>
          <ac:picMkLst>
            <pc:docMk/>
            <pc:sldMk cId="457554112" sldId="336"/>
            <ac:picMk id="70" creationId="{D739740D-762E-4923-BA0E-408E2796841E}"/>
          </ac:picMkLst>
        </pc:picChg>
        <pc:picChg chg="add del">
          <ac:chgData name="Deep Singh" userId="218171febb998cc3" providerId="LiveId" clId="{A631849A-FE2E-4D2F-A2E6-41A2D3869678}" dt="2020-04-02T16:30:12.907" v="11241"/>
          <ac:picMkLst>
            <pc:docMk/>
            <pc:sldMk cId="457554112" sldId="336"/>
            <ac:picMk id="78" creationId="{6BDE0426-E690-4105-826E-D45BB600E697}"/>
          </ac:picMkLst>
        </pc:picChg>
        <pc:picChg chg="add del">
          <ac:chgData name="Deep Singh" userId="218171febb998cc3" providerId="LiveId" clId="{A631849A-FE2E-4D2F-A2E6-41A2D3869678}" dt="2020-04-02T16:30:12.907" v="11241"/>
          <ac:picMkLst>
            <pc:docMk/>
            <pc:sldMk cId="457554112" sldId="336"/>
            <ac:picMk id="80" creationId="{41AADB75-F10F-43F0-BE11-BF34BFA0744A}"/>
          </ac:picMkLst>
        </pc:picChg>
        <pc:picChg chg="add">
          <ac:chgData name="Deep Singh" userId="218171febb998cc3" providerId="LiveId" clId="{A631849A-FE2E-4D2F-A2E6-41A2D3869678}" dt="2020-04-02T16:30:12.982" v="11242"/>
          <ac:picMkLst>
            <pc:docMk/>
            <pc:sldMk cId="457554112" sldId="336"/>
            <ac:picMk id="128" creationId="{C08C6CC2-9970-4AC6-9838-291817A75813}"/>
          </ac:picMkLst>
        </pc:picChg>
        <pc:picChg chg="add del">
          <ac:chgData name="Deep Singh" userId="218171febb998cc3" providerId="LiveId" clId="{A631849A-FE2E-4D2F-A2E6-41A2D3869678}" dt="2020-04-02T17:00:10.932" v="12054" actId="478"/>
          <ac:picMkLst>
            <pc:docMk/>
            <pc:sldMk cId="457554112" sldId="336"/>
            <ac:picMk id="136" creationId="{A96D8BF9-C7D1-4BA4-8931-5C55F9268419}"/>
          </ac:picMkLst>
        </pc:picChg>
        <pc:picChg chg="add del">
          <ac:chgData name="Deep Singh" userId="218171febb998cc3" providerId="LiveId" clId="{A631849A-FE2E-4D2F-A2E6-41A2D3869678}" dt="2020-04-02T17:00:10.932" v="12054" actId="478"/>
          <ac:picMkLst>
            <pc:docMk/>
            <pc:sldMk cId="457554112" sldId="336"/>
            <ac:picMk id="137" creationId="{A72F306C-A274-4FD5-8279-A270AD91EC56}"/>
          </ac:picMkLst>
        </pc:picChg>
        <pc:picChg chg="add del">
          <ac:chgData name="Deep Singh" userId="218171febb998cc3" providerId="LiveId" clId="{A631849A-FE2E-4D2F-A2E6-41A2D3869678}" dt="2020-04-02T17:00:10.932" v="12054" actId="478"/>
          <ac:picMkLst>
            <pc:docMk/>
            <pc:sldMk cId="457554112" sldId="336"/>
            <ac:picMk id="138" creationId="{C8D264EA-0906-417F-A50A-A53BFE4DCF57}"/>
          </ac:picMkLst>
        </pc:picChg>
        <pc:picChg chg="add del">
          <ac:chgData name="Deep Singh" userId="218171febb998cc3" providerId="LiveId" clId="{A631849A-FE2E-4D2F-A2E6-41A2D3869678}" dt="2020-04-02T17:00:10.932" v="12054" actId="478"/>
          <ac:picMkLst>
            <pc:docMk/>
            <pc:sldMk cId="457554112" sldId="336"/>
            <ac:picMk id="139" creationId="{EE1BCF59-2447-4959-814E-724E5669D009}"/>
          </ac:picMkLst>
        </pc:picChg>
        <pc:picChg chg="add del">
          <ac:chgData name="Deep Singh" userId="218171febb998cc3" providerId="LiveId" clId="{A631849A-FE2E-4D2F-A2E6-41A2D3869678}" dt="2020-04-02T17:00:10.932" v="12054" actId="478"/>
          <ac:picMkLst>
            <pc:docMk/>
            <pc:sldMk cId="457554112" sldId="336"/>
            <ac:picMk id="140" creationId="{EDA132DB-39AA-42A3-8114-5ABDC9944F28}"/>
          </ac:picMkLst>
        </pc:picChg>
        <pc:picChg chg="add del">
          <ac:chgData name="Deep Singh" userId="218171febb998cc3" providerId="LiveId" clId="{A631849A-FE2E-4D2F-A2E6-41A2D3869678}" dt="2020-04-02T17:00:10.932" v="12054" actId="478"/>
          <ac:picMkLst>
            <pc:docMk/>
            <pc:sldMk cId="457554112" sldId="336"/>
            <ac:picMk id="141" creationId="{6C41BEE9-4F3E-4D94-ACC3-1DC5822CCEDB}"/>
          </ac:picMkLst>
        </pc:picChg>
        <pc:picChg chg="add del">
          <ac:chgData name="Deep Singh" userId="218171febb998cc3" providerId="LiveId" clId="{A631849A-FE2E-4D2F-A2E6-41A2D3869678}" dt="2020-04-02T17:00:10.932" v="12054" actId="478"/>
          <ac:picMkLst>
            <pc:docMk/>
            <pc:sldMk cId="457554112" sldId="336"/>
            <ac:picMk id="142" creationId="{7BA3663E-C408-4085-9B8E-50AA0DE028C1}"/>
          </ac:picMkLst>
        </pc:picChg>
        <pc:picChg chg="add del">
          <ac:chgData name="Deep Singh" userId="218171febb998cc3" providerId="LiveId" clId="{A631849A-FE2E-4D2F-A2E6-41A2D3869678}" dt="2020-04-02T17:00:10.932" v="12054" actId="478"/>
          <ac:picMkLst>
            <pc:docMk/>
            <pc:sldMk cId="457554112" sldId="336"/>
            <ac:picMk id="143" creationId="{2F0DFF2F-43C9-4855-A5B2-B3C4FB234C79}"/>
          </ac:picMkLst>
        </pc:picChg>
        <pc:picChg chg="add del">
          <ac:chgData name="Deep Singh" userId="218171febb998cc3" providerId="LiveId" clId="{A631849A-FE2E-4D2F-A2E6-41A2D3869678}" dt="2020-04-02T17:00:10.932" v="12054" actId="478"/>
          <ac:picMkLst>
            <pc:docMk/>
            <pc:sldMk cId="457554112" sldId="336"/>
            <ac:picMk id="144" creationId="{184599B5-F84A-4505-9898-779045EF66AF}"/>
          </ac:picMkLst>
        </pc:picChg>
        <pc:picChg chg="add del">
          <ac:chgData name="Deep Singh" userId="218171febb998cc3" providerId="LiveId" clId="{A631849A-FE2E-4D2F-A2E6-41A2D3869678}" dt="2020-04-02T17:00:10.932" v="12054" actId="478"/>
          <ac:picMkLst>
            <pc:docMk/>
            <pc:sldMk cId="457554112" sldId="336"/>
            <ac:picMk id="145" creationId="{65407A62-2DB4-412B-A575-2501BB964B78}"/>
          </ac:picMkLst>
        </pc:picChg>
        <pc:picChg chg="add del">
          <ac:chgData name="Deep Singh" userId="218171febb998cc3" providerId="LiveId" clId="{A631849A-FE2E-4D2F-A2E6-41A2D3869678}" dt="2020-04-02T17:00:10.932" v="12054" actId="478"/>
          <ac:picMkLst>
            <pc:docMk/>
            <pc:sldMk cId="457554112" sldId="336"/>
            <ac:picMk id="146" creationId="{6CE079E4-C633-4DF1-AEEE-850E033F1D81}"/>
          </ac:picMkLst>
        </pc:picChg>
        <pc:picChg chg="add del">
          <ac:chgData name="Deep Singh" userId="218171febb998cc3" providerId="LiveId" clId="{A631849A-FE2E-4D2F-A2E6-41A2D3869678}" dt="2020-04-02T17:00:10.932" v="12054" actId="478"/>
          <ac:picMkLst>
            <pc:docMk/>
            <pc:sldMk cId="457554112" sldId="336"/>
            <ac:picMk id="147" creationId="{B996ECD0-B400-48E0-9ECD-FDB30E8A5CD1}"/>
          </ac:picMkLst>
        </pc:picChg>
        <pc:picChg chg="add">
          <ac:chgData name="Deep Singh" userId="218171febb998cc3" providerId="LiveId" clId="{A631849A-FE2E-4D2F-A2E6-41A2D3869678}" dt="2020-04-02T16:30:12.982" v="11242"/>
          <ac:picMkLst>
            <pc:docMk/>
            <pc:sldMk cId="457554112" sldId="336"/>
            <ac:picMk id="148" creationId="{A6F96808-2030-4C88-9305-C7A0928DCD29}"/>
          </ac:picMkLst>
        </pc:picChg>
        <pc:picChg chg="add">
          <ac:chgData name="Deep Singh" userId="218171febb998cc3" providerId="LiveId" clId="{A631849A-FE2E-4D2F-A2E6-41A2D3869678}" dt="2020-04-02T16:30:12.982" v="11242"/>
          <ac:picMkLst>
            <pc:docMk/>
            <pc:sldMk cId="457554112" sldId="336"/>
            <ac:picMk id="156" creationId="{93F3E9E5-5996-4FED-9CBF-70190CBEF155}"/>
          </ac:picMkLst>
        </pc:picChg>
        <pc:picChg chg="add">
          <ac:chgData name="Deep Singh" userId="218171febb998cc3" providerId="LiveId" clId="{A631849A-FE2E-4D2F-A2E6-41A2D3869678}" dt="2020-04-02T16:30:12.982" v="11242"/>
          <ac:picMkLst>
            <pc:docMk/>
            <pc:sldMk cId="457554112" sldId="336"/>
            <ac:picMk id="158" creationId="{0752F856-422C-4C6D-874A-90FA52680026}"/>
          </ac:picMkLst>
        </pc:picChg>
        <pc:picChg chg="add mod">
          <ac:chgData name="Deep Singh" userId="218171febb998cc3" providerId="LiveId" clId="{A631849A-FE2E-4D2F-A2E6-41A2D3869678}" dt="2020-04-02T16:41:48.248" v="11485" actId="571"/>
          <ac:picMkLst>
            <pc:docMk/>
            <pc:sldMk cId="457554112" sldId="336"/>
            <ac:picMk id="206" creationId="{59217BCA-5A62-4AF2-9152-F1D3DE7C5A9B}"/>
          </ac:picMkLst>
        </pc:picChg>
        <pc:picChg chg="add mod">
          <ac:chgData name="Deep Singh" userId="218171febb998cc3" providerId="LiveId" clId="{A631849A-FE2E-4D2F-A2E6-41A2D3869678}" dt="2020-04-02T16:41:48.248" v="11485" actId="571"/>
          <ac:picMkLst>
            <pc:docMk/>
            <pc:sldMk cId="457554112" sldId="336"/>
            <ac:picMk id="207" creationId="{B9EE0841-47BA-4E67-8BDD-9BE9A7E3EB85}"/>
          </ac:picMkLst>
        </pc:picChg>
        <pc:picChg chg="add del">
          <ac:chgData name="Deep Singh" userId="218171febb998cc3" providerId="LiveId" clId="{A631849A-FE2E-4D2F-A2E6-41A2D3869678}" dt="2020-04-02T17:11:58.850" v="12387" actId="478"/>
          <ac:picMkLst>
            <pc:docMk/>
            <pc:sldMk cId="457554112" sldId="336"/>
            <ac:picMk id="240" creationId="{D0924895-6379-41D7-AED3-20D6795C8830}"/>
          </ac:picMkLst>
        </pc:picChg>
        <pc:cxnChg chg="add del">
          <ac:chgData name="Deep Singh" userId="218171febb998cc3" providerId="LiveId" clId="{A631849A-FE2E-4D2F-A2E6-41A2D3869678}" dt="2020-04-02T16:30:12.907" v="11241"/>
          <ac:cxnSpMkLst>
            <pc:docMk/>
            <pc:sldMk cId="457554112" sldId="336"/>
            <ac:cxnSpMk id="57" creationId="{86E77B7D-1D95-4C60-8F67-0DC5297CDB2E}"/>
          </ac:cxnSpMkLst>
        </pc:cxnChg>
        <pc:cxnChg chg="add del">
          <ac:chgData name="Deep Singh" userId="218171febb998cc3" providerId="LiveId" clId="{A631849A-FE2E-4D2F-A2E6-41A2D3869678}" dt="2020-04-02T16:30:12.907" v="11241"/>
          <ac:cxnSpMkLst>
            <pc:docMk/>
            <pc:sldMk cId="457554112" sldId="336"/>
            <ac:cxnSpMk id="71" creationId="{E544B49E-8B20-415A-BE1C-04083296D40A}"/>
          </ac:cxnSpMkLst>
        </pc:cxnChg>
        <pc:cxnChg chg="add del">
          <ac:chgData name="Deep Singh" userId="218171febb998cc3" providerId="LiveId" clId="{A631849A-FE2E-4D2F-A2E6-41A2D3869678}" dt="2020-04-02T16:30:12.907" v="11241"/>
          <ac:cxnSpMkLst>
            <pc:docMk/>
            <pc:sldMk cId="457554112" sldId="336"/>
            <ac:cxnSpMk id="72" creationId="{FFA314A1-32ED-4E7A-AA75-B75FA927FD36}"/>
          </ac:cxnSpMkLst>
        </pc:cxnChg>
        <pc:cxnChg chg="add del">
          <ac:chgData name="Deep Singh" userId="218171febb998cc3" providerId="LiveId" clId="{A631849A-FE2E-4D2F-A2E6-41A2D3869678}" dt="2020-04-02T16:30:12.907" v="11241"/>
          <ac:cxnSpMkLst>
            <pc:docMk/>
            <pc:sldMk cId="457554112" sldId="336"/>
            <ac:cxnSpMk id="73" creationId="{E4884A97-C6CB-4F6B-ADDB-7B9F2ED3F163}"/>
          </ac:cxnSpMkLst>
        </pc:cxnChg>
        <pc:cxnChg chg="add del">
          <ac:chgData name="Deep Singh" userId="218171febb998cc3" providerId="LiveId" clId="{A631849A-FE2E-4D2F-A2E6-41A2D3869678}" dt="2020-04-02T16:30:12.907" v="11241"/>
          <ac:cxnSpMkLst>
            <pc:docMk/>
            <pc:sldMk cId="457554112" sldId="336"/>
            <ac:cxnSpMk id="74" creationId="{880B73C1-9E92-42CD-8B71-7AB17F236994}"/>
          </ac:cxnSpMkLst>
        </pc:cxnChg>
        <pc:cxnChg chg="add del">
          <ac:chgData name="Deep Singh" userId="218171febb998cc3" providerId="LiveId" clId="{A631849A-FE2E-4D2F-A2E6-41A2D3869678}" dt="2020-04-02T16:30:12.907" v="11241"/>
          <ac:cxnSpMkLst>
            <pc:docMk/>
            <pc:sldMk cId="457554112" sldId="336"/>
            <ac:cxnSpMk id="75" creationId="{7ADAC2F2-720A-4366-8DB2-CEA339C5265A}"/>
          </ac:cxnSpMkLst>
        </pc:cxnChg>
        <pc:cxnChg chg="add del">
          <ac:chgData name="Deep Singh" userId="218171febb998cc3" providerId="LiveId" clId="{A631849A-FE2E-4D2F-A2E6-41A2D3869678}" dt="2020-04-02T16:30:12.907" v="11241"/>
          <ac:cxnSpMkLst>
            <pc:docMk/>
            <pc:sldMk cId="457554112" sldId="336"/>
            <ac:cxnSpMk id="76" creationId="{C5E653A1-F8B1-48A3-9320-A4487A81D367}"/>
          </ac:cxnSpMkLst>
        </pc:cxnChg>
        <pc:cxnChg chg="add del">
          <ac:chgData name="Deep Singh" userId="218171febb998cc3" providerId="LiveId" clId="{A631849A-FE2E-4D2F-A2E6-41A2D3869678}" dt="2020-04-02T16:30:12.907" v="11241"/>
          <ac:cxnSpMkLst>
            <pc:docMk/>
            <pc:sldMk cId="457554112" sldId="336"/>
            <ac:cxnSpMk id="77" creationId="{1CADA6BF-651C-40C3-A74E-16A8C5D0FF2F}"/>
          </ac:cxnSpMkLst>
        </pc:cxnChg>
        <pc:cxnChg chg="add del">
          <ac:chgData name="Deep Singh" userId="218171febb998cc3" providerId="LiveId" clId="{A631849A-FE2E-4D2F-A2E6-41A2D3869678}" dt="2020-04-02T16:30:12.907" v="11241"/>
          <ac:cxnSpMkLst>
            <pc:docMk/>
            <pc:sldMk cId="457554112" sldId="336"/>
            <ac:cxnSpMk id="79" creationId="{D18F54BF-1EB2-4FA8-AED4-77BEDC22D295}"/>
          </ac:cxnSpMkLst>
        </pc:cxnChg>
        <pc:cxnChg chg="add del">
          <ac:chgData name="Deep Singh" userId="218171febb998cc3" providerId="LiveId" clId="{A631849A-FE2E-4D2F-A2E6-41A2D3869678}" dt="2020-04-02T16:30:12.907" v="11241"/>
          <ac:cxnSpMkLst>
            <pc:docMk/>
            <pc:sldMk cId="457554112" sldId="336"/>
            <ac:cxnSpMk id="81" creationId="{439A2915-C397-491C-93FD-19D39423E1B0}"/>
          </ac:cxnSpMkLst>
        </pc:cxnChg>
        <pc:cxnChg chg="add">
          <ac:chgData name="Deep Singh" userId="218171febb998cc3" providerId="LiveId" clId="{A631849A-FE2E-4D2F-A2E6-41A2D3869678}" dt="2020-04-02T16:30:12.982" v="11242"/>
          <ac:cxnSpMkLst>
            <pc:docMk/>
            <pc:sldMk cId="457554112" sldId="336"/>
            <ac:cxnSpMk id="135" creationId="{D63CED5A-6EA9-4D8E-A12A-497347CA4507}"/>
          </ac:cxnSpMkLst>
        </pc:cxnChg>
        <pc:cxnChg chg="add mod">
          <ac:chgData name="Deep Singh" userId="218171febb998cc3" providerId="LiveId" clId="{A631849A-FE2E-4D2F-A2E6-41A2D3869678}" dt="2020-04-02T17:30:46.851" v="12735" actId="1076"/>
          <ac:cxnSpMkLst>
            <pc:docMk/>
            <pc:sldMk cId="457554112" sldId="336"/>
            <ac:cxnSpMk id="149" creationId="{00EDEF2A-57BD-4007-882C-2B045C234F2B}"/>
          </ac:cxnSpMkLst>
        </pc:cxnChg>
        <pc:cxnChg chg="add mod">
          <ac:chgData name="Deep Singh" userId="218171febb998cc3" providerId="LiveId" clId="{A631849A-FE2E-4D2F-A2E6-41A2D3869678}" dt="2020-04-02T17:12:03.118" v="12388" actId="14100"/>
          <ac:cxnSpMkLst>
            <pc:docMk/>
            <pc:sldMk cId="457554112" sldId="336"/>
            <ac:cxnSpMk id="150" creationId="{E607936A-A270-48B0-A189-7A9335AB90FE}"/>
          </ac:cxnSpMkLst>
        </pc:cxnChg>
        <pc:cxnChg chg="add del mod">
          <ac:chgData name="Deep Singh" userId="218171febb998cc3" providerId="LiveId" clId="{A631849A-FE2E-4D2F-A2E6-41A2D3869678}" dt="2020-04-02T17:47:19.830" v="13223" actId="1037"/>
          <ac:cxnSpMkLst>
            <pc:docMk/>
            <pc:sldMk cId="457554112" sldId="336"/>
            <ac:cxnSpMk id="151" creationId="{75A93F4A-3FDE-4277-95D5-2F98A51CEE2E}"/>
          </ac:cxnSpMkLst>
        </pc:cxnChg>
        <pc:cxnChg chg="add del">
          <ac:chgData name="Deep Singh" userId="218171febb998cc3" providerId="LiveId" clId="{A631849A-FE2E-4D2F-A2E6-41A2D3869678}" dt="2020-04-02T17:43:00.564" v="13089" actId="478"/>
          <ac:cxnSpMkLst>
            <pc:docMk/>
            <pc:sldMk cId="457554112" sldId="336"/>
            <ac:cxnSpMk id="152" creationId="{E9C3D48E-4182-4BA0-A818-F03324A72231}"/>
          </ac:cxnSpMkLst>
        </pc:cxnChg>
        <pc:cxnChg chg="add del mod">
          <ac:chgData name="Deep Singh" userId="218171febb998cc3" providerId="LiveId" clId="{A631849A-FE2E-4D2F-A2E6-41A2D3869678}" dt="2020-04-02T17:43:06.428" v="13090" actId="478"/>
          <ac:cxnSpMkLst>
            <pc:docMk/>
            <pc:sldMk cId="457554112" sldId="336"/>
            <ac:cxnSpMk id="153" creationId="{9084DFA2-1709-4E43-B55E-63D46E6ABE43}"/>
          </ac:cxnSpMkLst>
        </pc:cxnChg>
        <pc:cxnChg chg="add mod">
          <ac:chgData name="Deep Singh" userId="218171febb998cc3" providerId="LiveId" clId="{A631849A-FE2E-4D2F-A2E6-41A2D3869678}" dt="2020-04-02T17:47:59.917" v="13277" actId="1076"/>
          <ac:cxnSpMkLst>
            <pc:docMk/>
            <pc:sldMk cId="457554112" sldId="336"/>
            <ac:cxnSpMk id="154" creationId="{1E88856F-83E4-4D3D-86B0-AF1EA2DD960F}"/>
          </ac:cxnSpMkLst>
        </pc:cxnChg>
        <pc:cxnChg chg="add mod">
          <ac:chgData name="Deep Singh" userId="218171febb998cc3" providerId="LiveId" clId="{A631849A-FE2E-4D2F-A2E6-41A2D3869678}" dt="2020-04-02T17:48:16.742" v="13280" actId="14100"/>
          <ac:cxnSpMkLst>
            <pc:docMk/>
            <pc:sldMk cId="457554112" sldId="336"/>
            <ac:cxnSpMk id="155" creationId="{F7143D0C-1E1F-4847-A2DD-1C0129811F8E}"/>
          </ac:cxnSpMkLst>
        </pc:cxnChg>
        <pc:cxnChg chg="add mod">
          <ac:chgData name="Deep Singh" userId="218171febb998cc3" providerId="LiveId" clId="{A631849A-FE2E-4D2F-A2E6-41A2D3869678}" dt="2020-04-02T17:45:26.347" v="13161" actId="14100"/>
          <ac:cxnSpMkLst>
            <pc:docMk/>
            <pc:sldMk cId="457554112" sldId="336"/>
            <ac:cxnSpMk id="157" creationId="{492B7BB8-20A0-4A73-ADAC-007A14E61860}"/>
          </ac:cxnSpMkLst>
        </pc:cxnChg>
        <pc:cxnChg chg="add del mod">
          <ac:chgData name="Deep Singh" userId="218171febb998cc3" providerId="LiveId" clId="{A631849A-FE2E-4D2F-A2E6-41A2D3869678}" dt="2020-04-02T17:33:55.571" v="12887" actId="478"/>
          <ac:cxnSpMkLst>
            <pc:docMk/>
            <pc:sldMk cId="457554112" sldId="336"/>
            <ac:cxnSpMk id="159" creationId="{63919DA2-DA5F-40E2-B60A-9BBE3C82B526}"/>
          </ac:cxnSpMkLst>
        </pc:cxnChg>
        <pc:cxnChg chg="add mod">
          <ac:chgData name="Deep Singh" userId="218171febb998cc3" providerId="LiveId" clId="{A631849A-FE2E-4D2F-A2E6-41A2D3869678}" dt="2020-04-02T17:48:35.200" v="13297" actId="1076"/>
          <ac:cxnSpMkLst>
            <pc:docMk/>
            <pc:sldMk cId="457554112" sldId="336"/>
            <ac:cxnSpMk id="251" creationId="{A897BC0F-8F27-44C8-9199-04298C8C05B5}"/>
          </ac:cxnSpMkLst>
        </pc:cxnChg>
      </pc:sldChg>
      <pc:sldChg chg="modSp add del">
        <pc:chgData name="Deep Singh" userId="218171febb998cc3" providerId="LiveId" clId="{A631849A-FE2E-4D2F-A2E6-41A2D3869678}" dt="2020-04-02T16:21:35.777" v="11098"/>
        <pc:sldMkLst>
          <pc:docMk/>
          <pc:sldMk cId="2399215764" sldId="336"/>
        </pc:sldMkLst>
        <pc:spChg chg="mod">
          <ac:chgData name="Deep Singh" userId="218171febb998cc3" providerId="LiveId" clId="{A631849A-FE2E-4D2F-A2E6-41A2D3869678}" dt="2020-04-02T16:21:35.777" v="11098"/>
          <ac:spMkLst>
            <pc:docMk/>
            <pc:sldMk cId="2399215764" sldId="336"/>
            <ac:spMk id="2" creationId="{A5FE6F0A-07FD-4B30-BC74-F54D6DFF7060}"/>
          </ac:spMkLst>
        </pc:spChg>
        <pc:spChg chg="mod">
          <ac:chgData name="Deep Singh" userId="218171febb998cc3" providerId="LiveId" clId="{A631849A-FE2E-4D2F-A2E6-41A2D3869678}" dt="2020-04-02T16:21:35.777" v="11098"/>
          <ac:spMkLst>
            <pc:docMk/>
            <pc:sldMk cId="2399215764" sldId="336"/>
            <ac:spMk id="17" creationId="{7FD7452E-7D92-477C-B2E3-5D12C6885F3B}"/>
          </ac:spMkLst>
        </pc:spChg>
        <pc:spChg chg="mod">
          <ac:chgData name="Deep Singh" userId="218171febb998cc3" providerId="LiveId" clId="{A631849A-FE2E-4D2F-A2E6-41A2D3869678}" dt="2020-04-02T16:21:35.777" v="11098"/>
          <ac:spMkLst>
            <pc:docMk/>
            <pc:sldMk cId="2399215764" sldId="336"/>
            <ac:spMk id="19" creationId="{844A6E11-43C7-44B4-B2FB-EEC4D56ED3D9}"/>
          </ac:spMkLst>
        </pc:spChg>
        <pc:spChg chg="mod">
          <ac:chgData name="Deep Singh" userId="218171febb998cc3" providerId="LiveId" clId="{A631849A-FE2E-4D2F-A2E6-41A2D3869678}" dt="2020-04-02T16:21:35.777" v="11098"/>
          <ac:spMkLst>
            <pc:docMk/>
            <pc:sldMk cId="2399215764" sldId="336"/>
            <ac:spMk id="21" creationId="{B7214C92-998A-45D6-9F9E-E22256992E87}"/>
          </ac:spMkLst>
        </pc:spChg>
        <pc:spChg chg="mod">
          <ac:chgData name="Deep Singh" userId="218171febb998cc3" providerId="LiveId" clId="{A631849A-FE2E-4D2F-A2E6-41A2D3869678}" dt="2020-04-02T16:21:35.777" v="11098"/>
          <ac:spMkLst>
            <pc:docMk/>
            <pc:sldMk cId="2399215764" sldId="336"/>
            <ac:spMk id="23" creationId="{5ED6AEA2-4A9C-4C6C-A779-F11A0491D4D3}"/>
          </ac:spMkLst>
        </pc:spChg>
        <pc:spChg chg="mod">
          <ac:chgData name="Deep Singh" userId="218171febb998cc3" providerId="LiveId" clId="{A631849A-FE2E-4D2F-A2E6-41A2D3869678}" dt="2020-04-02T16:21:35.777" v="11098"/>
          <ac:spMkLst>
            <pc:docMk/>
            <pc:sldMk cId="2399215764" sldId="336"/>
            <ac:spMk id="25" creationId="{CD12E115-F745-4EE7-8C73-8FB7D3EE6870}"/>
          </ac:spMkLst>
        </pc:spChg>
        <pc:spChg chg="mod">
          <ac:chgData name="Deep Singh" userId="218171febb998cc3" providerId="LiveId" clId="{A631849A-FE2E-4D2F-A2E6-41A2D3869678}" dt="2020-04-02T16:21:35.777" v="11098"/>
          <ac:spMkLst>
            <pc:docMk/>
            <pc:sldMk cId="2399215764" sldId="336"/>
            <ac:spMk id="27" creationId="{6D329F2F-00B3-45E6-9A83-116B815FF161}"/>
          </ac:spMkLst>
        </pc:spChg>
        <pc:spChg chg="mod">
          <ac:chgData name="Deep Singh" userId="218171febb998cc3" providerId="LiveId" clId="{A631849A-FE2E-4D2F-A2E6-41A2D3869678}" dt="2020-04-02T16:21:35.777" v="11098"/>
          <ac:spMkLst>
            <pc:docMk/>
            <pc:sldMk cId="2399215764" sldId="336"/>
            <ac:spMk id="29" creationId="{99DE9ED5-D183-45A2-834C-A0225DE6BFB8}"/>
          </ac:spMkLst>
        </pc:spChg>
        <pc:spChg chg="mod">
          <ac:chgData name="Deep Singh" userId="218171febb998cc3" providerId="LiveId" clId="{A631849A-FE2E-4D2F-A2E6-41A2D3869678}" dt="2020-04-02T16:21:35.777" v="11098"/>
          <ac:spMkLst>
            <pc:docMk/>
            <pc:sldMk cId="2399215764" sldId="336"/>
            <ac:spMk id="31" creationId="{1E308E97-C834-4F47-A766-18201855A027}"/>
          </ac:spMkLst>
        </pc:spChg>
        <pc:spChg chg="mod">
          <ac:chgData name="Deep Singh" userId="218171febb998cc3" providerId="LiveId" clId="{A631849A-FE2E-4D2F-A2E6-41A2D3869678}" dt="2020-04-02T16:21:35.777" v="11098"/>
          <ac:spMkLst>
            <pc:docMk/>
            <pc:sldMk cId="2399215764" sldId="336"/>
            <ac:spMk id="33" creationId="{5E19C830-F631-48BA-8F96-F2C87E21606C}"/>
          </ac:spMkLst>
        </pc:spChg>
        <pc:spChg chg="mod">
          <ac:chgData name="Deep Singh" userId="218171febb998cc3" providerId="LiveId" clId="{A631849A-FE2E-4D2F-A2E6-41A2D3869678}" dt="2020-04-02T16:21:35.777" v="11098"/>
          <ac:spMkLst>
            <pc:docMk/>
            <pc:sldMk cId="2399215764" sldId="336"/>
            <ac:spMk id="35" creationId="{0594C6FC-3F11-4B1A-84C7-CA9145D3CFC7}"/>
          </ac:spMkLst>
        </pc:spChg>
        <pc:spChg chg="mod">
          <ac:chgData name="Deep Singh" userId="218171febb998cc3" providerId="LiveId" clId="{A631849A-FE2E-4D2F-A2E6-41A2D3869678}" dt="2020-04-02T16:21:35.777" v="11098"/>
          <ac:spMkLst>
            <pc:docMk/>
            <pc:sldMk cId="2399215764" sldId="336"/>
            <ac:spMk id="37" creationId="{1EE92CA1-10B8-4E58-9AAF-641087D819CF}"/>
          </ac:spMkLst>
        </pc:spChg>
        <pc:spChg chg="mod">
          <ac:chgData name="Deep Singh" userId="218171febb998cc3" providerId="LiveId" clId="{A631849A-FE2E-4D2F-A2E6-41A2D3869678}" dt="2020-04-02T16:21:35.777" v="11098"/>
          <ac:spMkLst>
            <pc:docMk/>
            <pc:sldMk cId="2399215764" sldId="336"/>
            <ac:spMk id="39" creationId="{5F6CFB84-557C-4CF6-8243-112384746C78}"/>
          </ac:spMkLst>
        </pc:spChg>
      </pc:sldChg>
      <pc:sldChg chg="addSp delSp modSp add del">
        <pc:chgData name="Deep Singh" userId="218171febb998cc3" providerId="LiveId" clId="{A631849A-FE2E-4D2F-A2E6-41A2D3869678}" dt="2020-04-02T16:23:11.454" v="11140"/>
        <pc:sldMkLst>
          <pc:docMk/>
          <pc:sldMk cId="2756783290" sldId="336"/>
        </pc:sldMkLst>
        <pc:spChg chg="add del mod">
          <ac:chgData name="Deep Singh" userId="218171febb998cc3" providerId="LiveId" clId="{A631849A-FE2E-4D2F-A2E6-41A2D3869678}" dt="2020-04-02T16:23:11.454" v="11140"/>
          <ac:spMkLst>
            <pc:docMk/>
            <pc:sldMk cId="2756783290" sldId="336"/>
            <ac:spMk id="2" creationId="{23A5B30D-A2C7-49DA-9447-A084308A5455}"/>
          </ac:spMkLst>
        </pc:spChg>
        <pc:spChg chg="add del">
          <ac:chgData name="Deep Singh" userId="218171febb998cc3" providerId="LiveId" clId="{A631849A-FE2E-4D2F-A2E6-41A2D3869678}" dt="2020-04-02T16:23:10.352" v="11138"/>
          <ac:spMkLst>
            <pc:docMk/>
            <pc:sldMk cId="2756783290" sldId="336"/>
            <ac:spMk id="3" creationId="{DDD3B913-B9E9-469D-9E6C-937FBB3924A1}"/>
          </ac:spMkLst>
        </pc:spChg>
        <pc:spChg chg="add del">
          <ac:chgData name="Deep Singh" userId="218171febb998cc3" providerId="LiveId" clId="{A631849A-FE2E-4D2F-A2E6-41A2D3869678}" dt="2020-04-02T16:23:10.352" v="11138"/>
          <ac:spMkLst>
            <pc:docMk/>
            <pc:sldMk cId="2756783290" sldId="336"/>
            <ac:spMk id="4" creationId="{FF91CE7A-E817-4294-BC5E-47C1C7101372}"/>
          </ac:spMkLst>
        </pc:spChg>
        <pc:spChg chg="add del">
          <ac:chgData name="Deep Singh" userId="218171febb998cc3" providerId="LiveId" clId="{A631849A-FE2E-4D2F-A2E6-41A2D3869678}" dt="2020-04-02T16:23:10.352" v="11138"/>
          <ac:spMkLst>
            <pc:docMk/>
            <pc:sldMk cId="2756783290" sldId="336"/>
            <ac:spMk id="5" creationId="{EC24E4CC-C934-4A81-8459-9C753E29A29B}"/>
          </ac:spMkLst>
        </pc:spChg>
        <pc:spChg chg="add del">
          <ac:chgData name="Deep Singh" userId="218171febb998cc3" providerId="LiveId" clId="{A631849A-FE2E-4D2F-A2E6-41A2D3869678}" dt="2020-04-02T16:23:10.352" v="11138"/>
          <ac:spMkLst>
            <pc:docMk/>
            <pc:sldMk cId="2756783290" sldId="336"/>
            <ac:spMk id="6" creationId="{2A6DEF99-ADB2-41A7-B86A-06879FBC80D7}"/>
          </ac:spMkLst>
        </pc:spChg>
        <pc:spChg chg="add del">
          <ac:chgData name="Deep Singh" userId="218171febb998cc3" providerId="LiveId" clId="{A631849A-FE2E-4D2F-A2E6-41A2D3869678}" dt="2020-04-02T16:23:10.352" v="11138"/>
          <ac:spMkLst>
            <pc:docMk/>
            <pc:sldMk cId="2756783290" sldId="336"/>
            <ac:spMk id="7" creationId="{0EDB6AC9-03B9-42F7-85EF-9468AC9A032A}"/>
          </ac:spMkLst>
        </pc:spChg>
        <pc:spChg chg="add del">
          <ac:chgData name="Deep Singh" userId="218171febb998cc3" providerId="LiveId" clId="{A631849A-FE2E-4D2F-A2E6-41A2D3869678}" dt="2020-04-02T16:23:10.352" v="11138"/>
          <ac:spMkLst>
            <pc:docMk/>
            <pc:sldMk cId="2756783290" sldId="336"/>
            <ac:spMk id="8" creationId="{182CFCF0-6F5F-46DE-9C76-94A80D650F45}"/>
          </ac:spMkLst>
        </pc:spChg>
        <pc:spChg chg="add del">
          <ac:chgData name="Deep Singh" userId="218171febb998cc3" providerId="LiveId" clId="{A631849A-FE2E-4D2F-A2E6-41A2D3869678}" dt="2020-04-02T16:23:10.352" v="11138"/>
          <ac:spMkLst>
            <pc:docMk/>
            <pc:sldMk cId="2756783290" sldId="336"/>
            <ac:spMk id="9" creationId="{75C132FC-A56A-41E4-84D8-BD283C5F4C3B}"/>
          </ac:spMkLst>
        </pc:spChg>
        <pc:spChg chg="add del">
          <ac:chgData name="Deep Singh" userId="218171febb998cc3" providerId="LiveId" clId="{A631849A-FE2E-4D2F-A2E6-41A2D3869678}" dt="2020-04-02T16:23:10.352" v="11138"/>
          <ac:spMkLst>
            <pc:docMk/>
            <pc:sldMk cId="2756783290" sldId="336"/>
            <ac:spMk id="10" creationId="{D51E32D8-32C2-4A0F-9BC4-FDCAEF250A9F}"/>
          </ac:spMkLst>
        </pc:spChg>
        <pc:spChg chg="add del">
          <ac:chgData name="Deep Singh" userId="218171febb998cc3" providerId="LiveId" clId="{A631849A-FE2E-4D2F-A2E6-41A2D3869678}" dt="2020-04-02T16:23:10.352" v="11138"/>
          <ac:spMkLst>
            <pc:docMk/>
            <pc:sldMk cId="2756783290" sldId="336"/>
            <ac:spMk id="11" creationId="{95527634-C894-44DD-8BE8-E285FA7F60AB}"/>
          </ac:spMkLst>
        </pc:spChg>
        <pc:spChg chg="add del">
          <ac:chgData name="Deep Singh" userId="218171febb998cc3" providerId="LiveId" clId="{A631849A-FE2E-4D2F-A2E6-41A2D3869678}" dt="2020-04-02T16:23:10.352" v="11138"/>
          <ac:spMkLst>
            <pc:docMk/>
            <pc:sldMk cId="2756783290" sldId="336"/>
            <ac:spMk id="12" creationId="{C4138CD5-5F98-407D-8C6A-99DD38007E27}"/>
          </ac:spMkLst>
        </pc:spChg>
        <pc:spChg chg="add del">
          <ac:chgData name="Deep Singh" userId="218171febb998cc3" providerId="LiveId" clId="{A631849A-FE2E-4D2F-A2E6-41A2D3869678}" dt="2020-04-02T16:23:10.352" v="11138"/>
          <ac:spMkLst>
            <pc:docMk/>
            <pc:sldMk cId="2756783290" sldId="336"/>
            <ac:spMk id="13" creationId="{65A0FBB0-05AF-4F3C-B026-4904D989FE2D}"/>
          </ac:spMkLst>
        </pc:spChg>
        <pc:spChg chg="add del">
          <ac:chgData name="Deep Singh" userId="218171febb998cc3" providerId="LiveId" clId="{A631849A-FE2E-4D2F-A2E6-41A2D3869678}" dt="2020-04-02T16:23:10.352" v="11138"/>
          <ac:spMkLst>
            <pc:docMk/>
            <pc:sldMk cId="2756783290" sldId="336"/>
            <ac:spMk id="14" creationId="{DB3D322F-0609-45C9-ACA7-FFB06D52AD29}"/>
          </ac:spMkLst>
        </pc:spChg>
        <pc:spChg chg="add del">
          <ac:chgData name="Deep Singh" userId="218171febb998cc3" providerId="LiveId" clId="{A631849A-FE2E-4D2F-A2E6-41A2D3869678}" dt="2020-04-02T16:23:10.352" v="11138"/>
          <ac:spMkLst>
            <pc:docMk/>
            <pc:sldMk cId="2756783290" sldId="336"/>
            <ac:spMk id="15" creationId="{CFFE9FE4-362C-4B3A-8931-6E1CF4A2C1CE}"/>
          </ac:spMkLst>
        </pc:spChg>
        <pc:spChg chg="add del">
          <ac:chgData name="Deep Singh" userId="218171febb998cc3" providerId="LiveId" clId="{A631849A-FE2E-4D2F-A2E6-41A2D3869678}" dt="2020-04-02T16:23:10.352" v="11138"/>
          <ac:spMkLst>
            <pc:docMk/>
            <pc:sldMk cId="2756783290" sldId="336"/>
            <ac:spMk id="16" creationId="{29EC0478-09A1-4682-99A8-417DCD2459F5}"/>
          </ac:spMkLst>
        </pc:spChg>
        <pc:spChg chg="add del mod">
          <ac:chgData name="Deep Singh" userId="218171febb998cc3" providerId="LiveId" clId="{A631849A-FE2E-4D2F-A2E6-41A2D3869678}" dt="2020-04-02T16:23:11.454" v="11140"/>
          <ac:spMkLst>
            <pc:docMk/>
            <pc:sldMk cId="2756783290" sldId="336"/>
            <ac:spMk id="17" creationId="{FC171485-8097-4C8F-922C-A655B0471D0B}"/>
          </ac:spMkLst>
        </pc:spChg>
        <pc:spChg chg="add del">
          <ac:chgData name="Deep Singh" userId="218171febb998cc3" providerId="LiveId" clId="{A631849A-FE2E-4D2F-A2E6-41A2D3869678}" dt="2020-04-02T16:23:10.352" v="11138"/>
          <ac:spMkLst>
            <pc:docMk/>
            <pc:sldMk cId="2756783290" sldId="336"/>
            <ac:spMk id="18" creationId="{9B5DCE88-0F0B-4C21-A813-B65D6980C8EC}"/>
          </ac:spMkLst>
        </pc:spChg>
        <pc:spChg chg="add del mod">
          <ac:chgData name="Deep Singh" userId="218171febb998cc3" providerId="LiveId" clId="{A631849A-FE2E-4D2F-A2E6-41A2D3869678}" dt="2020-04-02T16:23:11.454" v="11140"/>
          <ac:spMkLst>
            <pc:docMk/>
            <pc:sldMk cId="2756783290" sldId="336"/>
            <ac:spMk id="19" creationId="{657FDADC-1504-418F-9690-E07C12F80BD3}"/>
          </ac:spMkLst>
        </pc:spChg>
        <pc:spChg chg="add del">
          <ac:chgData name="Deep Singh" userId="218171febb998cc3" providerId="LiveId" clId="{A631849A-FE2E-4D2F-A2E6-41A2D3869678}" dt="2020-04-02T16:23:10.352" v="11138"/>
          <ac:spMkLst>
            <pc:docMk/>
            <pc:sldMk cId="2756783290" sldId="336"/>
            <ac:spMk id="20" creationId="{AF99BEDD-B417-47E6-8A4D-39F93F1FBD1F}"/>
          </ac:spMkLst>
        </pc:spChg>
        <pc:spChg chg="add del mod">
          <ac:chgData name="Deep Singh" userId="218171febb998cc3" providerId="LiveId" clId="{A631849A-FE2E-4D2F-A2E6-41A2D3869678}" dt="2020-04-02T16:23:11.454" v="11140"/>
          <ac:spMkLst>
            <pc:docMk/>
            <pc:sldMk cId="2756783290" sldId="336"/>
            <ac:spMk id="21" creationId="{B2258B36-653A-487D-97C0-9C0603E095D2}"/>
          </ac:spMkLst>
        </pc:spChg>
        <pc:spChg chg="add del">
          <ac:chgData name="Deep Singh" userId="218171febb998cc3" providerId="LiveId" clId="{A631849A-FE2E-4D2F-A2E6-41A2D3869678}" dt="2020-04-02T16:23:10.352" v="11138"/>
          <ac:spMkLst>
            <pc:docMk/>
            <pc:sldMk cId="2756783290" sldId="336"/>
            <ac:spMk id="22" creationId="{15B1BD69-5925-4F25-A9F4-00A369CFB1F2}"/>
          </ac:spMkLst>
        </pc:spChg>
        <pc:spChg chg="add del mod">
          <ac:chgData name="Deep Singh" userId="218171febb998cc3" providerId="LiveId" clId="{A631849A-FE2E-4D2F-A2E6-41A2D3869678}" dt="2020-04-02T16:23:11.454" v="11140"/>
          <ac:spMkLst>
            <pc:docMk/>
            <pc:sldMk cId="2756783290" sldId="336"/>
            <ac:spMk id="23" creationId="{CD336772-7A50-47A4-BFBD-D0492C6D16E0}"/>
          </ac:spMkLst>
        </pc:spChg>
        <pc:spChg chg="add del">
          <ac:chgData name="Deep Singh" userId="218171febb998cc3" providerId="LiveId" clId="{A631849A-FE2E-4D2F-A2E6-41A2D3869678}" dt="2020-04-02T16:23:10.352" v="11138"/>
          <ac:spMkLst>
            <pc:docMk/>
            <pc:sldMk cId="2756783290" sldId="336"/>
            <ac:spMk id="24" creationId="{D9E00017-5F2D-4CAC-B43C-DC6B334F5C69}"/>
          </ac:spMkLst>
        </pc:spChg>
        <pc:spChg chg="add del mod">
          <ac:chgData name="Deep Singh" userId="218171febb998cc3" providerId="LiveId" clId="{A631849A-FE2E-4D2F-A2E6-41A2D3869678}" dt="2020-04-02T16:23:11.454" v="11140"/>
          <ac:spMkLst>
            <pc:docMk/>
            <pc:sldMk cId="2756783290" sldId="336"/>
            <ac:spMk id="25" creationId="{5B9B2E5B-CFE7-4EB0-968A-FD75457D61AD}"/>
          </ac:spMkLst>
        </pc:spChg>
        <pc:spChg chg="add del">
          <ac:chgData name="Deep Singh" userId="218171febb998cc3" providerId="LiveId" clId="{A631849A-FE2E-4D2F-A2E6-41A2D3869678}" dt="2020-04-02T16:23:10.352" v="11138"/>
          <ac:spMkLst>
            <pc:docMk/>
            <pc:sldMk cId="2756783290" sldId="336"/>
            <ac:spMk id="26" creationId="{4FA3DCC4-BB92-4755-AD61-9B8DE1C99443}"/>
          </ac:spMkLst>
        </pc:spChg>
        <pc:spChg chg="add del mod">
          <ac:chgData name="Deep Singh" userId="218171febb998cc3" providerId="LiveId" clId="{A631849A-FE2E-4D2F-A2E6-41A2D3869678}" dt="2020-04-02T16:23:11.454" v="11140"/>
          <ac:spMkLst>
            <pc:docMk/>
            <pc:sldMk cId="2756783290" sldId="336"/>
            <ac:spMk id="27" creationId="{54344073-DBE6-4FFE-8613-5B3D2F062EB8}"/>
          </ac:spMkLst>
        </pc:spChg>
        <pc:spChg chg="add del">
          <ac:chgData name="Deep Singh" userId="218171febb998cc3" providerId="LiveId" clId="{A631849A-FE2E-4D2F-A2E6-41A2D3869678}" dt="2020-04-02T16:23:10.352" v="11138"/>
          <ac:spMkLst>
            <pc:docMk/>
            <pc:sldMk cId="2756783290" sldId="336"/>
            <ac:spMk id="28" creationId="{6941A092-59C2-4F11-9F3D-BF035C224EED}"/>
          </ac:spMkLst>
        </pc:spChg>
        <pc:spChg chg="add del mod">
          <ac:chgData name="Deep Singh" userId="218171febb998cc3" providerId="LiveId" clId="{A631849A-FE2E-4D2F-A2E6-41A2D3869678}" dt="2020-04-02T16:23:11.454" v="11140"/>
          <ac:spMkLst>
            <pc:docMk/>
            <pc:sldMk cId="2756783290" sldId="336"/>
            <ac:spMk id="29" creationId="{121D2956-FB67-4C63-9B69-6F40DB6477C2}"/>
          </ac:spMkLst>
        </pc:spChg>
        <pc:spChg chg="add del">
          <ac:chgData name="Deep Singh" userId="218171febb998cc3" providerId="LiveId" clId="{A631849A-FE2E-4D2F-A2E6-41A2D3869678}" dt="2020-04-02T16:23:10.352" v="11138"/>
          <ac:spMkLst>
            <pc:docMk/>
            <pc:sldMk cId="2756783290" sldId="336"/>
            <ac:spMk id="30" creationId="{D835B0D4-7A9A-4737-A0A4-07F69AAB2188}"/>
          </ac:spMkLst>
        </pc:spChg>
        <pc:spChg chg="add del mod">
          <ac:chgData name="Deep Singh" userId="218171febb998cc3" providerId="LiveId" clId="{A631849A-FE2E-4D2F-A2E6-41A2D3869678}" dt="2020-04-02T16:23:11.454" v="11140"/>
          <ac:spMkLst>
            <pc:docMk/>
            <pc:sldMk cId="2756783290" sldId="336"/>
            <ac:spMk id="31" creationId="{156E36F4-CFC5-40D1-9255-AA4BF50AA7E8}"/>
          </ac:spMkLst>
        </pc:spChg>
        <pc:spChg chg="add del">
          <ac:chgData name="Deep Singh" userId="218171febb998cc3" providerId="LiveId" clId="{A631849A-FE2E-4D2F-A2E6-41A2D3869678}" dt="2020-04-02T16:23:10.352" v="11138"/>
          <ac:spMkLst>
            <pc:docMk/>
            <pc:sldMk cId="2756783290" sldId="336"/>
            <ac:spMk id="32" creationId="{57F979EE-882C-498E-99EA-0D68C9AA4FBA}"/>
          </ac:spMkLst>
        </pc:spChg>
        <pc:spChg chg="add del mod">
          <ac:chgData name="Deep Singh" userId="218171febb998cc3" providerId="LiveId" clId="{A631849A-FE2E-4D2F-A2E6-41A2D3869678}" dt="2020-04-02T16:23:11.454" v="11140"/>
          <ac:spMkLst>
            <pc:docMk/>
            <pc:sldMk cId="2756783290" sldId="336"/>
            <ac:spMk id="33" creationId="{728BA597-5587-4B6E-92A3-AA88875CB2B5}"/>
          </ac:spMkLst>
        </pc:spChg>
        <pc:spChg chg="add del">
          <ac:chgData name="Deep Singh" userId="218171febb998cc3" providerId="LiveId" clId="{A631849A-FE2E-4D2F-A2E6-41A2D3869678}" dt="2020-04-02T16:23:10.352" v="11138"/>
          <ac:spMkLst>
            <pc:docMk/>
            <pc:sldMk cId="2756783290" sldId="336"/>
            <ac:spMk id="34" creationId="{E82887BB-F7BE-4D37-8B76-E5491E35A567}"/>
          </ac:spMkLst>
        </pc:spChg>
        <pc:spChg chg="add del mod">
          <ac:chgData name="Deep Singh" userId="218171febb998cc3" providerId="LiveId" clId="{A631849A-FE2E-4D2F-A2E6-41A2D3869678}" dt="2020-04-02T16:23:11.454" v="11140"/>
          <ac:spMkLst>
            <pc:docMk/>
            <pc:sldMk cId="2756783290" sldId="336"/>
            <ac:spMk id="35" creationId="{AFBF0F92-BDF6-4EBA-8605-39449CB66408}"/>
          </ac:spMkLst>
        </pc:spChg>
        <pc:spChg chg="add del">
          <ac:chgData name="Deep Singh" userId="218171febb998cc3" providerId="LiveId" clId="{A631849A-FE2E-4D2F-A2E6-41A2D3869678}" dt="2020-04-02T16:23:10.352" v="11138"/>
          <ac:spMkLst>
            <pc:docMk/>
            <pc:sldMk cId="2756783290" sldId="336"/>
            <ac:spMk id="36" creationId="{8E4299BE-92D4-482E-8EEC-F53E17B83320}"/>
          </ac:spMkLst>
        </pc:spChg>
        <pc:spChg chg="add del mod">
          <ac:chgData name="Deep Singh" userId="218171febb998cc3" providerId="LiveId" clId="{A631849A-FE2E-4D2F-A2E6-41A2D3869678}" dt="2020-04-02T16:23:11.454" v="11140"/>
          <ac:spMkLst>
            <pc:docMk/>
            <pc:sldMk cId="2756783290" sldId="336"/>
            <ac:spMk id="37" creationId="{CC0C9BBC-3628-4AF0-8678-824F385AB077}"/>
          </ac:spMkLst>
        </pc:spChg>
        <pc:spChg chg="add del">
          <ac:chgData name="Deep Singh" userId="218171febb998cc3" providerId="LiveId" clId="{A631849A-FE2E-4D2F-A2E6-41A2D3869678}" dt="2020-04-02T16:23:10.352" v="11138"/>
          <ac:spMkLst>
            <pc:docMk/>
            <pc:sldMk cId="2756783290" sldId="336"/>
            <ac:spMk id="38" creationId="{5CAA2C4D-7330-4BF2-9CE8-55CD975CBA59}"/>
          </ac:spMkLst>
        </pc:spChg>
        <pc:spChg chg="add del mod">
          <ac:chgData name="Deep Singh" userId="218171febb998cc3" providerId="LiveId" clId="{A631849A-FE2E-4D2F-A2E6-41A2D3869678}" dt="2020-04-02T16:23:11.454" v="11140"/>
          <ac:spMkLst>
            <pc:docMk/>
            <pc:sldMk cId="2756783290" sldId="336"/>
            <ac:spMk id="39" creationId="{EA94D6BD-F28D-4AD9-BECF-2A06F1E3D471}"/>
          </ac:spMkLst>
        </pc:spChg>
        <pc:spChg chg="add del">
          <ac:chgData name="Deep Singh" userId="218171febb998cc3" providerId="LiveId" clId="{A631849A-FE2E-4D2F-A2E6-41A2D3869678}" dt="2020-04-02T16:23:10.352" v="11138"/>
          <ac:spMkLst>
            <pc:docMk/>
            <pc:sldMk cId="2756783290" sldId="336"/>
            <ac:spMk id="40" creationId="{D53AFAF2-4762-47DC-8DFA-F047F41E8C4D}"/>
          </ac:spMkLst>
        </pc:spChg>
        <pc:spChg chg="add del">
          <ac:chgData name="Deep Singh" userId="218171febb998cc3" providerId="LiveId" clId="{A631849A-FE2E-4D2F-A2E6-41A2D3869678}" dt="2020-04-02T16:23:10.352" v="11138"/>
          <ac:spMkLst>
            <pc:docMk/>
            <pc:sldMk cId="2756783290" sldId="336"/>
            <ac:spMk id="41" creationId="{7504635F-70C6-40E3-BBEC-4FACA88D51D8}"/>
          </ac:spMkLst>
        </pc:spChg>
        <pc:spChg chg="add del">
          <ac:chgData name="Deep Singh" userId="218171febb998cc3" providerId="LiveId" clId="{A631849A-FE2E-4D2F-A2E6-41A2D3869678}" dt="2020-04-02T16:23:10.352" v="11138"/>
          <ac:spMkLst>
            <pc:docMk/>
            <pc:sldMk cId="2756783290" sldId="336"/>
            <ac:spMk id="42" creationId="{FE0B70E9-8F19-4710-9FFC-C396CD239C2E}"/>
          </ac:spMkLst>
        </pc:spChg>
        <pc:spChg chg="add del">
          <ac:chgData name="Deep Singh" userId="218171febb998cc3" providerId="LiveId" clId="{A631849A-FE2E-4D2F-A2E6-41A2D3869678}" dt="2020-04-02T16:23:10.352" v="11138"/>
          <ac:spMkLst>
            <pc:docMk/>
            <pc:sldMk cId="2756783290" sldId="336"/>
            <ac:spMk id="43" creationId="{D6CD26E3-DFA4-4C96-856C-3EDFE77A5ABA}"/>
          </ac:spMkLst>
        </pc:spChg>
        <pc:spChg chg="add del">
          <ac:chgData name="Deep Singh" userId="218171febb998cc3" providerId="LiveId" clId="{A631849A-FE2E-4D2F-A2E6-41A2D3869678}" dt="2020-04-02T16:23:10.352" v="11138"/>
          <ac:spMkLst>
            <pc:docMk/>
            <pc:sldMk cId="2756783290" sldId="336"/>
            <ac:spMk id="44" creationId="{D8E0170B-0AFE-4972-BCD2-80BFC7EC0888}"/>
          </ac:spMkLst>
        </pc:spChg>
        <pc:spChg chg="add del">
          <ac:chgData name="Deep Singh" userId="218171febb998cc3" providerId="LiveId" clId="{A631849A-FE2E-4D2F-A2E6-41A2D3869678}" dt="2020-04-02T16:23:10.352" v="11138"/>
          <ac:spMkLst>
            <pc:docMk/>
            <pc:sldMk cId="2756783290" sldId="336"/>
            <ac:spMk id="45" creationId="{72C5EB0A-0D5B-4B6F-B413-4B793FC3155B}"/>
          </ac:spMkLst>
        </pc:spChg>
        <pc:spChg chg="add del">
          <ac:chgData name="Deep Singh" userId="218171febb998cc3" providerId="LiveId" clId="{A631849A-FE2E-4D2F-A2E6-41A2D3869678}" dt="2020-04-02T16:23:10.352" v="11138"/>
          <ac:spMkLst>
            <pc:docMk/>
            <pc:sldMk cId="2756783290" sldId="336"/>
            <ac:spMk id="46" creationId="{B4823366-CD08-4609-88BD-0DFE28442B9B}"/>
          </ac:spMkLst>
        </pc:spChg>
        <pc:spChg chg="add del">
          <ac:chgData name="Deep Singh" userId="218171febb998cc3" providerId="LiveId" clId="{A631849A-FE2E-4D2F-A2E6-41A2D3869678}" dt="2020-04-02T16:23:10.352" v="11138"/>
          <ac:spMkLst>
            <pc:docMk/>
            <pc:sldMk cId="2756783290" sldId="336"/>
            <ac:spMk id="47" creationId="{1B370168-2B79-49E9-BF41-495AAC16E651}"/>
          </ac:spMkLst>
        </pc:spChg>
        <pc:spChg chg="add del">
          <ac:chgData name="Deep Singh" userId="218171febb998cc3" providerId="LiveId" clId="{A631849A-FE2E-4D2F-A2E6-41A2D3869678}" dt="2020-04-02T16:23:10.352" v="11138"/>
          <ac:spMkLst>
            <pc:docMk/>
            <pc:sldMk cId="2756783290" sldId="336"/>
            <ac:spMk id="48" creationId="{0F15FA66-B8EB-410D-AD46-618EE2483970}"/>
          </ac:spMkLst>
        </pc:spChg>
        <pc:spChg chg="add del">
          <ac:chgData name="Deep Singh" userId="218171febb998cc3" providerId="LiveId" clId="{A631849A-FE2E-4D2F-A2E6-41A2D3869678}" dt="2020-04-02T16:23:10.352" v="11138"/>
          <ac:spMkLst>
            <pc:docMk/>
            <pc:sldMk cId="2756783290" sldId="336"/>
            <ac:spMk id="49" creationId="{572172D9-ED3F-4F7A-AB3E-233E15858249}"/>
          </ac:spMkLst>
        </pc:spChg>
        <pc:spChg chg="add del mod">
          <ac:chgData name="Deep Singh" userId="218171febb998cc3" providerId="LiveId" clId="{A631849A-FE2E-4D2F-A2E6-41A2D3869678}" dt="2020-04-02T16:22:02.088" v="11129"/>
          <ac:spMkLst>
            <pc:docMk/>
            <pc:sldMk cId="2756783290" sldId="336"/>
            <ac:spMk id="50" creationId="{68EED099-8046-4568-841A-ABE452D888D6}"/>
          </ac:spMkLst>
        </pc:spChg>
        <pc:spChg chg="add del">
          <ac:chgData name="Deep Singh" userId="218171febb998cc3" providerId="LiveId" clId="{A631849A-FE2E-4D2F-A2E6-41A2D3869678}" dt="2020-04-02T16:22:02.088" v="11129"/>
          <ac:spMkLst>
            <pc:docMk/>
            <pc:sldMk cId="2756783290" sldId="336"/>
            <ac:spMk id="51" creationId="{30E7B561-AA0E-41C9-B696-49830EF4369C}"/>
          </ac:spMkLst>
        </pc:spChg>
        <pc:spChg chg="add del">
          <ac:chgData name="Deep Singh" userId="218171febb998cc3" providerId="LiveId" clId="{A631849A-FE2E-4D2F-A2E6-41A2D3869678}" dt="2020-04-02T16:22:02.088" v="11129"/>
          <ac:spMkLst>
            <pc:docMk/>
            <pc:sldMk cId="2756783290" sldId="336"/>
            <ac:spMk id="52" creationId="{72D153EB-A7AA-4437-B1C1-AD9974E5AE47}"/>
          </ac:spMkLst>
        </pc:spChg>
        <pc:spChg chg="add del mod">
          <ac:chgData name="Deep Singh" userId="218171febb998cc3" providerId="LiveId" clId="{A631849A-FE2E-4D2F-A2E6-41A2D3869678}" dt="2020-04-02T16:22:02.088" v="11129"/>
          <ac:spMkLst>
            <pc:docMk/>
            <pc:sldMk cId="2756783290" sldId="336"/>
            <ac:spMk id="53" creationId="{5765C2BD-E780-490F-BE93-E0B51F09CE20}"/>
          </ac:spMkLst>
        </pc:spChg>
        <pc:spChg chg="add del">
          <ac:chgData name="Deep Singh" userId="218171febb998cc3" providerId="LiveId" clId="{A631849A-FE2E-4D2F-A2E6-41A2D3869678}" dt="2020-04-02T16:22:02.088" v="11129"/>
          <ac:spMkLst>
            <pc:docMk/>
            <pc:sldMk cId="2756783290" sldId="336"/>
            <ac:spMk id="54" creationId="{2A8C73F6-A3D7-4061-B396-DD7D82C6C78D}"/>
          </ac:spMkLst>
        </pc:spChg>
        <pc:spChg chg="add del">
          <ac:chgData name="Deep Singh" userId="218171febb998cc3" providerId="LiveId" clId="{A631849A-FE2E-4D2F-A2E6-41A2D3869678}" dt="2020-04-02T16:22:02.088" v="11129"/>
          <ac:spMkLst>
            <pc:docMk/>
            <pc:sldMk cId="2756783290" sldId="336"/>
            <ac:spMk id="55" creationId="{7E28B0C5-8438-4521-A9A5-9992E8A7E216}"/>
          </ac:spMkLst>
        </pc:spChg>
        <pc:spChg chg="add del mod">
          <ac:chgData name="Deep Singh" userId="218171febb998cc3" providerId="LiveId" clId="{A631849A-FE2E-4D2F-A2E6-41A2D3869678}" dt="2020-04-02T16:22:02.088" v="11129"/>
          <ac:spMkLst>
            <pc:docMk/>
            <pc:sldMk cId="2756783290" sldId="336"/>
            <ac:spMk id="56" creationId="{A6EFD69D-61A7-40A5-8F48-FB69031A7772}"/>
          </ac:spMkLst>
        </pc:spChg>
        <pc:spChg chg="add del">
          <ac:chgData name="Deep Singh" userId="218171febb998cc3" providerId="LiveId" clId="{A631849A-FE2E-4D2F-A2E6-41A2D3869678}" dt="2020-04-02T16:22:02.088" v="11129"/>
          <ac:spMkLst>
            <pc:docMk/>
            <pc:sldMk cId="2756783290" sldId="336"/>
            <ac:spMk id="57" creationId="{DDE33FD3-4634-4E8F-BB6D-3FC3ADE9D80E}"/>
          </ac:spMkLst>
        </pc:spChg>
        <pc:spChg chg="add del">
          <ac:chgData name="Deep Singh" userId="218171febb998cc3" providerId="LiveId" clId="{A631849A-FE2E-4D2F-A2E6-41A2D3869678}" dt="2020-04-02T16:22:02.088" v="11129"/>
          <ac:spMkLst>
            <pc:docMk/>
            <pc:sldMk cId="2756783290" sldId="336"/>
            <ac:spMk id="58" creationId="{BB1BF925-E8E0-48F7-AE9D-ACA368667F12}"/>
          </ac:spMkLst>
        </pc:spChg>
        <pc:spChg chg="add del mod">
          <ac:chgData name="Deep Singh" userId="218171febb998cc3" providerId="LiveId" clId="{A631849A-FE2E-4D2F-A2E6-41A2D3869678}" dt="2020-04-02T16:22:02.088" v="11129"/>
          <ac:spMkLst>
            <pc:docMk/>
            <pc:sldMk cId="2756783290" sldId="336"/>
            <ac:spMk id="59" creationId="{209D5807-2FEE-4C2A-A41D-297CB8AF3F5A}"/>
          </ac:spMkLst>
        </pc:spChg>
        <pc:spChg chg="add del">
          <ac:chgData name="Deep Singh" userId="218171febb998cc3" providerId="LiveId" clId="{A631849A-FE2E-4D2F-A2E6-41A2D3869678}" dt="2020-04-02T16:22:02.088" v="11129"/>
          <ac:spMkLst>
            <pc:docMk/>
            <pc:sldMk cId="2756783290" sldId="336"/>
            <ac:spMk id="60" creationId="{AF0FDBC9-CD89-40F1-9571-D3D0647E75EE}"/>
          </ac:spMkLst>
        </pc:spChg>
        <pc:spChg chg="add del">
          <ac:chgData name="Deep Singh" userId="218171febb998cc3" providerId="LiveId" clId="{A631849A-FE2E-4D2F-A2E6-41A2D3869678}" dt="2020-04-02T16:22:02.088" v="11129"/>
          <ac:spMkLst>
            <pc:docMk/>
            <pc:sldMk cId="2756783290" sldId="336"/>
            <ac:spMk id="61" creationId="{D66B7617-89A8-452B-8D51-7BEDB7147CF5}"/>
          </ac:spMkLst>
        </pc:spChg>
        <pc:spChg chg="add del mod">
          <ac:chgData name="Deep Singh" userId="218171febb998cc3" providerId="LiveId" clId="{A631849A-FE2E-4D2F-A2E6-41A2D3869678}" dt="2020-04-02T16:22:02.088" v="11129"/>
          <ac:spMkLst>
            <pc:docMk/>
            <pc:sldMk cId="2756783290" sldId="336"/>
            <ac:spMk id="62" creationId="{A8F9BBB9-53F5-442A-8AC9-3FBCF5DAF3B3}"/>
          </ac:spMkLst>
        </pc:spChg>
        <pc:spChg chg="add del">
          <ac:chgData name="Deep Singh" userId="218171febb998cc3" providerId="LiveId" clId="{A631849A-FE2E-4D2F-A2E6-41A2D3869678}" dt="2020-04-02T16:22:02.088" v="11129"/>
          <ac:spMkLst>
            <pc:docMk/>
            <pc:sldMk cId="2756783290" sldId="336"/>
            <ac:spMk id="63" creationId="{EECDAA6F-D78D-4657-B273-48909F69651B}"/>
          </ac:spMkLst>
        </pc:spChg>
        <pc:spChg chg="add del">
          <ac:chgData name="Deep Singh" userId="218171febb998cc3" providerId="LiveId" clId="{A631849A-FE2E-4D2F-A2E6-41A2D3869678}" dt="2020-04-02T16:22:02.088" v="11129"/>
          <ac:spMkLst>
            <pc:docMk/>
            <pc:sldMk cId="2756783290" sldId="336"/>
            <ac:spMk id="64" creationId="{9872F9A6-259B-4B3A-8D4A-5B1FD3092B88}"/>
          </ac:spMkLst>
        </pc:spChg>
        <pc:spChg chg="add del mod">
          <ac:chgData name="Deep Singh" userId="218171febb998cc3" providerId="LiveId" clId="{A631849A-FE2E-4D2F-A2E6-41A2D3869678}" dt="2020-04-02T16:22:02.088" v="11129"/>
          <ac:spMkLst>
            <pc:docMk/>
            <pc:sldMk cId="2756783290" sldId="336"/>
            <ac:spMk id="65" creationId="{955E33E5-319C-4FF1-A939-2E7E620C583D}"/>
          </ac:spMkLst>
        </pc:spChg>
        <pc:spChg chg="add del">
          <ac:chgData name="Deep Singh" userId="218171febb998cc3" providerId="LiveId" clId="{A631849A-FE2E-4D2F-A2E6-41A2D3869678}" dt="2020-04-02T16:22:02.088" v="11129"/>
          <ac:spMkLst>
            <pc:docMk/>
            <pc:sldMk cId="2756783290" sldId="336"/>
            <ac:spMk id="66" creationId="{64644430-8FFB-4E3C-BED5-095E80002E53}"/>
          </ac:spMkLst>
        </pc:spChg>
        <pc:spChg chg="add del">
          <ac:chgData name="Deep Singh" userId="218171febb998cc3" providerId="LiveId" clId="{A631849A-FE2E-4D2F-A2E6-41A2D3869678}" dt="2020-04-02T16:22:02.088" v="11129"/>
          <ac:spMkLst>
            <pc:docMk/>
            <pc:sldMk cId="2756783290" sldId="336"/>
            <ac:spMk id="67" creationId="{C19FBDFB-5736-4ECE-8977-ED283BF62ED4}"/>
          </ac:spMkLst>
        </pc:spChg>
        <pc:spChg chg="add del mod">
          <ac:chgData name="Deep Singh" userId="218171febb998cc3" providerId="LiveId" clId="{A631849A-FE2E-4D2F-A2E6-41A2D3869678}" dt="2020-04-02T16:22:02.088" v="11129"/>
          <ac:spMkLst>
            <pc:docMk/>
            <pc:sldMk cId="2756783290" sldId="336"/>
            <ac:spMk id="68" creationId="{11FCA991-1267-4120-9BDE-713877E3B898}"/>
          </ac:spMkLst>
        </pc:spChg>
        <pc:spChg chg="add del">
          <ac:chgData name="Deep Singh" userId="218171febb998cc3" providerId="LiveId" clId="{A631849A-FE2E-4D2F-A2E6-41A2D3869678}" dt="2020-04-02T16:22:02.088" v="11129"/>
          <ac:spMkLst>
            <pc:docMk/>
            <pc:sldMk cId="2756783290" sldId="336"/>
            <ac:spMk id="69" creationId="{7D7EF9C7-A272-4FB0-A19D-BA57A52E1157}"/>
          </ac:spMkLst>
        </pc:spChg>
        <pc:spChg chg="add del mod">
          <ac:chgData name="Deep Singh" userId="218171febb998cc3" providerId="LiveId" clId="{A631849A-FE2E-4D2F-A2E6-41A2D3869678}" dt="2020-04-02T16:22:02.088" v="11129"/>
          <ac:spMkLst>
            <pc:docMk/>
            <pc:sldMk cId="2756783290" sldId="336"/>
            <ac:spMk id="70" creationId="{E422279A-FCF1-4848-8313-7DE2A49E9BE2}"/>
          </ac:spMkLst>
        </pc:spChg>
        <pc:spChg chg="add del">
          <ac:chgData name="Deep Singh" userId="218171febb998cc3" providerId="LiveId" clId="{A631849A-FE2E-4D2F-A2E6-41A2D3869678}" dt="2020-04-02T16:22:02.088" v="11129"/>
          <ac:spMkLst>
            <pc:docMk/>
            <pc:sldMk cId="2756783290" sldId="336"/>
            <ac:spMk id="71" creationId="{C4A23E5A-E64E-4D08-B35D-27FDE1D98FBF}"/>
          </ac:spMkLst>
        </pc:spChg>
        <pc:spChg chg="add del mod">
          <ac:chgData name="Deep Singh" userId="218171febb998cc3" providerId="LiveId" clId="{A631849A-FE2E-4D2F-A2E6-41A2D3869678}" dt="2020-04-02T16:22:02.088" v="11129"/>
          <ac:spMkLst>
            <pc:docMk/>
            <pc:sldMk cId="2756783290" sldId="336"/>
            <ac:spMk id="72" creationId="{933DC26D-447F-4411-847B-F9A94C15C476}"/>
          </ac:spMkLst>
        </pc:spChg>
        <pc:spChg chg="add del">
          <ac:chgData name="Deep Singh" userId="218171febb998cc3" providerId="LiveId" clId="{A631849A-FE2E-4D2F-A2E6-41A2D3869678}" dt="2020-04-02T16:22:02.088" v="11129"/>
          <ac:spMkLst>
            <pc:docMk/>
            <pc:sldMk cId="2756783290" sldId="336"/>
            <ac:spMk id="73" creationId="{85F4AE2B-453C-4F3F-91E1-833C1A4A2403}"/>
          </ac:spMkLst>
        </pc:spChg>
        <pc:spChg chg="add del mod">
          <ac:chgData name="Deep Singh" userId="218171febb998cc3" providerId="LiveId" clId="{A631849A-FE2E-4D2F-A2E6-41A2D3869678}" dt="2020-04-02T16:22:02.088" v="11129"/>
          <ac:spMkLst>
            <pc:docMk/>
            <pc:sldMk cId="2756783290" sldId="336"/>
            <ac:spMk id="74" creationId="{CB400E1B-9CFD-4ED5-8BCF-695C0D296D78}"/>
          </ac:spMkLst>
        </pc:spChg>
        <pc:spChg chg="add del">
          <ac:chgData name="Deep Singh" userId="218171febb998cc3" providerId="LiveId" clId="{A631849A-FE2E-4D2F-A2E6-41A2D3869678}" dt="2020-04-02T16:22:02.088" v="11129"/>
          <ac:spMkLst>
            <pc:docMk/>
            <pc:sldMk cId="2756783290" sldId="336"/>
            <ac:spMk id="75" creationId="{65EE5449-6C59-4D4F-91C3-E87C0B8B69C2}"/>
          </ac:spMkLst>
        </pc:spChg>
        <pc:spChg chg="add del mod">
          <ac:chgData name="Deep Singh" userId="218171febb998cc3" providerId="LiveId" clId="{A631849A-FE2E-4D2F-A2E6-41A2D3869678}" dt="2020-04-02T16:22:02.088" v="11129"/>
          <ac:spMkLst>
            <pc:docMk/>
            <pc:sldMk cId="2756783290" sldId="336"/>
            <ac:spMk id="76" creationId="{FA268922-2101-4803-B220-A91A8044D83B}"/>
          </ac:spMkLst>
        </pc:spChg>
        <pc:spChg chg="add del">
          <ac:chgData name="Deep Singh" userId="218171febb998cc3" providerId="LiveId" clId="{A631849A-FE2E-4D2F-A2E6-41A2D3869678}" dt="2020-04-02T16:22:02.088" v="11129"/>
          <ac:spMkLst>
            <pc:docMk/>
            <pc:sldMk cId="2756783290" sldId="336"/>
            <ac:spMk id="77" creationId="{CA7440C8-C9DB-4551-9705-5B3BBA520368}"/>
          </ac:spMkLst>
        </pc:spChg>
        <pc:spChg chg="add del mod">
          <ac:chgData name="Deep Singh" userId="218171febb998cc3" providerId="LiveId" clId="{A631849A-FE2E-4D2F-A2E6-41A2D3869678}" dt="2020-04-02T16:22:02.088" v="11129"/>
          <ac:spMkLst>
            <pc:docMk/>
            <pc:sldMk cId="2756783290" sldId="336"/>
            <ac:spMk id="78" creationId="{9AE6BD00-742B-48CF-ABD2-8CF86585730A}"/>
          </ac:spMkLst>
        </pc:spChg>
        <pc:spChg chg="add del">
          <ac:chgData name="Deep Singh" userId="218171febb998cc3" providerId="LiveId" clId="{A631849A-FE2E-4D2F-A2E6-41A2D3869678}" dt="2020-04-02T16:22:02.088" v="11129"/>
          <ac:spMkLst>
            <pc:docMk/>
            <pc:sldMk cId="2756783290" sldId="336"/>
            <ac:spMk id="79" creationId="{D0CC616D-6D84-4547-8823-0C8446E5C65C}"/>
          </ac:spMkLst>
        </pc:spChg>
        <pc:spChg chg="add del mod">
          <ac:chgData name="Deep Singh" userId="218171febb998cc3" providerId="LiveId" clId="{A631849A-FE2E-4D2F-A2E6-41A2D3869678}" dt="2020-04-02T16:22:02.088" v="11129"/>
          <ac:spMkLst>
            <pc:docMk/>
            <pc:sldMk cId="2756783290" sldId="336"/>
            <ac:spMk id="80" creationId="{44AE45AB-670B-402C-9E83-FEE352E6EAC9}"/>
          </ac:spMkLst>
        </pc:spChg>
        <pc:spChg chg="add del">
          <ac:chgData name="Deep Singh" userId="218171febb998cc3" providerId="LiveId" clId="{A631849A-FE2E-4D2F-A2E6-41A2D3869678}" dt="2020-04-02T16:22:02.088" v="11129"/>
          <ac:spMkLst>
            <pc:docMk/>
            <pc:sldMk cId="2756783290" sldId="336"/>
            <ac:spMk id="81" creationId="{ED88D804-1CD9-4556-8CF9-FD6149FD4A17}"/>
          </ac:spMkLst>
        </pc:spChg>
        <pc:spChg chg="add del">
          <ac:chgData name="Deep Singh" userId="218171febb998cc3" providerId="LiveId" clId="{A631849A-FE2E-4D2F-A2E6-41A2D3869678}" dt="2020-04-02T16:22:02.088" v="11129"/>
          <ac:spMkLst>
            <pc:docMk/>
            <pc:sldMk cId="2756783290" sldId="336"/>
            <ac:spMk id="82" creationId="{7428BAFC-457C-4328-9516-9A8F31AE6054}"/>
          </ac:spMkLst>
        </pc:spChg>
        <pc:spChg chg="add del">
          <ac:chgData name="Deep Singh" userId="218171febb998cc3" providerId="LiveId" clId="{A631849A-FE2E-4D2F-A2E6-41A2D3869678}" dt="2020-04-02T16:22:02.088" v="11129"/>
          <ac:spMkLst>
            <pc:docMk/>
            <pc:sldMk cId="2756783290" sldId="336"/>
            <ac:spMk id="83" creationId="{CC4F3AB7-52F1-4BC6-991F-2D5EED096C24}"/>
          </ac:spMkLst>
        </pc:spChg>
        <pc:spChg chg="add del">
          <ac:chgData name="Deep Singh" userId="218171febb998cc3" providerId="LiveId" clId="{A631849A-FE2E-4D2F-A2E6-41A2D3869678}" dt="2020-04-02T16:22:02.088" v="11129"/>
          <ac:spMkLst>
            <pc:docMk/>
            <pc:sldMk cId="2756783290" sldId="336"/>
            <ac:spMk id="84" creationId="{87EDDE89-5ECF-44E4-868F-DE9FB71806D5}"/>
          </ac:spMkLst>
        </pc:spChg>
        <pc:spChg chg="add del">
          <ac:chgData name="Deep Singh" userId="218171febb998cc3" providerId="LiveId" clId="{A631849A-FE2E-4D2F-A2E6-41A2D3869678}" dt="2020-04-02T16:22:02.088" v="11129"/>
          <ac:spMkLst>
            <pc:docMk/>
            <pc:sldMk cId="2756783290" sldId="336"/>
            <ac:spMk id="85" creationId="{A2993012-214E-4997-A94A-D85764099F49}"/>
          </ac:spMkLst>
        </pc:spChg>
        <pc:spChg chg="add del">
          <ac:chgData name="Deep Singh" userId="218171febb998cc3" providerId="LiveId" clId="{A631849A-FE2E-4D2F-A2E6-41A2D3869678}" dt="2020-04-02T16:22:02.088" v="11129"/>
          <ac:spMkLst>
            <pc:docMk/>
            <pc:sldMk cId="2756783290" sldId="336"/>
            <ac:spMk id="86" creationId="{9EE634AE-300E-42F7-A11B-18D4EC1D61D8}"/>
          </ac:spMkLst>
        </pc:spChg>
        <pc:spChg chg="add del">
          <ac:chgData name="Deep Singh" userId="218171febb998cc3" providerId="LiveId" clId="{A631849A-FE2E-4D2F-A2E6-41A2D3869678}" dt="2020-04-02T16:22:02.088" v="11129"/>
          <ac:spMkLst>
            <pc:docMk/>
            <pc:sldMk cId="2756783290" sldId="336"/>
            <ac:spMk id="87" creationId="{11689E84-5FA1-4090-BE62-2F285C2272C7}"/>
          </ac:spMkLst>
        </pc:spChg>
        <pc:spChg chg="add del">
          <ac:chgData name="Deep Singh" userId="218171febb998cc3" providerId="LiveId" clId="{A631849A-FE2E-4D2F-A2E6-41A2D3869678}" dt="2020-04-02T16:22:02.088" v="11129"/>
          <ac:spMkLst>
            <pc:docMk/>
            <pc:sldMk cId="2756783290" sldId="336"/>
            <ac:spMk id="88" creationId="{88D50F9F-18C1-4843-BF58-41BDD76342BB}"/>
          </ac:spMkLst>
        </pc:spChg>
        <pc:spChg chg="add del">
          <ac:chgData name="Deep Singh" userId="218171febb998cc3" providerId="LiveId" clId="{A631849A-FE2E-4D2F-A2E6-41A2D3869678}" dt="2020-04-02T16:22:02.088" v="11129"/>
          <ac:spMkLst>
            <pc:docMk/>
            <pc:sldMk cId="2756783290" sldId="336"/>
            <ac:spMk id="89" creationId="{CB721CE7-C10C-4254-9DDE-CB9869CA4DA9}"/>
          </ac:spMkLst>
        </pc:spChg>
        <pc:spChg chg="add del mod">
          <ac:chgData name="Deep Singh" userId="218171febb998cc3" providerId="LiveId" clId="{A631849A-FE2E-4D2F-A2E6-41A2D3869678}" dt="2020-04-02T16:23:08.531" v="11137"/>
          <ac:spMkLst>
            <pc:docMk/>
            <pc:sldMk cId="2756783290" sldId="336"/>
            <ac:spMk id="90" creationId="{E525D572-09FC-4BC7-A1C4-0514C245319A}"/>
          </ac:spMkLst>
        </pc:spChg>
        <pc:spChg chg="add del">
          <ac:chgData name="Deep Singh" userId="218171febb998cc3" providerId="LiveId" clId="{A631849A-FE2E-4D2F-A2E6-41A2D3869678}" dt="2020-04-02T16:23:08.531" v="11137"/>
          <ac:spMkLst>
            <pc:docMk/>
            <pc:sldMk cId="2756783290" sldId="336"/>
            <ac:spMk id="91" creationId="{069084DB-DD06-4B2E-B4AD-0AF3A97CA9D1}"/>
          </ac:spMkLst>
        </pc:spChg>
        <pc:spChg chg="add del">
          <ac:chgData name="Deep Singh" userId="218171febb998cc3" providerId="LiveId" clId="{A631849A-FE2E-4D2F-A2E6-41A2D3869678}" dt="2020-04-02T16:23:08.531" v="11137"/>
          <ac:spMkLst>
            <pc:docMk/>
            <pc:sldMk cId="2756783290" sldId="336"/>
            <ac:spMk id="92" creationId="{D66FC1A9-FB05-4A8F-AD56-67612BE74ED1}"/>
          </ac:spMkLst>
        </pc:spChg>
        <pc:spChg chg="add del">
          <ac:chgData name="Deep Singh" userId="218171febb998cc3" providerId="LiveId" clId="{A631849A-FE2E-4D2F-A2E6-41A2D3869678}" dt="2020-04-02T16:23:08.531" v="11137"/>
          <ac:spMkLst>
            <pc:docMk/>
            <pc:sldMk cId="2756783290" sldId="336"/>
            <ac:spMk id="93" creationId="{E53F3286-AD36-4584-8BEA-E97B3A2684B5}"/>
          </ac:spMkLst>
        </pc:spChg>
        <pc:spChg chg="add del">
          <ac:chgData name="Deep Singh" userId="218171febb998cc3" providerId="LiveId" clId="{A631849A-FE2E-4D2F-A2E6-41A2D3869678}" dt="2020-04-02T16:23:08.531" v="11137"/>
          <ac:spMkLst>
            <pc:docMk/>
            <pc:sldMk cId="2756783290" sldId="336"/>
            <ac:spMk id="94" creationId="{2131815A-35A9-4550-B88A-4ACA45605E64}"/>
          </ac:spMkLst>
        </pc:spChg>
        <pc:spChg chg="add del">
          <ac:chgData name="Deep Singh" userId="218171febb998cc3" providerId="LiveId" clId="{A631849A-FE2E-4D2F-A2E6-41A2D3869678}" dt="2020-04-02T16:23:08.531" v="11137"/>
          <ac:spMkLst>
            <pc:docMk/>
            <pc:sldMk cId="2756783290" sldId="336"/>
            <ac:spMk id="95" creationId="{463333AE-69D9-4FCB-9ECB-4B9839DD9B00}"/>
          </ac:spMkLst>
        </pc:spChg>
        <pc:spChg chg="add del">
          <ac:chgData name="Deep Singh" userId="218171febb998cc3" providerId="LiveId" clId="{A631849A-FE2E-4D2F-A2E6-41A2D3869678}" dt="2020-04-02T16:23:08.531" v="11137"/>
          <ac:spMkLst>
            <pc:docMk/>
            <pc:sldMk cId="2756783290" sldId="336"/>
            <ac:spMk id="96" creationId="{6C7FB565-B09C-4E35-B588-E639C445A8DC}"/>
          </ac:spMkLst>
        </pc:spChg>
        <pc:spChg chg="add del">
          <ac:chgData name="Deep Singh" userId="218171febb998cc3" providerId="LiveId" clId="{A631849A-FE2E-4D2F-A2E6-41A2D3869678}" dt="2020-04-02T16:23:08.531" v="11137"/>
          <ac:spMkLst>
            <pc:docMk/>
            <pc:sldMk cId="2756783290" sldId="336"/>
            <ac:spMk id="97" creationId="{C0294B4F-1C62-4D85-ACB9-498887AE41AA}"/>
          </ac:spMkLst>
        </pc:spChg>
        <pc:spChg chg="add del">
          <ac:chgData name="Deep Singh" userId="218171febb998cc3" providerId="LiveId" clId="{A631849A-FE2E-4D2F-A2E6-41A2D3869678}" dt="2020-04-02T16:23:08.531" v="11137"/>
          <ac:spMkLst>
            <pc:docMk/>
            <pc:sldMk cId="2756783290" sldId="336"/>
            <ac:spMk id="98" creationId="{B35797FC-2C25-4DFA-9C42-FEEDBBA55D89}"/>
          </ac:spMkLst>
        </pc:spChg>
        <pc:spChg chg="add del">
          <ac:chgData name="Deep Singh" userId="218171febb998cc3" providerId="LiveId" clId="{A631849A-FE2E-4D2F-A2E6-41A2D3869678}" dt="2020-04-02T16:23:08.531" v="11137"/>
          <ac:spMkLst>
            <pc:docMk/>
            <pc:sldMk cId="2756783290" sldId="336"/>
            <ac:spMk id="99" creationId="{56A0BD73-57B9-4EFF-88B2-E4D51E6CDD88}"/>
          </ac:spMkLst>
        </pc:spChg>
        <pc:spChg chg="add del">
          <ac:chgData name="Deep Singh" userId="218171febb998cc3" providerId="LiveId" clId="{A631849A-FE2E-4D2F-A2E6-41A2D3869678}" dt="2020-04-02T16:23:08.531" v="11137"/>
          <ac:spMkLst>
            <pc:docMk/>
            <pc:sldMk cId="2756783290" sldId="336"/>
            <ac:spMk id="100" creationId="{C2E89B7F-319A-4268-951B-C67AD5631CD9}"/>
          </ac:spMkLst>
        </pc:spChg>
        <pc:spChg chg="add del">
          <ac:chgData name="Deep Singh" userId="218171febb998cc3" providerId="LiveId" clId="{A631849A-FE2E-4D2F-A2E6-41A2D3869678}" dt="2020-04-02T16:23:08.531" v="11137"/>
          <ac:spMkLst>
            <pc:docMk/>
            <pc:sldMk cId="2756783290" sldId="336"/>
            <ac:spMk id="101" creationId="{8F10EF89-CA7D-4E84-9EDC-CB9153E0A4E1}"/>
          </ac:spMkLst>
        </pc:spChg>
        <pc:spChg chg="add del">
          <ac:chgData name="Deep Singh" userId="218171febb998cc3" providerId="LiveId" clId="{A631849A-FE2E-4D2F-A2E6-41A2D3869678}" dt="2020-04-02T16:23:08.531" v="11137"/>
          <ac:spMkLst>
            <pc:docMk/>
            <pc:sldMk cId="2756783290" sldId="336"/>
            <ac:spMk id="102" creationId="{E82F8472-FF33-49B5-AD1B-BF69030BA12C}"/>
          </ac:spMkLst>
        </pc:spChg>
        <pc:spChg chg="add del">
          <ac:chgData name="Deep Singh" userId="218171febb998cc3" providerId="LiveId" clId="{A631849A-FE2E-4D2F-A2E6-41A2D3869678}" dt="2020-04-02T16:23:08.531" v="11137"/>
          <ac:spMkLst>
            <pc:docMk/>
            <pc:sldMk cId="2756783290" sldId="336"/>
            <ac:spMk id="103" creationId="{34A985F5-ED5B-4736-861D-827D30530546}"/>
          </ac:spMkLst>
        </pc:spChg>
        <pc:spChg chg="add del">
          <ac:chgData name="Deep Singh" userId="218171febb998cc3" providerId="LiveId" clId="{A631849A-FE2E-4D2F-A2E6-41A2D3869678}" dt="2020-04-02T16:23:08.531" v="11137"/>
          <ac:spMkLst>
            <pc:docMk/>
            <pc:sldMk cId="2756783290" sldId="336"/>
            <ac:spMk id="104" creationId="{BF46003D-4101-441F-9142-A119D1ADD686}"/>
          </ac:spMkLst>
        </pc:spChg>
        <pc:spChg chg="add del">
          <ac:chgData name="Deep Singh" userId="218171febb998cc3" providerId="LiveId" clId="{A631849A-FE2E-4D2F-A2E6-41A2D3869678}" dt="2020-04-02T16:23:08.531" v="11137"/>
          <ac:spMkLst>
            <pc:docMk/>
            <pc:sldMk cId="2756783290" sldId="336"/>
            <ac:spMk id="105" creationId="{1E32F3DA-B8BA-49F2-B9E9-C028AC7F7866}"/>
          </ac:spMkLst>
        </pc:spChg>
        <pc:spChg chg="add del">
          <ac:chgData name="Deep Singh" userId="218171febb998cc3" providerId="LiveId" clId="{A631849A-FE2E-4D2F-A2E6-41A2D3869678}" dt="2020-04-02T16:23:08.531" v="11137"/>
          <ac:spMkLst>
            <pc:docMk/>
            <pc:sldMk cId="2756783290" sldId="336"/>
            <ac:spMk id="106" creationId="{87B41D6C-AE42-44A8-8020-40847D232669}"/>
          </ac:spMkLst>
        </pc:spChg>
        <pc:spChg chg="add del">
          <ac:chgData name="Deep Singh" userId="218171febb998cc3" providerId="LiveId" clId="{A631849A-FE2E-4D2F-A2E6-41A2D3869678}" dt="2020-04-02T16:23:08.531" v="11137"/>
          <ac:spMkLst>
            <pc:docMk/>
            <pc:sldMk cId="2756783290" sldId="336"/>
            <ac:spMk id="107" creationId="{A1105873-734B-4639-B456-377CF73F7393}"/>
          </ac:spMkLst>
        </pc:spChg>
        <pc:spChg chg="add del">
          <ac:chgData name="Deep Singh" userId="218171febb998cc3" providerId="LiveId" clId="{A631849A-FE2E-4D2F-A2E6-41A2D3869678}" dt="2020-04-02T16:23:08.531" v="11137"/>
          <ac:spMkLst>
            <pc:docMk/>
            <pc:sldMk cId="2756783290" sldId="336"/>
            <ac:spMk id="108" creationId="{498CE37F-BCDB-4F8D-A504-AA5BB09E8A2F}"/>
          </ac:spMkLst>
        </pc:spChg>
        <pc:spChg chg="add del">
          <ac:chgData name="Deep Singh" userId="218171febb998cc3" providerId="LiveId" clId="{A631849A-FE2E-4D2F-A2E6-41A2D3869678}" dt="2020-04-02T16:23:08.531" v="11137"/>
          <ac:spMkLst>
            <pc:docMk/>
            <pc:sldMk cId="2756783290" sldId="336"/>
            <ac:spMk id="109" creationId="{CD01DAFC-06AB-42C9-96D6-24A0989FDCB4}"/>
          </ac:spMkLst>
        </pc:spChg>
        <pc:spChg chg="add del">
          <ac:chgData name="Deep Singh" userId="218171febb998cc3" providerId="LiveId" clId="{A631849A-FE2E-4D2F-A2E6-41A2D3869678}" dt="2020-04-02T16:23:08.531" v="11137"/>
          <ac:spMkLst>
            <pc:docMk/>
            <pc:sldMk cId="2756783290" sldId="336"/>
            <ac:spMk id="110" creationId="{BD1FB652-D03C-4B21-A47C-37E21C307ABE}"/>
          </ac:spMkLst>
        </pc:spChg>
        <pc:spChg chg="add del">
          <ac:chgData name="Deep Singh" userId="218171febb998cc3" providerId="LiveId" clId="{A631849A-FE2E-4D2F-A2E6-41A2D3869678}" dt="2020-04-02T16:23:08.531" v="11137"/>
          <ac:spMkLst>
            <pc:docMk/>
            <pc:sldMk cId="2756783290" sldId="336"/>
            <ac:spMk id="111" creationId="{28734BFE-B415-492D-9A4B-53F35B005276}"/>
          </ac:spMkLst>
        </pc:spChg>
        <pc:spChg chg="add del">
          <ac:chgData name="Deep Singh" userId="218171febb998cc3" providerId="LiveId" clId="{A631849A-FE2E-4D2F-A2E6-41A2D3869678}" dt="2020-04-02T16:23:08.531" v="11137"/>
          <ac:spMkLst>
            <pc:docMk/>
            <pc:sldMk cId="2756783290" sldId="336"/>
            <ac:spMk id="112" creationId="{F7769C06-551D-4FCD-AB11-5EA09D9F915E}"/>
          </ac:spMkLst>
        </pc:spChg>
        <pc:spChg chg="add del">
          <ac:chgData name="Deep Singh" userId="218171febb998cc3" providerId="LiveId" clId="{A631849A-FE2E-4D2F-A2E6-41A2D3869678}" dt="2020-04-02T16:23:08.531" v="11137"/>
          <ac:spMkLst>
            <pc:docMk/>
            <pc:sldMk cId="2756783290" sldId="336"/>
            <ac:spMk id="113" creationId="{481B862A-0543-4B48-92CE-82C52C114D98}"/>
          </ac:spMkLst>
        </pc:spChg>
        <pc:spChg chg="add del">
          <ac:chgData name="Deep Singh" userId="218171febb998cc3" providerId="LiveId" clId="{A631849A-FE2E-4D2F-A2E6-41A2D3869678}" dt="2020-04-02T16:23:08.531" v="11137"/>
          <ac:spMkLst>
            <pc:docMk/>
            <pc:sldMk cId="2756783290" sldId="336"/>
            <ac:spMk id="114" creationId="{CD1C2E87-23A4-4697-9EC0-0A56BEB4E25E}"/>
          </ac:spMkLst>
        </pc:spChg>
        <pc:spChg chg="add del">
          <ac:chgData name="Deep Singh" userId="218171febb998cc3" providerId="LiveId" clId="{A631849A-FE2E-4D2F-A2E6-41A2D3869678}" dt="2020-04-02T16:23:08.531" v="11137"/>
          <ac:spMkLst>
            <pc:docMk/>
            <pc:sldMk cId="2756783290" sldId="336"/>
            <ac:spMk id="115" creationId="{85D526C0-7C2D-4C30-89DF-73F84FD03E1D}"/>
          </ac:spMkLst>
        </pc:spChg>
        <pc:spChg chg="add del">
          <ac:chgData name="Deep Singh" userId="218171febb998cc3" providerId="LiveId" clId="{A631849A-FE2E-4D2F-A2E6-41A2D3869678}" dt="2020-04-02T16:23:08.531" v="11137"/>
          <ac:spMkLst>
            <pc:docMk/>
            <pc:sldMk cId="2756783290" sldId="336"/>
            <ac:spMk id="116" creationId="{38C86565-B218-4E3C-9F40-6210F38243BE}"/>
          </ac:spMkLst>
        </pc:spChg>
        <pc:spChg chg="add del">
          <ac:chgData name="Deep Singh" userId="218171febb998cc3" providerId="LiveId" clId="{A631849A-FE2E-4D2F-A2E6-41A2D3869678}" dt="2020-04-02T16:23:08.531" v="11137"/>
          <ac:spMkLst>
            <pc:docMk/>
            <pc:sldMk cId="2756783290" sldId="336"/>
            <ac:spMk id="117" creationId="{A3425D07-C031-4859-8829-D181CCA5A23E}"/>
          </ac:spMkLst>
        </pc:spChg>
        <pc:spChg chg="add del">
          <ac:chgData name="Deep Singh" userId="218171febb998cc3" providerId="LiveId" clId="{A631849A-FE2E-4D2F-A2E6-41A2D3869678}" dt="2020-04-02T16:23:08.531" v="11137"/>
          <ac:spMkLst>
            <pc:docMk/>
            <pc:sldMk cId="2756783290" sldId="336"/>
            <ac:spMk id="118" creationId="{85E24529-1327-4CCD-8D09-B9D842DB3268}"/>
          </ac:spMkLst>
        </pc:spChg>
        <pc:spChg chg="add del">
          <ac:chgData name="Deep Singh" userId="218171febb998cc3" providerId="LiveId" clId="{A631849A-FE2E-4D2F-A2E6-41A2D3869678}" dt="2020-04-02T16:23:08.531" v="11137"/>
          <ac:spMkLst>
            <pc:docMk/>
            <pc:sldMk cId="2756783290" sldId="336"/>
            <ac:spMk id="119" creationId="{00477650-EC59-4720-8B02-ED5A71EC1F49}"/>
          </ac:spMkLst>
        </pc:spChg>
        <pc:spChg chg="add del">
          <ac:chgData name="Deep Singh" userId="218171febb998cc3" providerId="LiveId" clId="{A631849A-FE2E-4D2F-A2E6-41A2D3869678}" dt="2020-04-02T16:23:08.531" v="11137"/>
          <ac:spMkLst>
            <pc:docMk/>
            <pc:sldMk cId="2756783290" sldId="336"/>
            <ac:spMk id="120" creationId="{D1883F9C-3335-46CE-BEED-71EEC2E1BF46}"/>
          </ac:spMkLst>
        </pc:spChg>
        <pc:spChg chg="add del">
          <ac:chgData name="Deep Singh" userId="218171febb998cc3" providerId="LiveId" clId="{A631849A-FE2E-4D2F-A2E6-41A2D3869678}" dt="2020-04-02T16:23:08.531" v="11137"/>
          <ac:spMkLst>
            <pc:docMk/>
            <pc:sldMk cId="2756783290" sldId="336"/>
            <ac:spMk id="121" creationId="{5F08668F-E09E-4296-9859-D1C891CEA8B6}"/>
          </ac:spMkLst>
        </pc:spChg>
        <pc:spChg chg="add del">
          <ac:chgData name="Deep Singh" userId="218171febb998cc3" providerId="LiveId" clId="{A631849A-FE2E-4D2F-A2E6-41A2D3869678}" dt="2020-04-02T16:23:08.531" v="11137"/>
          <ac:spMkLst>
            <pc:docMk/>
            <pc:sldMk cId="2756783290" sldId="336"/>
            <ac:spMk id="122" creationId="{F52DBDFB-4741-471F-807B-6FAB4FF67705}"/>
          </ac:spMkLst>
        </pc:spChg>
        <pc:spChg chg="add del">
          <ac:chgData name="Deep Singh" userId="218171febb998cc3" providerId="LiveId" clId="{A631849A-FE2E-4D2F-A2E6-41A2D3869678}" dt="2020-04-02T16:23:08.531" v="11137"/>
          <ac:spMkLst>
            <pc:docMk/>
            <pc:sldMk cId="2756783290" sldId="336"/>
            <ac:spMk id="123" creationId="{F14653B9-7A67-43D0-A258-2E91F01A0104}"/>
          </ac:spMkLst>
        </pc:spChg>
        <pc:spChg chg="add del">
          <ac:chgData name="Deep Singh" userId="218171febb998cc3" providerId="LiveId" clId="{A631849A-FE2E-4D2F-A2E6-41A2D3869678}" dt="2020-04-02T16:23:08.531" v="11137"/>
          <ac:spMkLst>
            <pc:docMk/>
            <pc:sldMk cId="2756783290" sldId="336"/>
            <ac:spMk id="124" creationId="{1AF24480-8FDC-4B53-BFFE-07CED4E63FE2}"/>
          </ac:spMkLst>
        </pc:spChg>
        <pc:spChg chg="add del">
          <ac:chgData name="Deep Singh" userId="218171febb998cc3" providerId="LiveId" clId="{A631849A-FE2E-4D2F-A2E6-41A2D3869678}" dt="2020-04-02T16:23:08.531" v="11137"/>
          <ac:spMkLst>
            <pc:docMk/>
            <pc:sldMk cId="2756783290" sldId="336"/>
            <ac:spMk id="125" creationId="{A16FB9D7-BDB4-4AAF-B5C9-C76B7586373E}"/>
          </ac:spMkLst>
        </pc:spChg>
        <pc:spChg chg="add del">
          <ac:chgData name="Deep Singh" userId="218171febb998cc3" providerId="LiveId" clId="{A631849A-FE2E-4D2F-A2E6-41A2D3869678}" dt="2020-04-02T16:23:08.531" v="11137"/>
          <ac:spMkLst>
            <pc:docMk/>
            <pc:sldMk cId="2756783290" sldId="336"/>
            <ac:spMk id="126" creationId="{D1A9D0D1-EA68-4A1F-B166-B9A9BA1264CE}"/>
          </ac:spMkLst>
        </pc:spChg>
        <pc:spChg chg="add del">
          <ac:chgData name="Deep Singh" userId="218171febb998cc3" providerId="LiveId" clId="{A631849A-FE2E-4D2F-A2E6-41A2D3869678}" dt="2020-04-02T16:23:08.531" v="11137"/>
          <ac:spMkLst>
            <pc:docMk/>
            <pc:sldMk cId="2756783290" sldId="336"/>
            <ac:spMk id="127" creationId="{0BF78C17-DC20-463F-B221-D594707BF845}"/>
          </ac:spMkLst>
        </pc:spChg>
        <pc:spChg chg="add del">
          <ac:chgData name="Deep Singh" userId="218171febb998cc3" providerId="LiveId" clId="{A631849A-FE2E-4D2F-A2E6-41A2D3869678}" dt="2020-04-02T16:23:08.531" v="11137"/>
          <ac:spMkLst>
            <pc:docMk/>
            <pc:sldMk cId="2756783290" sldId="336"/>
            <ac:spMk id="128" creationId="{A7983E24-7851-4B44-B138-243A42D67FD6}"/>
          </ac:spMkLst>
        </pc:spChg>
        <pc:spChg chg="add del">
          <ac:chgData name="Deep Singh" userId="218171febb998cc3" providerId="LiveId" clId="{A631849A-FE2E-4D2F-A2E6-41A2D3869678}" dt="2020-04-02T16:23:08.531" v="11137"/>
          <ac:spMkLst>
            <pc:docMk/>
            <pc:sldMk cId="2756783290" sldId="336"/>
            <ac:spMk id="129" creationId="{B4F6355C-A984-4B4C-8ACF-DF9ECD307CAE}"/>
          </ac:spMkLst>
        </pc:spChg>
      </pc:sldChg>
      <pc:sldChg chg="addSp delSp add del setBg delDesignElem">
        <pc:chgData name="Deep Singh" userId="218171febb998cc3" providerId="LiveId" clId="{A631849A-FE2E-4D2F-A2E6-41A2D3869678}" dt="2020-04-02T17:54:41.056" v="13336"/>
        <pc:sldMkLst>
          <pc:docMk/>
          <pc:sldMk cId="117320611" sldId="337"/>
        </pc:sldMkLst>
        <pc:spChg chg="add del">
          <ac:chgData name="Deep Singh" userId="218171febb998cc3" providerId="LiveId" clId="{A631849A-FE2E-4D2F-A2E6-41A2D3869678}" dt="2020-04-02T17:54:41.056" v="13336"/>
          <ac:spMkLst>
            <pc:docMk/>
            <pc:sldMk cId="117320611" sldId="337"/>
            <ac:spMk id="13" creationId="{4C608BEB-860E-4094-8511-78603564A75E}"/>
          </ac:spMkLst>
        </pc:spChg>
        <pc:cxnChg chg="add del">
          <ac:chgData name="Deep Singh" userId="218171febb998cc3" providerId="LiveId" clId="{A631849A-FE2E-4D2F-A2E6-41A2D3869678}" dt="2020-04-02T17:54:41.056" v="13336"/>
          <ac:cxnSpMkLst>
            <pc:docMk/>
            <pc:sldMk cId="117320611" sldId="337"/>
            <ac:cxnSpMk id="15" creationId="{1F16A8D4-FE87-4604-88B2-394B5D1EB437}"/>
          </ac:cxnSpMkLst>
        </pc:cxnChg>
      </pc:sldChg>
      <pc:sldChg chg="addSp delSp add del setBg delDesignElem">
        <pc:chgData name="Deep Singh" userId="218171febb998cc3" providerId="LiveId" clId="{A631849A-FE2E-4D2F-A2E6-41A2D3869678}" dt="2020-04-02T17:54:35.348" v="13333"/>
        <pc:sldMkLst>
          <pc:docMk/>
          <pc:sldMk cId="1554198471" sldId="337"/>
        </pc:sldMkLst>
        <pc:spChg chg="add del">
          <ac:chgData name="Deep Singh" userId="218171febb998cc3" providerId="LiveId" clId="{A631849A-FE2E-4D2F-A2E6-41A2D3869678}" dt="2020-04-02T17:54:35.348" v="13333"/>
          <ac:spMkLst>
            <pc:docMk/>
            <pc:sldMk cId="1554198471" sldId="337"/>
            <ac:spMk id="13" creationId="{4C608BEB-860E-4094-8511-78603564A75E}"/>
          </ac:spMkLst>
        </pc:spChg>
        <pc:cxnChg chg="add del">
          <ac:chgData name="Deep Singh" userId="218171febb998cc3" providerId="LiveId" clId="{A631849A-FE2E-4D2F-A2E6-41A2D3869678}" dt="2020-04-02T17:54:35.348" v="13333"/>
          <ac:cxnSpMkLst>
            <pc:docMk/>
            <pc:sldMk cId="1554198471" sldId="337"/>
            <ac:cxnSpMk id="15" creationId="{1F16A8D4-FE87-4604-88B2-394B5D1EB437}"/>
          </ac:cxnSpMkLst>
        </pc:cxnChg>
      </pc:sldChg>
      <pc:sldChg chg="modSp add">
        <pc:chgData name="Deep Singh" userId="218171febb998cc3" providerId="LiveId" clId="{A631849A-FE2E-4D2F-A2E6-41A2D3869678}" dt="2020-04-02T20:08:48.688" v="14796"/>
        <pc:sldMkLst>
          <pc:docMk/>
          <pc:sldMk cId="3638135901" sldId="337"/>
        </pc:sldMkLst>
        <pc:spChg chg="mod">
          <ac:chgData name="Deep Singh" userId="218171febb998cc3" providerId="LiveId" clId="{A631849A-FE2E-4D2F-A2E6-41A2D3869678}" dt="2020-04-02T20:05:45.287" v="14639" actId="20577"/>
          <ac:spMkLst>
            <pc:docMk/>
            <pc:sldMk cId="3638135901" sldId="337"/>
            <ac:spMk id="6" creationId="{152ADB85-0025-4E0A-B62D-0D6377972C2F}"/>
          </ac:spMkLst>
        </pc:spChg>
        <pc:graphicFrameChg chg="mod">
          <ac:chgData name="Deep Singh" userId="218171febb998cc3" providerId="LiveId" clId="{A631849A-FE2E-4D2F-A2E6-41A2D3869678}" dt="2020-04-02T20:08:48.688" v="14796"/>
          <ac:graphicFrameMkLst>
            <pc:docMk/>
            <pc:sldMk cId="3638135901" sldId="337"/>
            <ac:graphicFrameMk id="17" creationId="{16ABED77-31FE-4EDA-A472-E0B431693583}"/>
          </ac:graphicFrameMkLst>
        </pc:graphicFrameChg>
      </pc:sldChg>
      <pc:sldChg chg="delSp modSp add del">
        <pc:chgData name="Deep Singh" userId="218171febb998cc3" providerId="LiveId" clId="{A631849A-FE2E-4D2F-A2E6-41A2D3869678}" dt="2020-04-02T20:12:20.348" v="14801" actId="47"/>
        <pc:sldMkLst>
          <pc:docMk/>
          <pc:sldMk cId="1619044182" sldId="338"/>
        </pc:sldMkLst>
        <pc:spChg chg="del">
          <ac:chgData name="Deep Singh" userId="218171febb998cc3" providerId="LiveId" clId="{A631849A-FE2E-4D2F-A2E6-41A2D3869678}" dt="2020-04-02T18:07:43.108" v="13769" actId="478"/>
          <ac:spMkLst>
            <pc:docMk/>
            <pc:sldMk cId="1619044182" sldId="338"/>
            <ac:spMk id="2" creationId="{30AD6074-4D93-4A7C-8DA3-20F8B74DBE5A}"/>
          </ac:spMkLst>
        </pc:spChg>
        <pc:spChg chg="mod">
          <ac:chgData name="Deep Singh" userId="218171febb998cc3" providerId="LiveId" clId="{A631849A-FE2E-4D2F-A2E6-41A2D3869678}" dt="2020-04-02T18:07:49.052" v="13777" actId="20577"/>
          <ac:spMkLst>
            <pc:docMk/>
            <pc:sldMk cId="1619044182" sldId="338"/>
            <ac:spMk id="6" creationId="{152ADB85-0025-4E0A-B62D-0D6377972C2F}"/>
          </ac:spMkLst>
        </pc:spChg>
        <pc:spChg chg="del">
          <ac:chgData name="Deep Singh" userId="218171febb998cc3" providerId="LiveId" clId="{A631849A-FE2E-4D2F-A2E6-41A2D3869678}" dt="2020-04-02T18:07:43.108" v="13769" actId="478"/>
          <ac:spMkLst>
            <pc:docMk/>
            <pc:sldMk cId="1619044182" sldId="338"/>
            <ac:spMk id="45" creationId="{2AB2EAC4-4687-4CB8-AF14-8FB575146120}"/>
          </ac:spMkLst>
        </pc:spChg>
        <pc:spChg chg="del">
          <ac:chgData name="Deep Singh" userId="218171febb998cc3" providerId="LiveId" clId="{A631849A-FE2E-4D2F-A2E6-41A2D3869678}" dt="2020-04-02T18:07:43.108" v="13769" actId="478"/>
          <ac:spMkLst>
            <pc:docMk/>
            <pc:sldMk cId="1619044182" sldId="338"/>
            <ac:spMk id="46" creationId="{C47BC654-7855-4974-81AC-EC258CF0BB02}"/>
          </ac:spMkLst>
        </pc:spChg>
        <pc:spChg chg="del">
          <ac:chgData name="Deep Singh" userId="218171febb998cc3" providerId="LiveId" clId="{A631849A-FE2E-4D2F-A2E6-41A2D3869678}" dt="2020-04-02T18:07:43.108" v="13769" actId="478"/>
          <ac:spMkLst>
            <pc:docMk/>
            <pc:sldMk cId="1619044182" sldId="338"/>
            <ac:spMk id="48" creationId="{36A4A1A8-9B39-4073-9BAF-D57FA8B490A5}"/>
          </ac:spMkLst>
        </pc:spChg>
        <pc:spChg chg="del">
          <ac:chgData name="Deep Singh" userId="218171febb998cc3" providerId="LiveId" clId="{A631849A-FE2E-4D2F-A2E6-41A2D3869678}" dt="2020-04-02T18:07:43.108" v="13769" actId="478"/>
          <ac:spMkLst>
            <pc:docMk/>
            <pc:sldMk cId="1619044182" sldId="338"/>
            <ac:spMk id="49" creationId="{A4A28945-A004-46D3-8BD5-6DF53B5498B3}"/>
          </ac:spMkLst>
        </pc:spChg>
        <pc:spChg chg="del">
          <ac:chgData name="Deep Singh" userId="218171febb998cc3" providerId="LiveId" clId="{A631849A-FE2E-4D2F-A2E6-41A2D3869678}" dt="2020-04-02T18:07:43.108" v="13769" actId="478"/>
          <ac:spMkLst>
            <pc:docMk/>
            <pc:sldMk cId="1619044182" sldId="338"/>
            <ac:spMk id="50" creationId="{EB1ECCA4-9B54-458C-AE13-8929C4E011F2}"/>
          </ac:spMkLst>
        </pc:spChg>
        <pc:spChg chg="del">
          <ac:chgData name="Deep Singh" userId="218171febb998cc3" providerId="LiveId" clId="{A631849A-FE2E-4D2F-A2E6-41A2D3869678}" dt="2020-04-02T18:07:43.108" v="13769" actId="478"/>
          <ac:spMkLst>
            <pc:docMk/>
            <pc:sldMk cId="1619044182" sldId="338"/>
            <ac:spMk id="52" creationId="{EE00120C-F9A6-47B2-9238-46619C8AE1E8}"/>
          </ac:spMkLst>
        </pc:spChg>
        <pc:spChg chg="del">
          <ac:chgData name="Deep Singh" userId="218171febb998cc3" providerId="LiveId" clId="{A631849A-FE2E-4D2F-A2E6-41A2D3869678}" dt="2020-04-02T18:07:43.108" v="13769" actId="478"/>
          <ac:spMkLst>
            <pc:docMk/>
            <pc:sldMk cId="1619044182" sldId="338"/>
            <ac:spMk id="53" creationId="{1C3F2C3F-0568-4D9C-987F-EB99FC00D0D1}"/>
          </ac:spMkLst>
        </pc:spChg>
        <pc:spChg chg="del">
          <ac:chgData name="Deep Singh" userId="218171febb998cc3" providerId="LiveId" clId="{A631849A-FE2E-4D2F-A2E6-41A2D3869678}" dt="2020-04-02T18:07:43.108" v="13769" actId="478"/>
          <ac:spMkLst>
            <pc:docMk/>
            <pc:sldMk cId="1619044182" sldId="338"/>
            <ac:spMk id="55" creationId="{7894C32E-738D-4E73-B551-AA579AFA911B}"/>
          </ac:spMkLst>
        </pc:spChg>
        <pc:spChg chg="del">
          <ac:chgData name="Deep Singh" userId="218171febb998cc3" providerId="LiveId" clId="{A631849A-FE2E-4D2F-A2E6-41A2D3869678}" dt="2020-04-02T18:07:43.108" v="13769" actId="478"/>
          <ac:spMkLst>
            <pc:docMk/>
            <pc:sldMk cId="1619044182" sldId="338"/>
            <ac:spMk id="57" creationId="{3D674D3F-C625-45CE-9AF6-A371AA4AD08D}"/>
          </ac:spMkLst>
        </pc:spChg>
        <pc:spChg chg="del">
          <ac:chgData name="Deep Singh" userId="218171febb998cc3" providerId="LiveId" clId="{A631849A-FE2E-4D2F-A2E6-41A2D3869678}" dt="2020-04-02T18:07:43.108" v="13769" actId="478"/>
          <ac:spMkLst>
            <pc:docMk/>
            <pc:sldMk cId="1619044182" sldId="338"/>
            <ac:spMk id="58" creationId="{CA88B518-094A-40BD-AE42-C45DFC9133C0}"/>
          </ac:spMkLst>
        </pc:spChg>
        <pc:spChg chg="del">
          <ac:chgData name="Deep Singh" userId="218171febb998cc3" providerId="LiveId" clId="{A631849A-FE2E-4D2F-A2E6-41A2D3869678}" dt="2020-04-02T18:07:43.108" v="13769" actId="478"/>
          <ac:spMkLst>
            <pc:docMk/>
            <pc:sldMk cId="1619044182" sldId="338"/>
            <ac:spMk id="59" creationId="{0FEA3A87-43C1-4C61-B0E0-2FF2D7B68281}"/>
          </ac:spMkLst>
        </pc:spChg>
        <pc:grpChg chg="del">
          <ac:chgData name="Deep Singh" userId="218171febb998cc3" providerId="LiveId" clId="{A631849A-FE2E-4D2F-A2E6-41A2D3869678}" dt="2020-04-02T18:07:43.108" v="13769" actId="478"/>
          <ac:grpSpMkLst>
            <pc:docMk/>
            <pc:sldMk cId="1619044182" sldId="338"/>
            <ac:grpSpMk id="41" creationId="{C97AB056-7067-49DC-8CEA-E94AD656E544}"/>
          </ac:grpSpMkLst>
        </pc:grpChg>
        <pc:cxnChg chg="del">
          <ac:chgData name="Deep Singh" userId="218171febb998cc3" providerId="LiveId" clId="{A631849A-FE2E-4D2F-A2E6-41A2D3869678}" dt="2020-04-02T18:07:43.108" v="13769" actId="478"/>
          <ac:cxnSpMkLst>
            <pc:docMk/>
            <pc:sldMk cId="1619044182" sldId="338"/>
            <ac:cxnSpMk id="42" creationId="{3EB52EA6-1404-4AD7-B9C9-18210887DB38}"/>
          </ac:cxnSpMkLst>
        </pc:cxnChg>
        <pc:cxnChg chg="del">
          <ac:chgData name="Deep Singh" userId="218171febb998cc3" providerId="LiveId" clId="{A631849A-FE2E-4D2F-A2E6-41A2D3869678}" dt="2020-04-02T18:07:43.108" v="13769" actId="478"/>
          <ac:cxnSpMkLst>
            <pc:docMk/>
            <pc:sldMk cId="1619044182" sldId="338"/>
            <ac:cxnSpMk id="43" creationId="{2849D924-C9DE-4143-9BB9-CCCCD6E0178F}"/>
          </ac:cxnSpMkLst>
        </pc:cxnChg>
        <pc:cxnChg chg="del">
          <ac:chgData name="Deep Singh" userId="218171febb998cc3" providerId="LiveId" clId="{A631849A-FE2E-4D2F-A2E6-41A2D3869678}" dt="2020-04-02T18:07:43.108" v="13769" actId="478"/>
          <ac:cxnSpMkLst>
            <pc:docMk/>
            <pc:sldMk cId="1619044182" sldId="338"/>
            <ac:cxnSpMk id="44" creationId="{0F6A9907-0100-4F96-A158-1DD9DF4D4C32}"/>
          </ac:cxnSpMkLst>
        </pc:cxnChg>
        <pc:cxnChg chg="del">
          <ac:chgData name="Deep Singh" userId="218171febb998cc3" providerId="LiveId" clId="{A631849A-FE2E-4D2F-A2E6-41A2D3869678}" dt="2020-04-02T18:07:43.108" v="13769" actId="478"/>
          <ac:cxnSpMkLst>
            <pc:docMk/>
            <pc:sldMk cId="1619044182" sldId="338"/>
            <ac:cxnSpMk id="47" creationId="{1382517D-8BC5-4D64-A20D-6B81DA762B56}"/>
          </ac:cxnSpMkLst>
        </pc:cxnChg>
        <pc:cxnChg chg="del">
          <ac:chgData name="Deep Singh" userId="218171febb998cc3" providerId="LiveId" clId="{A631849A-FE2E-4D2F-A2E6-41A2D3869678}" dt="2020-04-02T18:07:43.108" v="13769" actId="478"/>
          <ac:cxnSpMkLst>
            <pc:docMk/>
            <pc:sldMk cId="1619044182" sldId="338"/>
            <ac:cxnSpMk id="51" creationId="{A5535131-CE21-4B89-B2C4-8EFD112D918E}"/>
          </ac:cxnSpMkLst>
        </pc:cxnChg>
        <pc:cxnChg chg="del">
          <ac:chgData name="Deep Singh" userId="218171febb998cc3" providerId="LiveId" clId="{A631849A-FE2E-4D2F-A2E6-41A2D3869678}" dt="2020-04-02T18:07:43.108" v="13769" actId="478"/>
          <ac:cxnSpMkLst>
            <pc:docMk/>
            <pc:sldMk cId="1619044182" sldId="338"/>
            <ac:cxnSpMk id="54" creationId="{E359EC66-5891-4582-8089-442DF5025089}"/>
          </ac:cxnSpMkLst>
        </pc:cxnChg>
        <pc:cxnChg chg="del">
          <ac:chgData name="Deep Singh" userId="218171febb998cc3" providerId="LiveId" clId="{A631849A-FE2E-4D2F-A2E6-41A2D3869678}" dt="2020-04-02T18:07:43.108" v="13769" actId="478"/>
          <ac:cxnSpMkLst>
            <pc:docMk/>
            <pc:sldMk cId="1619044182" sldId="338"/>
            <ac:cxnSpMk id="56" creationId="{AFF0AAFD-CC3A-4485-BA30-42991022136E}"/>
          </ac:cxnSpMkLst>
        </pc:cxnChg>
        <pc:cxnChg chg="del">
          <ac:chgData name="Deep Singh" userId="218171febb998cc3" providerId="LiveId" clId="{A631849A-FE2E-4D2F-A2E6-41A2D3869678}" dt="2020-04-02T18:07:43.108" v="13769" actId="478"/>
          <ac:cxnSpMkLst>
            <pc:docMk/>
            <pc:sldMk cId="1619044182" sldId="338"/>
            <ac:cxnSpMk id="60" creationId="{241775DB-2A50-4D56-9EEB-23E49FABF33E}"/>
          </ac:cxnSpMkLst>
        </pc:cxnChg>
      </pc:sldChg>
      <pc:sldChg chg="addSp delSp add del setBg delDesignElem">
        <pc:chgData name="Deep Singh" userId="218171febb998cc3" providerId="LiveId" clId="{A631849A-FE2E-4D2F-A2E6-41A2D3869678}" dt="2020-04-02T17:54:34.908" v="13332"/>
        <pc:sldMkLst>
          <pc:docMk/>
          <pc:sldMk cId="1865506185" sldId="338"/>
        </pc:sldMkLst>
        <pc:spChg chg="add del">
          <ac:chgData name="Deep Singh" userId="218171febb998cc3" providerId="LiveId" clId="{A631849A-FE2E-4D2F-A2E6-41A2D3869678}" dt="2020-04-02T17:54:34.908" v="13332"/>
          <ac:spMkLst>
            <pc:docMk/>
            <pc:sldMk cId="1865506185" sldId="338"/>
            <ac:spMk id="13" creationId="{4C608BEB-860E-4094-8511-78603564A75E}"/>
          </ac:spMkLst>
        </pc:spChg>
        <pc:cxnChg chg="add del">
          <ac:chgData name="Deep Singh" userId="218171febb998cc3" providerId="LiveId" clId="{A631849A-FE2E-4D2F-A2E6-41A2D3869678}" dt="2020-04-02T17:54:34.908" v="13332"/>
          <ac:cxnSpMkLst>
            <pc:docMk/>
            <pc:sldMk cId="1865506185" sldId="338"/>
            <ac:cxnSpMk id="15" creationId="{1F16A8D4-FE87-4604-88B2-394B5D1EB437}"/>
          </ac:cxnSpMkLst>
        </pc:cxnChg>
      </pc:sldChg>
      <pc:sldChg chg="add del">
        <pc:chgData name="Deep Singh" userId="218171febb998cc3" providerId="LiveId" clId="{A631849A-FE2E-4D2F-A2E6-41A2D3869678}" dt="2020-04-02T18:14:47.679" v="13874" actId="47"/>
        <pc:sldMkLst>
          <pc:docMk/>
          <pc:sldMk cId="1046519139" sldId="339"/>
        </pc:sldMkLst>
      </pc:sldChg>
      <pc:sldChg chg="addSp delSp modSp add del">
        <pc:chgData name="Deep Singh" userId="218171febb998cc3" providerId="LiveId" clId="{A631849A-FE2E-4D2F-A2E6-41A2D3869678}" dt="2020-04-02T18:33:45.502" v="14278" actId="47"/>
        <pc:sldMkLst>
          <pc:docMk/>
          <pc:sldMk cId="2119389944" sldId="340"/>
        </pc:sldMkLst>
        <pc:spChg chg="mod">
          <ac:chgData name="Deep Singh" userId="218171febb998cc3" providerId="LiveId" clId="{A631849A-FE2E-4D2F-A2E6-41A2D3869678}" dt="2020-04-02T18:15:23.111" v="13925" actId="26606"/>
          <ac:spMkLst>
            <pc:docMk/>
            <pc:sldMk cId="2119389944" sldId="340"/>
            <ac:spMk id="4" creationId="{49830AE6-3D29-4888-9A98-CA7098D82180}"/>
          </ac:spMkLst>
        </pc:spChg>
        <pc:spChg chg="mod">
          <ac:chgData name="Deep Singh" userId="218171febb998cc3" providerId="LiveId" clId="{A631849A-FE2E-4D2F-A2E6-41A2D3869678}" dt="2020-04-02T18:15:23.111" v="13925" actId="26606"/>
          <ac:spMkLst>
            <pc:docMk/>
            <pc:sldMk cId="2119389944" sldId="340"/>
            <ac:spMk id="5" creationId="{88E4AEF1-BCC1-469A-84F6-93FCBF447C7B}"/>
          </ac:spMkLst>
        </pc:spChg>
        <pc:spChg chg="mod">
          <ac:chgData name="Deep Singh" userId="218171febb998cc3" providerId="LiveId" clId="{A631849A-FE2E-4D2F-A2E6-41A2D3869678}" dt="2020-04-02T18:15:23.111" v="13925" actId="26606"/>
          <ac:spMkLst>
            <pc:docMk/>
            <pc:sldMk cId="2119389944" sldId="340"/>
            <ac:spMk id="6" creationId="{152ADB85-0025-4E0A-B62D-0D6377972C2F}"/>
          </ac:spMkLst>
        </pc:spChg>
        <pc:spChg chg="del">
          <ac:chgData name="Deep Singh" userId="218171febb998cc3" providerId="LiveId" clId="{A631849A-FE2E-4D2F-A2E6-41A2D3869678}" dt="2020-04-02T18:15:23.111" v="13925" actId="26606"/>
          <ac:spMkLst>
            <pc:docMk/>
            <pc:sldMk cId="2119389944" sldId="340"/>
            <ac:spMk id="13" creationId="{4C608BEB-860E-4094-8511-78603564A75E}"/>
          </ac:spMkLst>
        </pc:spChg>
        <pc:spChg chg="mod">
          <ac:chgData name="Deep Singh" userId="218171febb998cc3" providerId="LiveId" clId="{A631849A-FE2E-4D2F-A2E6-41A2D3869678}" dt="2020-04-02T18:21:34.911" v="14208" actId="113"/>
          <ac:spMkLst>
            <pc:docMk/>
            <pc:sldMk cId="2119389944" sldId="340"/>
            <ac:spMk id="16" creationId="{44E3D911-F14F-4DAA-ADB8-A0C50C7D97FF}"/>
          </ac:spMkLst>
        </pc:spChg>
        <pc:spChg chg="add">
          <ac:chgData name="Deep Singh" userId="218171febb998cc3" providerId="LiveId" clId="{A631849A-FE2E-4D2F-A2E6-41A2D3869678}" dt="2020-04-02T18:15:23.111" v="13925" actId="26606"/>
          <ac:spMkLst>
            <pc:docMk/>
            <pc:sldMk cId="2119389944" sldId="340"/>
            <ac:spMk id="21" creationId="{6753252F-4873-4F63-801D-CC719279A7D5}"/>
          </ac:spMkLst>
        </pc:spChg>
        <pc:spChg chg="add">
          <ac:chgData name="Deep Singh" userId="218171febb998cc3" providerId="LiveId" clId="{A631849A-FE2E-4D2F-A2E6-41A2D3869678}" dt="2020-04-02T18:15:23.111" v="13925" actId="26606"/>
          <ac:spMkLst>
            <pc:docMk/>
            <pc:sldMk cId="2119389944" sldId="340"/>
            <ac:spMk id="23" creationId="{047C8CCB-F95D-4249-92DD-651249D3535A}"/>
          </ac:spMkLst>
        </pc:spChg>
        <pc:grpChg chg="del">
          <ac:chgData name="Deep Singh" userId="218171febb998cc3" providerId="LiveId" clId="{A631849A-FE2E-4D2F-A2E6-41A2D3869678}" dt="2020-04-02T18:14:52.377" v="13875" actId="478"/>
          <ac:grpSpMkLst>
            <pc:docMk/>
            <pc:sldMk cId="2119389944" sldId="340"/>
            <ac:grpSpMk id="17" creationId="{0F671717-469B-4B98-A4B3-2BB4ADAD5377}"/>
          </ac:grpSpMkLst>
        </pc:grpChg>
        <pc:picChg chg="add mod ord">
          <ac:chgData name="Deep Singh" userId="218171febb998cc3" providerId="LiveId" clId="{A631849A-FE2E-4D2F-A2E6-41A2D3869678}" dt="2020-04-02T18:33:15.563" v="14220" actId="1076"/>
          <ac:picMkLst>
            <pc:docMk/>
            <pc:sldMk cId="2119389944" sldId="340"/>
            <ac:picMk id="11" creationId="{1BBFE7D1-1F84-47F8-864F-61C38FA212FF}"/>
          </ac:picMkLst>
        </pc:picChg>
        <pc:cxnChg chg="del">
          <ac:chgData name="Deep Singh" userId="218171febb998cc3" providerId="LiveId" clId="{A631849A-FE2E-4D2F-A2E6-41A2D3869678}" dt="2020-04-02T18:15:23.111" v="13925" actId="26606"/>
          <ac:cxnSpMkLst>
            <pc:docMk/>
            <pc:sldMk cId="2119389944" sldId="340"/>
            <ac:cxnSpMk id="15" creationId="{1F16A8D4-FE87-4604-88B2-394B5D1EB437}"/>
          </ac:cxnSpMkLst>
        </pc:cxnChg>
      </pc:sldChg>
      <pc:sldChg chg="addSp delSp modSp add">
        <pc:chgData name="Deep Singh" userId="218171febb998cc3" providerId="LiveId" clId="{A631849A-FE2E-4D2F-A2E6-41A2D3869678}" dt="2020-04-02T18:46:19.676" v="14482" actId="20577"/>
        <pc:sldMkLst>
          <pc:docMk/>
          <pc:sldMk cId="2517138296" sldId="341"/>
        </pc:sldMkLst>
        <pc:spChg chg="mod">
          <ac:chgData name="Deep Singh" userId="218171febb998cc3" providerId="LiveId" clId="{A631849A-FE2E-4D2F-A2E6-41A2D3869678}" dt="2020-04-02T18:33:41.709" v="14277" actId="5793"/>
          <ac:spMkLst>
            <pc:docMk/>
            <pc:sldMk cId="2517138296" sldId="341"/>
            <ac:spMk id="6" creationId="{152ADB85-0025-4E0A-B62D-0D6377972C2F}"/>
          </ac:spMkLst>
        </pc:spChg>
        <pc:spChg chg="add mod">
          <ac:chgData name="Deep Singh" userId="218171febb998cc3" providerId="LiveId" clId="{A631849A-FE2E-4D2F-A2E6-41A2D3869678}" dt="2020-04-02T18:46:19.676" v="14482" actId="20577"/>
          <ac:spMkLst>
            <pc:docMk/>
            <pc:sldMk cId="2517138296" sldId="341"/>
            <ac:spMk id="12" creationId="{559DDEF9-957F-4827-8974-A58659199404}"/>
          </ac:spMkLst>
        </pc:spChg>
        <pc:spChg chg="del">
          <ac:chgData name="Deep Singh" userId="218171febb998cc3" providerId="LiveId" clId="{A631849A-FE2E-4D2F-A2E6-41A2D3869678}" dt="2020-04-02T18:33:24.264" v="14221" actId="478"/>
          <ac:spMkLst>
            <pc:docMk/>
            <pc:sldMk cId="2517138296" sldId="341"/>
            <ac:spMk id="16" creationId="{44E3D911-F14F-4DAA-ADB8-A0C50C7D97FF}"/>
          </ac:spMkLst>
        </pc:spChg>
        <pc:grpChg chg="del">
          <ac:chgData name="Deep Singh" userId="218171febb998cc3" providerId="LiveId" clId="{A631849A-FE2E-4D2F-A2E6-41A2D3869678}" dt="2020-04-02T18:33:24.264" v="14221" actId="478"/>
          <ac:grpSpMkLst>
            <pc:docMk/>
            <pc:sldMk cId="2517138296" sldId="341"/>
            <ac:grpSpMk id="17" creationId="{0F671717-469B-4B98-A4B3-2BB4ADAD5377}"/>
          </ac:grpSpMkLst>
        </pc:grpChg>
        <pc:picChg chg="add mod">
          <ac:chgData name="Deep Singh" userId="218171febb998cc3" providerId="LiveId" clId="{A631849A-FE2E-4D2F-A2E6-41A2D3869678}" dt="2020-04-02T18:33:32.138" v="14266" actId="1037"/>
          <ac:picMkLst>
            <pc:docMk/>
            <pc:sldMk cId="2517138296" sldId="341"/>
            <ac:picMk id="11" creationId="{F3AC0C19-F543-4796-A3D4-210E84C04806}"/>
          </ac:picMkLst>
        </pc:picChg>
      </pc:sldChg>
      <pc:sldChg chg="addSp delSp add del setBg delDesignElem">
        <pc:chgData name="Deep Singh" userId="218171febb998cc3" providerId="LiveId" clId="{A631849A-FE2E-4D2F-A2E6-41A2D3869678}" dt="2020-04-02T18:33:06.911" v="14218"/>
        <pc:sldMkLst>
          <pc:docMk/>
          <pc:sldMk cId="3131938057" sldId="341"/>
        </pc:sldMkLst>
        <pc:spChg chg="add del">
          <ac:chgData name="Deep Singh" userId="218171febb998cc3" providerId="LiveId" clId="{A631849A-FE2E-4D2F-A2E6-41A2D3869678}" dt="2020-04-02T18:33:06.911" v="14218"/>
          <ac:spMkLst>
            <pc:docMk/>
            <pc:sldMk cId="3131938057" sldId="341"/>
            <ac:spMk id="13" creationId="{4C608BEB-860E-4094-8511-78603564A75E}"/>
          </ac:spMkLst>
        </pc:spChg>
        <pc:cxnChg chg="add del">
          <ac:chgData name="Deep Singh" userId="218171febb998cc3" providerId="LiveId" clId="{A631849A-FE2E-4D2F-A2E6-41A2D3869678}" dt="2020-04-02T18:33:06.911" v="14218"/>
          <ac:cxnSpMkLst>
            <pc:docMk/>
            <pc:sldMk cId="3131938057" sldId="341"/>
            <ac:cxnSpMk id="15" creationId="{1F16A8D4-FE87-4604-88B2-394B5D1EB437}"/>
          </ac:cxnSpMkLst>
        </pc:cxnChg>
      </pc:sldChg>
      <pc:sldChg chg="addSp delSp add del setBg delDesignElem">
        <pc:chgData name="Deep Singh" userId="218171febb998cc3" providerId="LiveId" clId="{A631849A-FE2E-4D2F-A2E6-41A2D3869678}" dt="2020-04-02T18:33:51.885" v="14281"/>
        <pc:sldMkLst>
          <pc:docMk/>
          <pc:sldMk cId="338834571" sldId="342"/>
        </pc:sldMkLst>
        <pc:spChg chg="add del">
          <ac:chgData name="Deep Singh" userId="218171febb998cc3" providerId="LiveId" clId="{A631849A-FE2E-4D2F-A2E6-41A2D3869678}" dt="2020-04-02T18:33:51.885" v="14281"/>
          <ac:spMkLst>
            <pc:docMk/>
            <pc:sldMk cId="338834571" sldId="342"/>
            <ac:spMk id="13" creationId="{4C608BEB-860E-4094-8511-78603564A75E}"/>
          </ac:spMkLst>
        </pc:spChg>
        <pc:cxnChg chg="add del">
          <ac:chgData name="Deep Singh" userId="218171febb998cc3" providerId="LiveId" clId="{A631849A-FE2E-4D2F-A2E6-41A2D3869678}" dt="2020-04-02T18:33:51.885" v="14281"/>
          <ac:cxnSpMkLst>
            <pc:docMk/>
            <pc:sldMk cId="338834571" sldId="342"/>
            <ac:cxnSpMk id="15" creationId="{1F16A8D4-FE87-4604-88B2-394B5D1EB437}"/>
          </ac:cxnSpMkLst>
        </pc:cxnChg>
      </pc:sldChg>
      <pc:sldChg chg="addSp delSp modSp add">
        <pc:chgData name="Deep Singh" userId="218171febb998cc3" providerId="LiveId" clId="{A631849A-FE2E-4D2F-A2E6-41A2D3869678}" dt="2020-04-02T18:48:00.999" v="14620" actId="20577"/>
        <pc:sldMkLst>
          <pc:docMk/>
          <pc:sldMk cId="3069301475" sldId="342"/>
        </pc:sldMkLst>
        <pc:spChg chg="add del mod">
          <ac:chgData name="Deep Singh" userId="218171febb998cc3" providerId="LiveId" clId="{A631849A-FE2E-4D2F-A2E6-41A2D3869678}" dt="2020-04-02T18:34:10.191" v="14289"/>
          <ac:spMkLst>
            <pc:docMk/>
            <pc:sldMk cId="3069301475" sldId="342"/>
            <ac:spMk id="2" creationId="{63A6A735-03A5-457A-9919-B1101CC14E95}"/>
          </ac:spMkLst>
        </pc:spChg>
        <pc:spChg chg="add del">
          <ac:chgData name="Deep Singh" userId="218171febb998cc3" providerId="LiveId" clId="{A631849A-FE2E-4D2F-A2E6-41A2D3869678}" dt="2020-04-02T18:34:09.127" v="14287"/>
          <ac:spMkLst>
            <pc:docMk/>
            <pc:sldMk cId="3069301475" sldId="342"/>
            <ac:spMk id="3" creationId="{590141B9-3DE4-458F-9EAB-FE9985F2027A}"/>
          </ac:spMkLst>
        </pc:spChg>
        <pc:spChg chg="mod">
          <ac:chgData name="Deep Singh" userId="218171febb998cc3" providerId="LiveId" clId="{A631849A-FE2E-4D2F-A2E6-41A2D3869678}" dt="2020-04-02T18:48:00.999" v="14620" actId="20577"/>
          <ac:spMkLst>
            <pc:docMk/>
            <pc:sldMk cId="3069301475" sldId="342"/>
            <ac:spMk id="12" creationId="{559DDEF9-957F-4827-8974-A58659199404}"/>
          </ac:spMkLst>
        </pc:spChg>
        <pc:picChg chg="add del">
          <ac:chgData name="Deep Singh" userId="218171febb998cc3" providerId="LiveId" clId="{A631849A-FE2E-4D2F-A2E6-41A2D3869678}" dt="2020-04-02T18:36:13.674" v="14293"/>
          <ac:picMkLst>
            <pc:docMk/>
            <pc:sldMk cId="3069301475" sldId="342"/>
            <ac:picMk id="7" creationId="{9B859321-24DD-4693-B098-D0AB424544F1}"/>
          </ac:picMkLst>
        </pc:picChg>
        <pc:picChg chg="add del">
          <ac:chgData name="Deep Singh" userId="218171febb998cc3" providerId="LiveId" clId="{A631849A-FE2E-4D2F-A2E6-41A2D3869678}" dt="2020-04-02T18:36:13.244" v="14292"/>
          <ac:picMkLst>
            <pc:docMk/>
            <pc:sldMk cId="3069301475" sldId="342"/>
            <ac:picMk id="8" creationId="{A8E559A4-7093-4444-9787-490FE3298BA3}"/>
          </ac:picMkLst>
        </pc:picChg>
        <pc:picChg chg="add del mod">
          <ac:chgData name="Deep Singh" userId="218171febb998cc3" providerId="LiveId" clId="{A631849A-FE2E-4D2F-A2E6-41A2D3869678}" dt="2020-04-02T18:41:13.479" v="14344"/>
          <ac:picMkLst>
            <pc:docMk/>
            <pc:sldMk cId="3069301475" sldId="342"/>
            <ac:picMk id="9" creationId="{68D31B80-30C1-4931-890A-A1CD55AA0BB5}"/>
          </ac:picMkLst>
        </pc:picChg>
        <pc:picChg chg="add mod">
          <ac:chgData name="Deep Singh" userId="218171febb998cc3" providerId="LiveId" clId="{A631849A-FE2E-4D2F-A2E6-41A2D3869678}" dt="2020-04-02T18:41:49.640" v="14436" actId="1035"/>
          <ac:picMkLst>
            <pc:docMk/>
            <pc:sldMk cId="3069301475" sldId="342"/>
            <ac:picMk id="10" creationId="{D04F5217-C5C9-4FF5-A1AE-E2EAB3C9F0F3}"/>
          </ac:picMkLst>
        </pc:picChg>
        <pc:picChg chg="del">
          <ac:chgData name="Deep Singh" userId="218171febb998cc3" providerId="LiveId" clId="{A631849A-FE2E-4D2F-A2E6-41A2D3869678}" dt="2020-04-02T18:33:55.041" v="14283" actId="478"/>
          <ac:picMkLst>
            <pc:docMk/>
            <pc:sldMk cId="3069301475" sldId="342"/>
            <ac:picMk id="11" creationId="{F3AC0C19-F543-4796-A3D4-210E84C04806}"/>
          </ac:picMkLst>
        </pc:picChg>
      </pc:sldChg>
      <pc:sldChg chg="addSp delSp add del setBg delDesignElem">
        <pc:chgData name="Deep Singh" userId="218171febb998cc3" providerId="LiveId" clId="{A631849A-FE2E-4D2F-A2E6-41A2D3869678}" dt="2020-04-02T20:12:17.576" v="14799"/>
        <pc:sldMkLst>
          <pc:docMk/>
          <pc:sldMk cId="625751077" sldId="343"/>
        </pc:sldMkLst>
        <pc:spChg chg="add del">
          <ac:chgData name="Deep Singh" userId="218171febb998cc3" providerId="LiveId" clId="{A631849A-FE2E-4D2F-A2E6-41A2D3869678}" dt="2020-04-02T20:12:17.576" v="14799"/>
          <ac:spMkLst>
            <pc:docMk/>
            <pc:sldMk cId="625751077" sldId="343"/>
            <ac:spMk id="21" creationId="{A4AC5506-6312-4701-8D3C-40187889A947}"/>
          </ac:spMkLst>
        </pc:spChg>
      </pc:sldChg>
      <pc:sldChg chg="addSp delSp modSp add">
        <pc:chgData name="Deep Singh" userId="218171febb998cc3" providerId="LiveId" clId="{A631849A-FE2E-4D2F-A2E6-41A2D3869678}" dt="2020-04-02T20:39:10.625" v="15181" actId="113"/>
        <pc:sldMkLst>
          <pc:docMk/>
          <pc:sldMk cId="3531666274" sldId="343"/>
        </pc:sldMkLst>
        <pc:spChg chg="mod">
          <ac:chgData name="Deep Singh" userId="218171febb998cc3" providerId="LiveId" clId="{A631849A-FE2E-4D2F-A2E6-41A2D3869678}" dt="2020-04-02T20:12:37.987" v="14841" actId="20577"/>
          <ac:spMkLst>
            <pc:docMk/>
            <pc:sldMk cId="3531666274" sldId="343"/>
            <ac:spMk id="6" creationId="{152ADB85-0025-4E0A-B62D-0D6377972C2F}"/>
          </ac:spMkLst>
        </pc:spChg>
        <pc:spChg chg="add mod">
          <ac:chgData name="Deep Singh" userId="218171febb998cc3" providerId="LiveId" clId="{A631849A-FE2E-4D2F-A2E6-41A2D3869678}" dt="2020-04-02T20:39:10.625" v="15181" actId="113"/>
          <ac:spMkLst>
            <pc:docMk/>
            <pc:sldMk cId="3531666274" sldId="343"/>
            <ac:spMk id="17" creationId="{0538CA9A-11ED-492C-93D6-ED7A5222A16A}"/>
          </ac:spMkLst>
        </pc:spChg>
        <pc:graphicFrameChg chg="add del">
          <ac:chgData name="Deep Singh" userId="218171febb998cc3" providerId="LiveId" clId="{A631849A-FE2E-4D2F-A2E6-41A2D3869678}" dt="2020-04-02T20:13:39.096" v="14846" actId="478"/>
          <ac:graphicFrameMkLst>
            <pc:docMk/>
            <pc:sldMk cId="3531666274" sldId="343"/>
            <ac:graphicFrameMk id="2" creationId="{385EC50A-77AC-4702-8298-7021208CBBA7}"/>
          </ac:graphicFrameMkLst>
        </pc:graphicFrameChg>
        <pc:graphicFrameChg chg="add del mod modGraphic">
          <ac:chgData name="Deep Singh" userId="218171febb998cc3" providerId="LiveId" clId="{A631849A-FE2E-4D2F-A2E6-41A2D3869678}" dt="2020-04-02T20:25:24.525" v="14864" actId="478"/>
          <ac:graphicFrameMkLst>
            <pc:docMk/>
            <pc:sldMk cId="3531666274" sldId="343"/>
            <ac:graphicFrameMk id="3" creationId="{B1DC2561-135C-4B6B-A55A-191BAB915CD3}"/>
          </ac:graphicFrameMkLst>
        </pc:graphicFrameChg>
        <pc:graphicFrameChg chg="add del">
          <ac:chgData name="Deep Singh" userId="218171febb998cc3" providerId="LiveId" clId="{A631849A-FE2E-4D2F-A2E6-41A2D3869678}" dt="2020-04-02T20:17:03.734" v="14849"/>
          <ac:graphicFrameMkLst>
            <pc:docMk/>
            <pc:sldMk cId="3531666274" sldId="343"/>
            <ac:graphicFrameMk id="7" creationId="{A337195A-666E-4E52-87DD-AD0C44735E9F}"/>
          </ac:graphicFrameMkLst>
        </pc:graphicFrameChg>
        <pc:graphicFrameChg chg="add del">
          <ac:chgData name="Deep Singh" userId="218171febb998cc3" providerId="LiveId" clId="{A631849A-FE2E-4D2F-A2E6-41A2D3869678}" dt="2020-04-02T20:17:14.460" v="14853"/>
          <ac:graphicFrameMkLst>
            <pc:docMk/>
            <pc:sldMk cId="3531666274" sldId="343"/>
            <ac:graphicFrameMk id="8" creationId="{07AE2036-72B0-4421-96D3-4D8CD1AC4569}"/>
          </ac:graphicFrameMkLst>
        </pc:graphicFrameChg>
        <pc:graphicFrameChg chg="add del mod">
          <ac:chgData name="Deep Singh" userId="218171febb998cc3" providerId="LiveId" clId="{A631849A-FE2E-4D2F-A2E6-41A2D3869678}" dt="2020-04-02T20:17:33.789" v="14858"/>
          <ac:graphicFrameMkLst>
            <pc:docMk/>
            <pc:sldMk cId="3531666274" sldId="343"/>
            <ac:graphicFrameMk id="9" creationId="{A48C0BA1-0A93-4086-BE9B-B5F16886448A}"/>
          </ac:graphicFrameMkLst>
        </pc:graphicFrameChg>
        <pc:graphicFrameChg chg="add del">
          <ac:chgData name="Deep Singh" userId="218171febb998cc3" providerId="LiveId" clId="{A631849A-FE2E-4D2F-A2E6-41A2D3869678}" dt="2020-04-02T20:17:38.827" v="14860"/>
          <ac:graphicFrameMkLst>
            <pc:docMk/>
            <pc:sldMk cId="3531666274" sldId="343"/>
            <ac:graphicFrameMk id="10" creationId="{DD838979-BB47-4ADC-B5A0-A0EAD7616788}"/>
          </ac:graphicFrameMkLst>
        </pc:graphicFrameChg>
        <pc:graphicFrameChg chg="add del mod">
          <ac:chgData name="Deep Singh" userId="218171febb998cc3" providerId="LiveId" clId="{A631849A-FE2E-4D2F-A2E6-41A2D3869678}" dt="2020-04-02T20:25:28.348" v="14865" actId="478"/>
          <ac:graphicFrameMkLst>
            <pc:docMk/>
            <pc:sldMk cId="3531666274" sldId="343"/>
            <ac:graphicFrameMk id="11" creationId="{F321B01B-5EE4-49AC-A821-940A80C23C77}"/>
          </ac:graphicFrameMkLst>
        </pc:graphicFrameChg>
        <pc:graphicFrameChg chg="add del mod modGraphic">
          <ac:chgData name="Deep Singh" userId="218171febb998cc3" providerId="LiveId" clId="{A631849A-FE2E-4D2F-A2E6-41A2D3869678}" dt="2020-04-02T20:25:42.818" v="14869"/>
          <ac:graphicFrameMkLst>
            <pc:docMk/>
            <pc:sldMk cId="3531666274" sldId="343"/>
            <ac:graphicFrameMk id="12" creationId="{7BD13B9F-AF69-42BD-926A-8D31A85F5CD8}"/>
          </ac:graphicFrameMkLst>
        </pc:graphicFrameChg>
        <pc:graphicFrameChg chg="add del">
          <ac:chgData name="Deep Singh" userId="218171febb998cc3" providerId="LiveId" clId="{A631849A-FE2E-4D2F-A2E6-41A2D3869678}" dt="2020-04-02T20:25:47.016" v="14873"/>
          <ac:graphicFrameMkLst>
            <pc:docMk/>
            <pc:sldMk cId="3531666274" sldId="343"/>
            <ac:graphicFrameMk id="13" creationId="{C239F1D1-F7EF-415D-A2EC-483C9F268E37}"/>
          </ac:graphicFrameMkLst>
        </pc:graphicFrameChg>
        <pc:graphicFrameChg chg="add del modGraphic">
          <ac:chgData name="Deep Singh" userId="218171febb998cc3" providerId="LiveId" clId="{A631849A-FE2E-4D2F-A2E6-41A2D3869678}" dt="2020-04-02T20:26:22.231" v="14877"/>
          <ac:graphicFrameMkLst>
            <pc:docMk/>
            <pc:sldMk cId="3531666274" sldId="343"/>
            <ac:graphicFrameMk id="14" creationId="{019E96E1-3208-4509-9C68-722D4ABD1A17}"/>
          </ac:graphicFrameMkLst>
        </pc:graphicFrameChg>
        <pc:graphicFrameChg chg="add del mod modGraphic">
          <ac:chgData name="Deep Singh" userId="218171febb998cc3" providerId="LiveId" clId="{A631849A-FE2E-4D2F-A2E6-41A2D3869678}" dt="2020-04-02T20:27:41.952" v="14887"/>
          <ac:graphicFrameMkLst>
            <pc:docMk/>
            <pc:sldMk cId="3531666274" sldId="343"/>
            <ac:graphicFrameMk id="15" creationId="{744E03D5-A2B2-4021-AED0-C341693F170D}"/>
          </ac:graphicFrameMkLst>
        </pc:graphicFrameChg>
        <pc:graphicFrameChg chg="add del mod modGraphic">
          <ac:chgData name="Deep Singh" userId="218171febb998cc3" providerId="LiveId" clId="{A631849A-FE2E-4D2F-A2E6-41A2D3869678}" dt="2020-04-02T20:31:44.244" v="14994" actId="1076"/>
          <ac:graphicFrameMkLst>
            <pc:docMk/>
            <pc:sldMk cId="3531666274" sldId="343"/>
            <ac:graphicFrameMk id="16" creationId="{8DFC5C92-C2FA-48FB-8FAF-D8CECAD9162B}"/>
          </ac:graphicFrameMkLst>
        </pc:graphicFrameChg>
      </pc:sldChg>
      <pc:sldChg chg="addSp delSp modSp add">
        <pc:chgData name="Deep Singh" userId="218171febb998cc3" providerId="LiveId" clId="{A631849A-FE2E-4D2F-A2E6-41A2D3869678}" dt="2020-04-02T21:04:32.136" v="15253" actId="20577"/>
        <pc:sldMkLst>
          <pc:docMk/>
          <pc:sldMk cId="2024010131" sldId="344"/>
        </pc:sldMkLst>
        <pc:spChg chg="mod">
          <ac:chgData name="Deep Singh" userId="218171febb998cc3" providerId="LiveId" clId="{A631849A-FE2E-4D2F-A2E6-41A2D3869678}" dt="2020-04-02T21:04:32.136" v="15253" actId="20577"/>
          <ac:spMkLst>
            <pc:docMk/>
            <pc:sldMk cId="2024010131" sldId="344"/>
            <ac:spMk id="6" creationId="{152ADB85-0025-4E0A-B62D-0D6377972C2F}"/>
          </ac:spMkLst>
        </pc:spChg>
        <pc:spChg chg="add del">
          <ac:chgData name="Deep Singh" userId="218171febb998cc3" providerId="LiveId" clId="{A631849A-FE2E-4D2F-A2E6-41A2D3869678}" dt="2020-04-02T21:02:03.004" v="15187"/>
          <ac:spMkLst>
            <pc:docMk/>
            <pc:sldMk cId="2024010131" sldId="344"/>
            <ac:spMk id="23" creationId="{8EFC9458-6152-4326-9605-54A5CF211F4F}"/>
          </ac:spMkLst>
        </pc:spChg>
        <pc:spChg chg="add del">
          <ac:chgData name="Deep Singh" userId="218171febb998cc3" providerId="LiveId" clId="{A631849A-FE2E-4D2F-A2E6-41A2D3869678}" dt="2020-04-02T21:02:03.004" v="15187"/>
          <ac:spMkLst>
            <pc:docMk/>
            <pc:sldMk cId="2024010131" sldId="344"/>
            <ac:spMk id="24" creationId="{1FEEDC3A-FDC0-4218-957F-EACEFF6771C6}"/>
          </ac:spMkLst>
        </pc:spChg>
        <pc:spChg chg="add del">
          <ac:chgData name="Deep Singh" userId="218171febb998cc3" providerId="LiveId" clId="{A631849A-FE2E-4D2F-A2E6-41A2D3869678}" dt="2020-04-02T21:02:03.004" v="15187"/>
          <ac:spMkLst>
            <pc:docMk/>
            <pc:sldMk cId="2024010131" sldId="344"/>
            <ac:spMk id="25" creationId="{CBB24C2E-5F98-44AF-85D7-7C7E65DFBD08}"/>
          </ac:spMkLst>
        </pc:spChg>
        <pc:spChg chg="add del">
          <ac:chgData name="Deep Singh" userId="218171febb998cc3" providerId="LiveId" clId="{A631849A-FE2E-4D2F-A2E6-41A2D3869678}" dt="2020-04-02T21:02:03.004" v="15187"/>
          <ac:spMkLst>
            <pc:docMk/>
            <pc:sldMk cId="2024010131" sldId="344"/>
            <ac:spMk id="26" creationId="{C0347E9D-0DC5-4D74-B0A2-D0CC88A840E4}"/>
          </ac:spMkLst>
        </pc:spChg>
        <pc:spChg chg="add del">
          <ac:chgData name="Deep Singh" userId="218171febb998cc3" providerId="LiveId" clId="{A631849A-FE2E-4D2F-A2E6-41A2D3869678}" dt="2020-04-02T21:02:03.004" v="15187"/>
          <ac:spMkLst>
            <pc:docMk/>
            <pc:sldMk cId="2024010131" sldId="344"/>
            <ac:spMk id="27" creationId="{8BC4CCB1-BBF1-4B66-8E82-557379BF9B9F}"/>
          </ac:spMkLst>
        </pc:spChg>
        <pc:spChg chg="add del">
          <ac:chgData name="Deep Singh" userId="218171febb998cc3" providerId="LiveId" clId="{A631849A-FE2E-4D2F-A2E6-41A2D3869678}" dt="2020-04-02T21:02:03.004" v="15187"/>
          <ac:spMkLst>
            <pc:docMk/>
            <pc:sldMk cId="2024010131" sldId="344"/>
            <ac:spMk id="28" creationId="{E6CA3E6C-67B3-4634-AD2A-0A9F0DEF26E8}"/>
          </ac:spMkLst>
        </pc:spChg>
        <pc:spChg chg="add del">
          <ac:chgData name="Deep Singh" userId="218171febb998cc3" providerId="LiveId" clId="{A631849A-FE2E-4D2F-A2E6-41A2D3869678}" dt="2020-04-02T21:02:03.004" v="15187"/>
          <ac:spMkLst>
            <pc:docMk/>
            <pc:sldMk cId="2024010131" sldId="344"/>
            <ac:spMk id="29" creationId="{8042DBC1-CEE6-4360-98A0-42235E2580BD}"/>
          </ac:spMkLst>
        </pc:spChg>
        <pc:spChg chg="add del">
          <ac:chgData name="Deep Singh" userId="218171febb998cc3" providerId="LiveId" clId="{A631849A-FE2E-4D2F-A2E6-41A2D3869678}" dt="2020-04-02T21:02:03.004" v="15187"/>
          <ac:spMkLst>
            <pc:docMk/>
            <pc:sldMk cId="2024010131" sldId="344"/>
            <ac:spMk id="30" creationId="{66A58084-4052-4B7B-BAD3-7752702D18E8}"/>
          </ac:spMkLst>
        </pc:spChg>
        <pc:spChg chg="add del">
          <ac:chgData name="Deep Singh" userId="218171febb998cc3" providerId="LiveId" clId="{A631849A-FE2E-4D2F-A2E6-41A2D3869678}" dt="2020-04-02T21:02:03.004" v="15187"/>
          <ac:spMkLst>
            <pc:docMk/>
            <pc:sldMk cId="2024010131" sldId="344"/>
            <ac:spMk id="31" creationId="{9A8A950A-7D57-4990-B8D0-464273871216}"/>
          </ac:spMkLst>
        </pc:spChg>
        <pc:spChg chg="add del">
          <ac:chgData name="Deep Singh" userId="218171febb998cc3" providerId="LiveId" clId="{A631849A-FE2E-4D2F-A2E6-41A2D3869678}" dt="2020-04-02T21:02:03.004" v="15187"/>
          <ac:spMkLst>
            <pc:docMk/>
            <pc:sldMk cId="2024010131" sldId="344"/>
            <ac:spMk id="32" creationId="{F7E1ED9D-D999-43AD-80EE-19E02370BF72}"/>
          </ac:spMkLst>
        </pc:spChg>
        <pc:spChg chg="add del">
          <ac:chgData name="Deep Singh" userId="218171febb998cc3" providerId="LiveId" clId="{A631849A-FE2E-4D2F-A2E6-41A2D3869678}" dt="2020-04-02T21:02:03.004" v="15187"/>
          <ac:spMkLst>
            <pc:docMk/>
            <pc:sldMk cId="2024010131" sldId="344"/>
            <ac:spMk id="33" creationId="{2F4325E5-AD06-4F7D-998D-87A9A329AE06}"/>
          </ac:spMkLst>
        </pc:spChg>
        <pc:spChg chg="add del">
          <ac:chgData name="Deep Singh" userId="218171febb998cc3" providerId="LiveId" clId="{A631849A-FE2E-4D2F-A2E6-41A2D3869678}" dt="2020-04-02T21:02:05.047" v="15189"/>
          <ac:spMkLst>
            <pc:docMk/>
            <pc:sldMk cId="2024010131" sldId="344"/>
            <ac:spMk id="34" creationId="{AC184702-58D2-4BEB-8E14-C02ED478D12D}"/>
          </ac:spMkLst>
        </pc:spChg>
        <pc:spChg chg="add del">
          <ac:chgData name="Deep Singh" userId="218171febb998cc3" providerId="LiveId" clId="{A631849A-FE2E-4D2F-A2E6-41A2D3869678}" dt="2020-04-02T21:02:05.047" v="15189"/>
          <ac:spMkLst>
            <pc:docMk/>
            <pc:sldMk cId="2024010131" sldId="344"/>
            <ac:spMk id="35" creationId="{D4A3B23D-7CD9-459B-99F4-E2C3FF6259C8}"/>
          </ac:spMkLst>
        </pc:spChg>
        <pc:spChg chg="add del">
          <ac:chgData name="Deep Singh" userId="218171febb998cc3" providerId="LiveId" clId="{A631849A-FE2E-4D2F-A2E6-41A2D3869678}" dt="2020-04-02T21:02:05.047" v="15189"/>
          <ac:spMkLst>
            <pc:docMk/>
            <pc:sldMk cId="2024010131" sldId="344"/>
            <ac:spMk id="36" creationId="{2D8BE0BC-623B-4A6B-9413-57D2399BBB67}"/>
          </ac:spMkLst>
        </pc:spChg>
        <pc:spChg chg="add del">
          <ac:chgData name="Deep Singh" userId="218171febb998cc3" providerId="LiveId" clId="{A631849A-FE2E-4D2F-A2E6-41A2D3869678}" dt="2020-04-02T21:02:05.047" v="15189"/>
          <ac:spMkLst>
            <pc:docMk/>
            <pc:sldMk cId="2024010131" sldId="344"/>
            <ac:spMk id="37" creationId="{A0965DE7-B502-4487-9835-E0A5DEC9CBA2}"/>
          </ac:spMkLst>
        </pc:spChg>
        <pc:spChg chg="add del">
          <ac:chgData name="Deep Singh" userId="218171febb998cc3" providerId="LiveId" clId="{A631849A-FE2E-4D2F-A2E6-41A2D3869678}" dt="2020-04-02T21:02:05.047" v="15189"/>
          <ac:spMkLst>
            <pc:docMk/>
            <pc:sldMk cId="2024010131" sldId="344"/>
            <ac:spMk id="38" creationId="{8608D70C-5D16-4B3A-8D87-276918955827}"/>
          </ac:spMkLst>
        </pc:spChg>
        <pc:spChg chg="add del">
          <ac:chgData name="Deep Singh" userId="218171febb998cc3" providerId="LiveId" clId="{A631849A-FE2E-4D2F-A2E6-41A2D3869678}" dt="2020-04-02T21:02:05.047" v="15189"/>
          <ac:spMkLst>
            <pc:docMk/>
            <pc:sldMk cId="2024010131" sldId="344"/>
            <ac:spMk id="39" creationId="{B156D8CE-AC4B-4BB5-853F-A89E94A21C8E}"/>
          </ac:spMkLst>
        </pc:spChg>
        <pc:spChg chg="add del">
          <ac:chgData name="Deep Singh" userId="218171febb998cc3" providerId="LiveId" clId="{A631849A-FE2E-4D2F-A2E6-41A2D3869678}" dt="2020-04-02T21:02:05.047" v="15189"/>
          <ac:spMkLst>
            <pc:docMk/>
            <pc:sldMk cId="2024010131" sldId="344"/>
            <ac:spMk id="40" creationId="{8D1869F5-C306-41C2-A87F-0CFB1312A6BB}"/>
          </ac:spMkLst>
        </pc:spChg>
        <pc:spChg chg="add del">
          <ac:chgData name="Deep Singh" userId="218171febb998cc3" providerId="LiveId" clId="{A631849A-FE2E-4D2F-A2E6-41A2D3869678}" dt="2020-04-02T21:02:05.047" v="15189"/>
          <ac:spMkLst>
            <pc:docMk/>
            <pc:sldMk cId="2024010131" sldId="344"/>
            <ac:spMk id="41" creationId="{D7BF6053-F53A-4D56-9862-5535233BCCDA}"/>
          </ac:spMkLst>
        </pc:spChg>
        <pc:spChg chg="add del">
          <ac:chgData name="Deep Singh" userId="218171febb998cc3" providerId="LiveId" clId="{A631849A-FE2E-4D2F-A2E6-41A2D3869678}" dt="2020-04-02T21:02:05.047" v="15189"/>
          <ac:spMkLst>
            <pc:docMk/>
            <pc:sldMk cId="2024010131" sldId="344"/>
            <ac:spMk id="42" creationId="{566ABA1F-1581-47A0-9535-3F3EC972935A}"/>
          </ac:spMkLst>
        </pc:spChg>
        <pc:spChg chg="add del">
          <ac:chgData name="Deep Singh" userId="218171febb998cc3" providerId="LiveId" clId="{A631849A-FE2E-4D2F-A2E6-41A2D3869678}" dt="2020-04-02T21:02:05.047" v="15189"/>
          <ac:spMkLst>
            <pc:docMk/>
            <pc:sldMk cId="2024010131" sldId="344"/>
            <ac:spMk id="43" creationId="{61BECEF1-16FB-4DF9-A848-91FBC0168C0B}"/>
          </ac:spMkLst>
        </pc:spChg>
        <pc:spChg chg="add del">
          <ac:chgData name="Deep Singh" userId="218171febb998cc3" providerId="LiveId" clId="{A631849A-FE2E-4D2F-A2E6-41A2D3869678}" dt="2020-04-02T21:02:05.047" v="15189"/>
          <ac:spMkLst>
            <pc:docMk/>
            <pc:sldMk cId="2024010131" sldId="344"/>
            <ac:spMk id="44" creationId="{5EFAE40E-E292-4949-9426-BB8C91B39183}"/>
          </ac:spMkLst>
        </pc:spChg>
        <pc:grpChg chg="del">
          <ac:chgData name="Deep Singh" userId="218171febb998cc3" providerId="LiveId" clId="{A631849A-FE2E-4D2F-A2E6-41A2D3869678}" dt="2020-04-02T21:01:57.188" v="15185" actId="478"/>
          <ac:grpSpMkLst>
            <pc:docMk/>
            <pc:sldMk cId="2024010131" sldId="344"/>
            <ac:grpSpMk id="7" creationId="{636D6CE5-A44E-49D9-9B9F-8742A20BE5BF}"/>
          </ac:grpSpMkLst>
        </pc:grpChg>
        <pc:graphicFrameChg chg="add del">
          <ac:chgData name="Deep Singh" userId="218171febb998cc3" providerId="LiveId" clId="{A631849A-FE2E-4D2F-A2E6-41A2D3869678}" dt="2020-04-02T21:02:03.004" v="15187"/>
          <ac:graphicFrameMkLst>
            <pc:docMk/>
            <pc:sldMk cId="2024010131" sldId="344"/>
            <ac:graphicFrameMk id="2" creationId="{DF321E9B-4229-4F22-8733-87CF8E4D8C51}"/>
          </ac:graphicFrameMkLst>
        </pc:graphicFrameChg>
        <pc:graphicFrameChg chg="add del">
          <ac:chgData name="Deep Singh" userId="218171febb998cc3" providerId="LiveId" clId="{A631849A-FE2E-4D2F-A2E6-41A2D3869678}" dt="2020-04-02T21:02:05.047" v="15189"/>
          <ac:graphicFrameMkLst>
            <pc:docMk/>
            <pc:sldMk cId="2024010131" sldId="344"/>
            <ac:graphicFrameMk id="3" creationId="{4CDE77DF-E6B7-4A46-BD40-EFDCA5FD98C6}"/>
          </ac:graphicFrameMkLst>
        </pc:graphicFrameChg>
        <pc:picChg chg="add mod">
          <ac:chgData name="Deep Singh" userId="218171febb998cc3" providerId="LiveId" clId="{A631849A-FE2E-4D2F-A2E6-41A2D3869678}" dt="2020-04-02T21:02:55.904" v="15192" actId="1076"/>
          <ac:picMkLst>
            <pc:docMk/>
            <pc:sldMk cId="2024010131" sldId="344"/>
            <ac:picMk id="45" creationId="{ABCB715C-8BCF-46B7-A623-EB8CC9CB4590}"/>
          </ac:picMkLst>
        </pc:picChg>
        <pc:cxnChg chg="mod">
          <ac:chgData name="Deep Singh" userId="218171febb998cc3" providerId="LiveId" clId="{A631849A-FE2E-4D2F-A2E6-41A2D3869678}" dt="2020-04-02T21:01:57.188" v="15185" actId="478"/>
          <ac:cxnSpMkLst>
            <pc:docMk/>
            <pc:sldMk cId="2024010131" sldId="344"/>
            <ac:cxnSpMk id="10" creationId="{B80DA223-6D0F-4C5C-B9EA-C39D1E49ABD9}"/>
          </ac:cxnSpMkLst>
        </pc:cxnChg>
        <pc:cxnChg chg="mod">
          <ac:chgData name="Deep Singh" userId="218171febb998cc3" providerId="LiveId" clId="{A631849A-FE2E-4D2F-A2E6-41A2D3869678}" dt="2020-04-02T21:01:57.188" v="15185" actId="478"/>
          <ac:cxnSpMkLst>
            <pc:docMk/>
            <pc:sldMk cId="2024010131" sldId="344"/>
            <ac:cxnSpMk id="11" creationId="{CD469D9A-B4D8-4908-B1F2-AD9C88DFCCAC}"/>
          </ac:cxnSpMkLst>
        </pc:cxnChg>
        <pc:cxnChg chg="mod">
          <ac:chgData name="Deep Singh" userId="218171febb998cc3" providerId="LiveId" clId="{A631849A-FE2E-4D2F-A2E6-41A2D3869678}" dt="2020-04-02T21:01:57.188" v="15185" actId="478"/>
          <ac:cxnSpMkLst>
            <pc:docMk/>
            <pc:sldMk cId="2024010131" sldId="344"/>
            <ac:cxnSpMk id="14" creationId="{DA08C0D9-42D7-41D7-A4C4-C2920830E45F}"/>
          </ac:cxnSpMkLst>
        </pc:cxnChg>
      </pc:sldChg>
      <pc:sldChg chg="addSp delSp modSp add del ord setBg delDesignElem">
        <pc:chgData name="Deep Singh" userId="218171febb998cc3" providerId="LiveId" clId="{A631849A-FE2E-4D2F-A2E6-41A2D3869678}" dt="2020-04-02T21:06:19.131" v="15277" actId="6549"/>
        <pc:sldMkLst>
          <pc:docMk/>
          <pc:sldMk cId="685957424" sldId="345"/>
        </pc:sldMkLst>
        <pc:spChg chg="mod">
          <ac:chgData name="Deep Singh" userId="218171febb998cc3" providerId="LiveId" clId="{A631849A-FE2E-4D2F-A2E6-41A2D3869678}" dt="2020-04-02T21:06:19.131" v="15277" actId="6549"/>
          <ac:spMkLst>
            <pc:docMk/>
            <pc:sldMk cId="685957424" sldId="345"/>
            <ac:spMk id="5" creationId="{32C8CB23-8F38-4C6B-8017-F462ECC41121}"/>
          </ac:spMkLst>
        </pc:spChg>
        <pc:spChg chg="add del">
          <ac:chgData name="Deep Singh" userId="218171febb998cc3" providerId="LiveId" clId="{A631849A-FE2E-4D2F-A2E6-41A2D3869678}" dt="2020-04-02T21:06:07.344" v="15276"/>
          <ac:spMkLst>
            <pc:docMk/>
            <pc:sldMk cId="685957424" sldId="345"/>
            <ac:spMk id="20" creationId="{B775CD93-9DF2-48CB-9F57-1BCA9A46C7FA}"/>
          </ac:spMkLst>
        </pc:spChg>
        <pc:spChg chg="add del">
          <ac:chgData name="Deep Singh" userId="218171febb998cc3" providerId="LiveId" clId="{A631849A-FE2E-4D2F-A2E6-41A2D3869678}" dt="2020-04-02T21:06:07.344" v="15276"/>
          <ac:spMkLst>
            <pc:docMk/>
            <pc:sldMk cId="685957424" sldId="345"/>
            <ac:spMk id="22" creationId="{6166C6D1-23AC-49C4-BA07-238E4E9F8CEB}"/>
          </ac:spMkLst>
        </pc:spChg>
        <pc:spChg chg="add del">
          <ac:chgData name="Deep Singh" userId="218171febb998cc3" providerId="LiveId" clId="{A631849A-FE2E-4D2F-A2E6-41A2D3869678}" dt="2020-04-02T21:06:07.344" v="15276"/>
          <ac:spMkLst>
            <pc:docMk/>
            <pc:sldMk cId="685957424" sldId="345"/>
            <ac:spMk id="24" creationId="{1C091803-41C2-48E0-9228-5148460C7479}"/>
          </ac:spMkLst>
        </pc:spChg>
      </pc:sldChg>
      <pc:sldChg chg="addSp delSp modSp add del ord setBg delDesignElem">
        <pc:chgData name="Deep Singh" userId="218171febb998cc3" providerId="LiveId" clId="{A631849A-FE2E-4D2F-A2E6-41A2D3869678}" dt="2020-04-02T21:06:24.810" v="15278" actId="20577"/>
        <pc:sldMkLst>
          <pc:docMk/>
          <pc:sldMk cId="1164412954" sldId="346"/>
        </pc:sldMkLst>
        <pc:spChg chg="mod">
          <ac:chgData name="Deep Singh" userId="218171febb998cc3" providerId="LiveId" clId="{A631849A-FE2E-4D2F-A2E6-41A2D3869678}" dt="2020-04-02T21:06:24.810" v="15278" actId="20577"/>
          <ac:spMkLst>
            <pc:docMk/>
            <pc:sldMk cId="1164412954" sldId="346"/>
            <ac:spMk id="5" creationId="{CC5E4F4B-5C03-479E-88FB-8D3BA2F15F45}"/>
          </ac:spMkLst>
        </pc:spChg>
        <pc:spChg chg="add del">
          <ac:chgData name="Deep Singh" userId="218171febb998cc3" providerId="LiveId" clId="{A631849A-FE2E-4D2F-A2E6-41A2D3869678}" dt="2020-04-02T21:06:07.344" v="15276"/>
          <ac:spMkLst>
            <pc:docMk/>
            <pc:sldMk cId="1164412954" sldId="346"/>
            <ac:spMk id="50" creationId="{B775CD93-9DF2-48CB-9F57-1BCA9A46C7FA}"/>
          </ac:spMkLst>
        </pc:spChg>
        <pc:spChg chg="add del">
          <ac:chgData name="Deep Singh" userId="218171febb998cc3" providerId="LiveId" clId="{A631849A-FE2E-4D2F-A2E6-41A2D3869678}" dt="2020-04-02T21:06:07.344" v="15276"/>
          <ac:spMkLst>
            <pc:docMk/>
            <pc:sldMk cId="1164412954" sldId="346"/>
            <ac:spMk id="52" creationId="{6166C6D1-23AC-49C4-BA07-238E4E9F8CEB}"/>
          </ac:spMkLst>
        </pc:spChg>
        <pc:spChg chg="add del">
          <ac:chgData name="Deep Singh" userId="218171febb998cc3" providerId="LiveId" clId="{A631849A-FE2E-4D2F-A2E6-41A2D3869678}" dt="2020-04-02T21:06:07.344" v="15276"/>
          <ac:spMkLst>
            <pc:docMk/>
            <pc:sldMk cId="1164412954" sldId="346"/>
            <ac:spMk id="54" creationId="{1C091803-41C2-48E0-9228-5148460C7479}"/>
          </ac:spMkLst>
        </pc:spChg>
      </pc:sldChg>
      <pc:sldChg chg="addSp delSp add del ord setBg delDesignElem">
        <pc:chgData name="Deep Singh" userId="218171febb998cc3" providerId="LiveId" clId="{A631849A-FE2E-4D2F-A2E6-41A2D3869678}" dt="2020-04-02T21:06:07.344" v="15276"/>
        <pc:sldMkLst>
          <pc:docMk/>
          <pc:sldMk cId="3840906611" sldId="347"/>
        </pc:sldMkLst>
        <pc:spChg chg="add del">
          <ac:chgData name="Deep Singh" userId="218171febb998cc3" providerId="LiveId" clId="{A631849A-FE2E-4D2F-A2E6-41A2D3869678}" dt="2020-04-02T21:06:07.344" v="15276"/>
          <ac:spMkLst>
            <pc:docMk/>
            <pc:sldMk cId="3840906611" sldId="347"/>
            <ac:spMk id="12" creationId="{1BE4F293-0A40-4AA3-8747-1C7D9F3EEABB}"/>
          </ac:spMkLst>
        </pc:spChg>
        <pc:grpChg chg="add del">
          <ac:chgData name="Deep Singh" userId="218171febb998cc3" providerId="LiveId" clId="{A631849A-FE2E-4D2F-A2E6-41A2D3869678}" dt="2020-04-02T21:06:07.344" v="15276"/>
          <ac:grpSpMkLst>
            <pc:docMk/>
            <pc:sldMk cId="3840906611" sldId="347"/>
            <ac:grpSpMk id="14" creationId="{5D1CC8B8-2CD1-45F6-9CED-CA310400222D}"/>
          </ac:grpSpMkLst>
        </pc:grpChg>
      </pc:sldChg>
      <pc:sldChg chg="add del">
        <pc:chgData name="Deep Singh" userId="218171febb998cc3" providerId="LiveId" clId="{A631849A-FE2E-4D2F-A2E6-41A2D3869678}" dt="2020-04-02T21:06:05.541" v="15274"/>
        <pc:sldMkLst>
          <pc:docMk/>
          <pc:sldMk cId="3170426908" sldId="348"/>
        </pc:sldMkLst>
      </pc:sldChg>
      <pc:sldChg chg="add del">
        <pc:chgData name="Deep Singh" userId="218171febb998cc3" providerId="LiveId" clId="{A631849A-FE2E-4D2F-A2E6-41A2D3869678}" dt="2020-04-02T21:06:05.232" v="15273"/>
        <pc:sldMkLst>
          <pc:docMk/>
          <pc:sldMk cId="3896071040" sldId="349"/>
        </pc:sldMkLst>
      </pc:sldChg>
      <pc:sldChg chg="add del">
        <pc:chgData name="Deep Singh" userId="218171febb998cc3" providerId="LiveId" clId="{A631849A-FE2E-4D2F-A2E6-41A2D3869678}" dt="2020-04-02T21:06:04.889" v="15272"/>
        <pc:sldMkLst>
          <pc:docMk/>
          <pc:sldMk cId="1630906687" sldId="350"/>
        </pc:sldMkLst>
      </pc:sldChg>
      <pc:sldMasterChg chg="setBg modSldLayout">
        <pc:chgData name="Deep Singh" userId="218171febb998cc3" providerId="LiveId" clId="{A631849A-FE2E-4D2F-A2E6-41A2D3869678}" dt="2020-04-01T19:41:55.681" v="1918"/>
        <pc:sldMasterMkLst>
          <pc:docMk/>
          <pc:sldMasterMk cId="3354390932" sldId="2147483648"/>
        </pc:sldMasterMkLst>
        <pc:sldLayoutChg chg="delSp setBg">
          <pc:chgData name="Deep Singh" userId="218171febb998cc3" providerId="LiveId" clId="{A631849A-FE2E-4D2F-A2E6-41A2D3869678}" dt="2020-04-01T09:03:19.075" v="1184"/>
          <pc:sldLayoutMkLst>
            <pc:docMk/>
            <pc:sldMasterMk cId="3354390932" sldId="2147483648"/>
            <pc:sldLayoutMk cId="1088577732" sldId="2147483649"/>
          </pc:sldLayoutMkLst>
          <pc:spChg chg="del">
            <ac:chgData name="Deep Singh" userId="218171febb998cc3" providerId="LiveId" clId="{A631849A-FE2E-4D2F-A2E6-41A2D3869678}" dt="2020-04-01T03:21:05.555" v="237" actId="478"/>
            <ac:spMkLst>
              <pc:docMk/>
              <pc:sldMasterMk cId="3354390932" sldId="2147483648"/>
              <pc:sldLayoutMk cId="1088577732" sldId="2147483649"/>
              <ac:spMk id="2" creationId="{69C4C367-721E-452D-9C09-EC1CBAB04A54}"/>
            </ac:spMkLst>
          </pc:spChg>
          <pc:spChg chg="del">
            <ac:chgData name="Deep Singh" userId="218171febb998cc3" providerId="LiveId" clId="{A631849A-FE2E-4D2F-A2E6-41A2D3869678}" dt="2020-04-01T03:21:08.003" v="238" actId="478"/>
            <ac:spMkLst>
              <pc:docMk/>
              <pc:sldMasterMk cId="3354390932" sldId="2147483648"/>
              <pc:sldLayoutMk cId="1088577732" sldId="2147483649"/>
              <ac:spMk id="3" creationId="{DF63659B-9955-495D-B79C-4419F8699A0F}"/>
            </ac:spMkLst>
          </pc:spChg>
          <pc:spChg chg="del">
            <ac:chgData name="Deep Singh" userId="218171febb998cc3" providerId="LiveId" clId="{A631849A-FE2E-4D2F-A2E6-41A2D3869678}" dt="2020-04-01T03:21:11.050" v="239" actId="478"/>
            <ac:spMkLst>
              <pc:docMk/>
              <pc:sldMasterMk cId="3354390932" sldId="2147483648"/>
              <pc:sldLayoutMk cId="1088577732" sldId="2147483649"/>
              <ac:spMk id="4" creationId="{EAFE17FA-5444-426B-8DD9-94BAED6B2A6C}"/>
            </ac:spMkLst>
          </pc:spChg>
          <pc:spChg chg="del">
            <ac:chgData name="Deep Singh" userId="218171febb998cc3" providerId="LiveId" clId="{A631849A-FE2E-4D2F-A2E6-41A2D3869678}" dt="2020-04-01T03:21:13.814" v="240" actId="478"/>
            <ac:spMkLst>
              <pc:docMk/>
              <pc:sldMasterMk cId="3354390932" sldId="2147483648"/>
              <pc:sldLayoutMk cId="1088577732" sldId="2147483649"/>
              <ac:spMk id="6" creationId="{126B8454-D073-49E5-8EAC-8B2E564A8586}"/>
            </ac:spMkLst>
          </pc:spChg>
        </pc:sldLayoutChg>
        <pc:sldLayoutChg chg="addSp delSp modSp setBg">
          <pc:chgData name="Deep Singh" userId="218171febb998cc3" providerId="LiveId" clId="{A631849A-FE2E-4D2F-A2E6-41A2D3869678}" dt="2020-04-01T09:27:57.176" v="1679" actId="478"/>
          <pc:sldLayoutMkLst>
            <pc:docMk/>
            <pc:sldMasterMk cId="3354390932" sldId="2147483648"/>
            <pc:sldLayoutMk cId="4102842112" sldId="2147483650"/>
          </pc:sldLayoutMkLst>
          <pc:spChg chg="mod">
            <ac:chgData name="Deep Singh" userId="218171febb998cc3" providerId="LiveId" clId="{A631849A-FE2E-4D2F-A2E6-41A2D3869678}" dt="2020-04-01T02:55:41.606" v="73" actId="113"/>
            <ac:spMkLst>
              <pc:docMk/>
              <pc:sldMasterMk cId="3354390932" sldId="2147483648"/>
              <pc:sldLayoutMk cId="4102842112" sldId="2147483650"/>
              <ac:spMk id="2" creationId="{FCE935A7-9FA8-4746-B96C-1C976C0B3E77}"/>
            </ac:spMkLst>
          </pc:spChg>
          <pc:spChg chg="mod">
            <ac:chgData name="Deep Singh" userId="218171febb998cc3" providerId="LiveId" clId="{A631849A-FE2E-4D2F-A2E6-41A2D3869678}" dt="2020-04-01T03:15:35.358" v="183" actId="2711"/>
            <ac:spMkLst>
              <pc:docMk/>
              <pc:sldMasterMk cId="3354390932" sldId="2147483648"/>
              <pc:sldLayoutMk cId="4102842112" sldId="2147483650"/>
              <ac:spMk id="3" creationId="{362A5571-07DD-4B53-BA8C-1905225A9BCD}"/>
            </ac:spMkLst>
          </pc:spChg>
          <pc:picChg chg="add del">
            <ac:chgData name="Deep Singh" userId="218171febb998cc3" providerId="LiveId" clId="{A631849A-FE2E-4D2F-A2E6-41A2D3869678}" dt="2020-04-01T09:27:57.176" v="1679" actId="478"/>
            <ac:picMkLst>
              <pc:docMk/>
              <pc:sldMasterMk cId="3354390932" sldId="2147483648"/>
              <pc:sldLayoutMk cId="4102842112" sldId="2147483650"/>
              <ac:picMk id="8" creationId="{1021C7AF-A2D5-463C-8701-95157A74DC71}"/>
            </ac:picMkLst>
          </pc:picChg>
          <pc:picChg chg="del">
            <ac:chgData name="Deep Singh" userId="218171febb998cc3" providerId="LiveId" clId="{A631849A-FE2E-4D2F-A2E6-41A2D3869678}" dt="2020-04-01T02:57:24.373" v="86" actId="478"/>
            <ac:picMkLst>
              <pc:docMk/>
              <pc:sldMasterMk cId="3354390932" sldId="2147483648"/>
              <pc:sldLayoutMk cId="4102842112" sldId="2147483650"/>
              <ac:picMk id="13" creationId="{E4E0014C-0E7D-403B-93A0-28DC68E84092}"/>
            </ac:picMkLst>
          </pc:picChg>
        </pc:sldLayoutChg>
        <pc:sldLayoutChg chg="addSp delSp modSp setBg">
          <pc:chgData name="Deep Singh" userId="218171febb998cc3" providerId="LiveId" clId="{A631849A-FE2E-4D2F-A2E6-41A2D3869678}" dt="2020-04-01T09:27:57.079" v="1678" actId="478"/>
          <pc:sldLayoutMkLst>
            <pc:docMk/>
            <pc:sldMasterMk cId="3354390932" sldId="2147483648"/>
            <pc:sldLayoutMk cId="378422490" sldId="2147483660"/>
          </pc:sldLayoutMkLst>
          <pc:spChg chg="mod">
            <ac:chgData name="Deep Singh" userId="218171febb998cc3" providerId="LiveId" clId="{A631849A-FE2E-4D2F-A2E6-41A2D3869678}" dt="2020-04-01T02:54:56.554" v="3" actId="113"/>
            <ac:spMkLst>
              <pc:docMk/>
              <pc:sldMasterMk cId="3354390932" sldId="2147483648"/>
              <pc:sldLayoutMk cId="378422490" sldId="2147483660"/>
              <ac:spMk id="2" creationId="{69C4C367-721E-452D-9C09-EC1CBAB04A54}"/>
            </ac:spMkLst>
          </pc:spChg>
          <pc:picChg chg="add del mod">
            <ac:chgData name="Deep Singh" userId="218171febb998cc3" providerId="LiveId" clId="{A631849A-FE2E-4D2F-A2E6-41A2D3869678}" dt="2020-04-01T09:27:57.079" v="1678" actId="478"/>
            <ac:picMkLst>
              <pc:docMk/>
              <pc:sldMasterMk cId="3354390932" sldId="2147483648"/>
              <pc:sldLayoutMk cId="378422490" sldId="2147483660"/>
              <ac:picMk id="9" creationId="{E64C4FFE-8C36-4620-8D71-D928B1ACCCC0}"/>
            </ac:picMkLst>
          </pc:picChg>
        </pc:sldLayoutChg>
      </pc:sldMasterChg>
      <pc:sldMasterChg chg="del delSldLayout">
        <pc:chgData name="Deep Singh" userId="218171febb998cc3" providerId="LiveId" clId="{A631849A-FE2E-4D2F-A2E6-41A2D3869678}" dt="2020-04-02T04:38:12.823" v="7135" actId="2696"/>
        <pc:sldMasterMkLst>
          <pc:docMk/>
          <pc:sldMasterMk cId="2022919685" sldId="2147483662"/>
        </pc:sldMasterMkLst>
        <pc:sldLayoutChg chg="del">
          <pc:chgData name="Deep Singh" userId="218171febb998cc3" providerId="LiveId" clId="{A631849A-FE2E-4D2F-A2E6-41A2D3869678}" dt="2020-04-02T04:33:30.994" v="7106" actId="2696"/>
          <pc:sldLayoutMkLst>
            <pc:docMk/>
            <pc:sldMasterMk cId="2022919685" sldId="2147483662"/>
            <pc:sldLayoutMk cId="3420646155" sldId="2147483663"/>
          </pc:sldLayoutMkLst>
        </pc:sldLayoutChg>
        <pc:sldLayoutChg chg="del">
          <pc:chgData name="Deep Singh" userId="218171febb998cc3" providerId="LiveId" clId="{A631849A-FE2E-4D2F-A2E6-41A2D3869678}" dt="2020-04-02T04:33:30.995" v="7107" actId="2696"/>
          <pc:sldLayoutMkLst>
            <pc:docMk/>
            <pc:sldMasterMk cId="2022919685" sldId="2147483662"/>
            <pc:sldLayoutMk cId="3475045364" sldId="2147483664"/>
          </pc:sldLayoutMkLst>
        </pc:sldLayoutChg>
        <pc:sldLayoutChg chg="del">
          <pc:chgData name="Deep Singh" userId="218171febb998cc3" providerId="LiveId" clId="{A631849A-FE2E-4D2F-A2E6-41A2D3869678}" dt="2020-04-02T04:33:30.996" v="7108" actId="2696"/>
          <pc:sldLayoutMkLst>
            <pc:docMk/>
            <pc:sldMasterMk cId="2022919685" sldId="2147483662"/>
            <pc:sldLayoutMk cId="315521520" sldId="2147483665"/>
          </pc:sldLayoutMkLst>
        </pc:sldLayoutChg>
        <pc:sldLayoutChg chg="del">
          <pc:chgData name="Deep Singh" userId="218171febb998cc3" providerId="LiveId" clId="{A631849A-FE2E-4D2F-A2E6-41A2D3869678}" dt="2020-04-02T04:33:30.997" v="7109" actId="2696"/>
          <pc:sldLayoutMkLst>
            <pc:docMk/>
            <pc:sldMasterMk cId="2022919685" sldId="2147483662"/>
            <pc:sldLayoutMk cId="3687134534" sldId="2147483666"/>
          </pc:sldLayoutMkLst>
        </pc:sldLayoutChg>
        <pc:sldLayoutChg chg="del">
          <pc:chgData name="Deep Singh" userId="218171febb998cc3" providerId="LiveId" clId="{A631849A-FE2E-4D2F-A2E6-41A2D3869678}" dt="2020-04-02T04:33:30.997" v="7110" actId="2696"/>
          <pc:sldLayoutMkLst>
            <pc:docMk/>
            <pc:sldMasterMk cId="2022919685" sldId="2147483662"/>
            <pc:sldLayoutMk cId="1582707564" sldId="2147483667"/>
          </pc:sldLayoutMkLst>
        </pc:sldLayoutChg>
        <pc:sldLayoutChg chg="del">
          <pc:chgData name="Deep Singh" userId="218171febb998cc3" providerId="LiveId" clId="{A631849A-FE2E-4D2F-A2E6-41A2D3869678}" dt="2020-04-02T04:33:30.998" v="7111" actId="2696"/>
          <pc:sldLayoutMkLst>
            <pc:docMk/>
            <pc:sldMasterMk cId="2022919685" sldId="2147483662"/>
            <pc:sldLayoutMk cId="4258365167" sldId="2147483668"/>
          </pc:sldLayoutMkLst>
        </pc:sldLayoutChg>
        <pc:sldLayoutChg chg="del">
          <pc:chgData name="Deep Singh" userId="218171febb998cc3" providerId="LiveId" clId="{A631849A-FE2E-4D2F-A2E6-41A2D3869678}" dt="2020-04-02T04:33:30.999" v="7112" actId="2696"/>
          <pc:sldLayoutMkLst>
            <pc:docMk/>
            <pc:sldMasterMk cId="2022919685" sldId="2147483662"/>
            <pc:sldLayoutMk cId="1518554297" sldId="2147483669"/>
          </pc:sldLayoutMkLst>
        </pc:sldLayoutChg>
        <pc:sldLayoutChg chg="del">
          <pc:chgData name="Deep Singh" userId="218171febb998cc3" providerId="LiveId" clId="{A631849A-FE2E-4D2F-A2E6-41A2D3869678}" dt="2020-04-02T04:33:31" v="7113" actId="2696"/>
          <pc:sldLayoutMkLst>
            <pc:docMk/>
            <pc:sldMasterMk cId="2022919685" sldId="2147483662"/>
            <pc:sldLayoutMk cId="3180390972" sldId="2147483670"/>
          </pc:sldLayoutMkLst>
        </pc:sldLayoutChg>
        <pc:sldLayoutChg chg="del">
          <pc:chgData name="Deep Singh" userId="218171febb998cc3" providerId="LiveId" clId="{A631849A-FE2E-4D2F-A2E6-41A2D3869678}" dt="2020-04-02T04:33:31.001" v="7114" actId="2696"/>
          <pc:sldLayoutMkLst>
            <pc:docMk/>
            <pc:sldMasterMk cId="2022919685" sldId="2147483662"/>
            <pc:sldLayoutMk cId="683837285" sldId="2147483671"/>
          </pc:sldLayoutMkLst>
        </pc:sldLayoutChg>
        <pc:sldLayoutChg chg="del">
          <pc:chgData name="Deep Singh" userId="218171febb998cc3" providerId="LiveId" clId="{A631849A-FE2E-4D2F-A2E6-41A2D3869678}" dt="2020-04-02T04:33:30.990" v="7105" actId="2696"/>
          <pc:sldLayoutMkLst>
            <pc:docMk/>
            <pc:sldMasterMk cId="2022919685" sldId="2147483662"/>
            <pc:sldLayoutMk cId="3493315840" sldId="2147483672"/>
          </pc:sldLayoutMkLst>
        </pc:sldLayoutChg>
        <pc:sldLayoutChg chg="del">
          <pc:chgData name="Deep Singh" userId="218171febb998cc3" providerId="LiveId" clId="{A631849A-FE2E-4D2F-A2E6-41A2D3869678}" dt="2020-04-02T04:38:12.823" v="7135" actId="2696"/>
          <pc:sldLayoutMkLst>
            <pc:docMk/>
            <pc:sldMasterMk cId="2022919685" sldId="2147483662"/>
            <pc:sldLayoutMk cId="4195871556" sldId="2147483673"/>
          </pc:sldLayoutMkLst>
        </pc:sldLayoutChg>
      </pc:sldMasterChg>
      <pc:sldMasterChg chg="add del delSldLayout modSldLayout">
        <pc:chgData name="Deep Singh" userId="218171febb998cc3" providerId="LiveId" clId="{A631849A-FE2E-4D2F-A2E6-41A2D3869678}" dt="2020-04-02T17:32:50.831" v="12838" actId="47"/>
        <pc:sldMasterMkLst>
          <pc:docMk/>
          <pc:sldMasterMk cId="4117239741" sldId="2147483662"/>
        </pc:sldMasterMkLst>
        <pc:sldLayoutChg chg="modSp del">
          <pc:chgData name="Deep Singh" userId="218171febb998cc3" providerId="LiveId" clId="{A631849A-FE2E-4D2F-A2E6-41A2D3869678}" dt="2020-04-02T17:32:50.831" v="12838" actId="47"/>
          <pc:sldLayoutMkLst>
            <pc:docMk/>
            <pc:sldMasterMk cId="4117239741" sldId="2147483662"/>
            <pc:sldLayoutMk cId="1080643887" sldId="2147483663"/>
          </pc:sldLayoutMkLst>
          <pc:picChg chg="mod">
            <ac:chgData name="Deep Singh" userId="218171febb998cc3" providerId="LiveId" clId="{A631849A-FE2E-4D2F-A2E6-41A2D3869678}" dt="2020-04-02T16:40:05.534" v="11474" actId="1076"/>
            <ac:picMkLst>
              <pc:docMk/>
              <pc:sldMasterMk cId="4117239741" sldId="2147483662"/>
              <pc:sldLayoutMk cId="1080643887" sldId="2147483663"/>
              <ac:picMk id="42" creationId="{5999553A-CAF8-4B46-8B69-C1DED9829839}"/>
            </ac:picMkLst>
          </pc:picChg>
        </pc:sldLayoutChg>
      </pc:sldMaster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ata4.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diagrams/_rels/data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50.svg"/><Relationship Id="rId5" Type="http://schemas.openxmlformats.org/officeDocument/2006/relationships/image" Target="../media/image49.png"/><Relationship Id="rId4" Type="http://schemas.openxmlformats.org/officeDocument/2006/relationships/image" Target="../media/image18.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rawing4.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diagrams/_rels/drawing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50.svg"/><Relationship Id="rId5" Type="http://schemas.openxmlformats.org/officeDocument/2006/relationships/image" Target="../media/image49.png"/><Relationship Id="rId4" Type="http://schemas.openxmlformats.org/officeDocument/2006/relationships/image" Target="../media/image18.svg"/></Relationships>
</file>

<file path=ppt/diagrams/colors1.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D27D827-6436-47B5-9762-FED58E5B81CA}"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8C75B87B-E06D-4014-B77F-74361A360860}">
      <dgm:prSet/>
      <dgm:spPr/>
      <dgm:t>
        <a:bodyPr/>
        <a:lstStyle/>
        <a:p>
          <a:pPr>
            <a:lnSpc>
              <a:spcPct val="100000"/>
            </a:lnSpc>
          </a:pPr>
          <a:r>
            <a:rPr lang="en-US"/>
            <a:t>Survey </a:t>
          </a:r>
          <a:r>
            <a:rPr lang="en-US">
              <a:latin typeface="Calibri Light" panose="020F0302020204030204"/>
            </a:rPr>
            <a:t>components to determine</a:t>
          </a:r>
          <a:r>
            <a:rPr lang="en-US"/>
            <a:t> </a:t>
          </a:r>
          <a:r>
            <a:rPr lang="en-US">
              <a:latin typeface="Calibri Light" panose="020F0302020204030204"/>
            </a:rPr>
            <a:t>a </a:t>
          </a:r>
          <a:r>
            <a:rPr lang="en-US"/>
            <a:t>working prototype</a:t>
          </a:r>
        </a:p>
      </dgm:t>
    </dgm:pt>
    <dgm:pt modelId="{F6ADD701-C26E-4496-AAAF-83D73528E64D}" type="parTrans" cxnId="{C0477C30-89EA-497B-B9DA-F4D08E8F1DCD}">
      <dgm:prSet/>
      <dgm:spPr/>
      <dgm:t>
        <a:bodyPr/>
        <a:lstStyle/>
        <a:p>
          <a:endParaRPr lang="en-US"/>
        </a:p>
      </dgm:t>
    </dgm:pt>
    <dgm:pt modelId="{113A14E4-B66D-4A83-9D33-CE9FDB677CF3}" type="sibTrans" cxnId="{C0477C30-89EA-497B-B9DA-F4D08E8F1DCD}">
      <dgm:prSet/>
      <dgm:spPr/>
      <dgm:t>
        <a:bodyPr/>
        <a:lstStyle/>
        <a:p>
          <a:endParaRPr lang="en-US"/>
        </a:p>
      </dgm:t>
    </dgm:pt>
    <dgm:pt modelId="{14E11BE9-2BE9-408C-8251-8B1EEA2AC115}">
      <dgm:prSet/>
      <dgm:spPr/>
      <dgm:t>
        <a:bodyPr/>
        <a:lstStyle/>
        <a:p>
          <a:pPr>
            <a:lnSpc>
              <a:spcPct val="100000"/>
            </a:lnSpc>
          </a:pPr>
          <a:r>
            <a:rPr lang="en-US"/>
            <a:t>Survey existing</a:t>
          </a:r>
          <a:r>
            <a:rPr lang="en-US">
              <a:latin typeface="Calibri Light" panose="020F0302020204030204"/>
            </a:rPr>
            <a:t> concepts</a:t>
          </a:r>
          <a:r>
            <a:rPr lang="en-US"/>
            <a:t> of </a:t>
          </a:r>
          <a:r>
            <a:rPr lang="en-US">
              <a:latin typeface="Calibri Light" panose="020F0302020204030204"/>
            </a:rPr>
            <a:t>Intelligent Transportation System</a:t>
          </a:r>
          <a:endParaRPr lang="en-US"/>
        </a:p>
      </dgm:t>
    </dgm:pt>
    <dgm:pt modelId="{26698456-1C17-49AC-84B3-4CA3E5916709}" type="parTrans" cxnId="{4EE1A075-87B4-4DF4-B5FA-0B213A7061E7}">
      <dgm:prSet/>
      <dgm:spPr/>
      <dgm:t>
        <a:bodyPr/>
        <a:lstStyle/>
        <a:p>
          <a:endParaRPr lang="en-US"/>
        </a:p>
      </dgm:t>
    </dgm:pt>
    <dgm:pt modelId="{223DFD5B-40B7-4625-A9A9-8BF53408DF9D}" type="sibTrans" cxnId="{4EE1A075-87B4-4DF4-B5FA-0B213A7061E7}">
      <dgm:prSet/>
      <dgm:spPr/>
      <dgm:t>
        <a:bodyPr/>
        <a:lstStyle/>
        <a:p>
          <a:pPr>
            <a:lnSpc>
              <a:spcPct val="100000"/>
            </a:lnSpc>
          </a:pPr>
          <a:endParaRPr lang="en-US"/>
        </a:p>
      </dgm:t>
    </dgm:pt>
    <dgm:pt modelId="{63D16F6C-30A0-4CDE-A56B-D962CC1ED9FA}">
      <dgm:prSet/>
      <dgm:spPr/>
      <dgm:t>
        <a:bodyPr/>
        <a:lstStyle/>
        <a:p>
          <a:pPr>
            <a:lnSpc>
              <a:spcPct val="100000"/>
            </a:lnSpc>
          </a:pPr>
          <a:r>
            <a:rPr lang="en-GB"/>
            <a:t>Gather information about communication techniques employed</a:t>
          </a:r>
          <a:r>
            <a:rPr lang="en-GB">
              <a:latin typeface="Calibri Light" panose="020F0302020204030204"/>
            </a:rPr>
            <a:t> in IoV</a:t>
          </a:r>
          <a:endParaRPr lang="en-GB" err="1"/>
        </a:p>
      </dgm:t>
    </dgm:pt>
    <dgm:pt modelId="{470EA167-3313-472B-9FC8-F89BE72EF829}" type="parTrans" cxnId="{F01FD401-CDCA-407C-8B6D-1182C6F0ACE9}">
      <dgm:prSet/>
      <dgm:spPr/>
      <dgm:t>
        <a:bodyPr/>
        <a:lstStyle/>
        <a:p>
          <a:endParaRPr lang="en-US"/>
        </a:p>
      </dgm:t>
    </dgm:pt>
    <dgm:pt modelId="{B4C85EFA-99F2-48D4-B8A1-9ED69CE71E5E}" type="sibTrans" cxnId="{F01FD401-CDCA-407C-8B6D-1182C6F0ACE9}">
      <dgm:prSet/>
      <dgm:spPr/>
      <dgm:t>
        <a:bodyPr/>
        <a:lstStyle/>
        <a:p>
          <a:pPr>
            <a:lnSpc>
              <a:spcPct val="100000"/>
            </a:lnSpc>
          </a:pPr>
          <a:endParaRPr lang="en-US"/>
        </a:p>
      </dgm:t>
    </dgm:pt>
    <dgm:pt modelId="{BA91D7B2-AC82-49CA-A3A3-C546D4DB58AC}">
      <dgm:prSet/>
      <dgm:spPr/>
      <dgm:t>
        <a:bodyPr/>
        <a:lstStyle/>
        <a:p>
          <a:pPr>
            <a:lnSpc>
              <a:spcPct val="100000"/>
            </a:lnSpc>
          </a:pPr>
          <a:r>
            <a:rPr lang="en-GB"/>
            <a:t>Identify safety metrics and communication latency</a:t>
          </a:r>
          <a:r>
            <a:rPr lang="en-GB">
              <a:latin typeface="Calibri Light" panose="020F0302020204030204"/>
            </a:rPr>
            <a:t> to meet safety requirements</a:t>
          </a:r>
          <a:endParaRPr lang="en-GB"/>
        </a:p>
      </dgm:t>
    </dgm:pt>
    <dgm:pt modelId="{238D346C-1335-4DF8-BCC6-708075936C4E}" type="parTrans" cxnId="{E6E6BD4D-BB6B-4FA6-AE13-56483DCFD339}">
      <dgm:prSet/>
      <dgm:spPr/>
      <dgm:t>
        <a:bodyPr/>
        <a:lstStyle/>
        <a:p>
          <a:endParaRPr lang="en-US"/>
        </a:p>
      </dgm:t>
    </dgm:pt>
    <dgm:pt modelId="{6BA164F8-D309-4D28-B54A-8024A1892DCF}" type="sibTrans" cxnId="{E6E6BD4D-BB6B-4FA6-AE13-56483DCFD339}">
      <dgm:prSet/>
      <dgm:spPr/>
      <dgm:t>
        <a:bodyPr/>
        <a:lstStyle/>
        <a:p>
          <a:pPr>
            <a:lnSpc>
              <a:spcPct val="100000"/>
            </a:lnSpc>
          </a:pPr>
          <a:endParaRPr lang="en-US"/>
        </a:p>
      </dgm:t>
    </dgm:pt>
    <dgm:pt modelId="{F2B09733-8174-4FBD-940D-F3653C58FB55}" type="pres">
      <dgm:prSet presAssocID="{CD27D827-6436-47B5-9762-FED58E5B81CA}" presName="root" presStyleCnt="0">
        <dgm:presLayoutVars>
          <dgm:dir/>
          <dgm:resizeHandles val="exact"/>
        </dgm:presLayoutVars>
      </dgm:prSet>
      <dgm:spPr/>
    </dgm:pt>
    <dgm:pt modelId="{E1E835CB-79EF-42E5-8759-505086E87F52}" type="pres">
      <dgm:prSet presAssocID="{14E11BE9-2BE9-408C-8251-8B1EEA2AC115}" presName="compNode" presStyleCnt="0"/>
      <dgm:spPr/>
    </dgm:pt>
    <dgm:pt modelId="{96609F21-E516-466B-A225-941487C35E77}" type="pres">
      <dgm:prSet presAssocID="{14E11BE9-2BE9-408C-8251-8B1EEA2AC115}" presName="iconRect" presStyleLbl="node1" presStyleIdx="0" presStyleCnt="4"/>
      <dgm:spPr>
        <a:blipFill rotWithShape="1">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Check List"/>
        </a:ext>
      </dgm:extLst>
    </dgm:pt>
    <dgm:pt modelId="{45527EAF-AD5F-4F62-84FC-6768FD82254F}" type="pres">
      <dgm:prSet presAssocID="{14E11BE9-2BE9-408C-8251-8B1EEA2AC115}" presName="spaceRect" presStyleCnt="0"/>
      <dgm:spPr/>
    </dgm:pt>
    <dgm:pt modelId="{FAC76675-862B-412B-9834-DADCD2492A61}" type="pres">
      <dgm:prSet presAssocID="{14E11BE9-2BE9-408C-8251-8B1EEA2AC115}" presName="textRect" presStyleLbl="revTx" presStyleIdx="0" presStyleCnt="4">
        <dgm:presLayoutVars>
          <dgm:chMax val="1"/>
          <dgm:chPref val="1"/>
        </dgm:presLayoutVars>
      </dgm:prSet>
      <dgm:spPr/>
    </dgm:pt>
    <dgm:pt modelId="{4D52BDE7-830F-4629-AEF1-11DE56DA1F12}" type="pres">
      <dgm:prSet presAssocID="{223DFD5B-40B7-4625-A9A9-8BF53408DF9D}" presName="sibTrans" presStyleCnt="0"/>
      <dgm:spPr/>
    </dgm:pt>
    <dgm:pt modelId="{94B1D251-9D11-4E66-8DC8-8669206CBA3D}" type="pres">
      <dgm:prSet presAssocID="{63D16F6C-30A0-4CDE-A56B-D962CC1ED9FA}" presName="compNode" presStyleCnt="0"/>
      <dgm:spPr/>
    </dgm:pt>
    <dgm:pt modelId="{9A82CBF7-06BC-44C9-9D78-9ADC219B2709}" type="pres">
      <dgm:prSet presAssocID="{63D16F6C-30A0-4CDE-A56B-D962CC1ED9FA}" presName="iconRect" presStyleLbl="node1" presStyleIdx="1" presStyleCnt="4"/>
      <dgm:spPr>
        <a:blipFill rotWithShape="1">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List"/>
        </a:ext>
      </dgm:extLst>
    </dgm:pt>
    <dgm:pt modelId="{7007A564-B18D-442B-91EA-02912DCFABB3}" type="pres">
      <dgm:prSet presAssocID="{63D16F6C-30A0-4CDE-A56B-D962CC1ED9FA}" presName="spaceRect" presStyleCnt="0"/>
      <dgm:spPr/>
    </dgm:pt>
    <dgm:pt modelId="{8BF95A4F-3FC2-442B-9D4A-6CBDFA667111}" type="pres">
      <dgm:prSet presAssocID="{63D16F6C-30A0-4CDE-A56B-D962CC1ED9FA}" presName="textRect" presStyleLbl="revTx" presStyleIdx="1" presStyleCnt="4">
        <dgm:presLayoutVars>
          <dgm:chMax val="1"/>
          <dgm:chPref val="1"/>
        </dgm:presLayoutVars>
      </dgm:prSet>
      <dgm:spPr/>
    </dgm:pt>
    <dgm:pt modelId="{D1F96F99-3A2A-4D82-B221-A5C262AF9E3D}" type="pres">
      <dgm:prSet presAssocID="{B4C85EFA-99F2-48D4-B8A1-9ED69CE71E5E}" presName="sibTrans" presStyleCnt="0"/>
      <dgm:spPr/>
    </dgm:pt>
    <dgm:pt modelId="{A480DA92-0EE1-4D03-8821-5556E2BF7BC6}" type="pres">
      <dgm:prSet presAssocID="{BA91D7B2-AC82-49CA-A3A3-C546D4DB58AC}" presName="compNode" presStyleCnt="0"/>
      <dgm:spPr/>
    </dgm:pt>
    <dgm:pt modelId="{BA64DB8E-15C5-4FB5-83A8-16F099D3FAD7}" type="pres">
      <dgm:prSet presAssocID="{BA91D7B2-AC82-49CA-A3A3-C546D4DB58AC}"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at"/>
        </a:ext>
      </dgm:extLst>
    </dgm:pt>
    <dgm:pt modelId="{3EF60175-CCD2-46CA-865E-9F59954F6BC0}" type="pres">
      <dgm:prSet presAssocID="{BA91D7B2-AC82-49CA-A3A3-C546D4DB58AC}" presName="spaceRect" presStyleCnt="0"/>
      <dgm:spPr/>
    </dgm:pt>
    <dgm:pt modelId="{14683A56-34CA-4F6C-977D-98B840872623}" type="pres">
      <dgm:prSet presAssocID="{BA91D7B2-AC82-49CA-A3A3-C546D4DB58AC}" presName="textRect" presStyleLbl="revTx" presStyleIdx="2" presStyleCnt="4">
        <dgm:presLayoutVars>
          <dgm:chMax val="1"/>
          <dgm:chPref val="1"/>
        </dgm:presLayoutVars>
      </dgm:prSet>
      <dgm:spPr/>
    </dgm:pt>
    <dgm:pt modelId="{917F4532-8AB8-4A62-A414-9014EE449946}" type="pres">
      <dgm:prSet presAssocID="{6BA164F8-D309-4D28-B54A-8024A1892DCF}" presName="sibTrans" presStyleCnt="0"/>
      <dgm:spPr/>
    </dgm:pt>
    <dgm:pt modelId="{3DEEB227-DC47-4217-B7DE-BAA023280287}" type="pres">
      <dgm:prSet presAssocID="{8C75B87B-E06D-4014-B77F-74361A360860}" presName="compNode" presStyleCnt="0"/>
      <dgm:spPr/>
    </dgm:pt>
    <dgm:pt modelId="{CA7B92D2-CB8D-4008-A7A2-C9EA92E8DDD8}" type="pres">
      <dgm:prSet presAssocID="{8C75B87B-E06D-4014-B77F-74361A360860}"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elescope"/>
        </a:ext>
      </dgm:extLst>
    </dgm:pt>
    <dgm:pt modelId="{BC3C9085-B851-4702-98F3-7C8C59C859A9}" type="pres">
      <dgm:prSet presAssocID="{8C75B87B-E06D-4014-B77F-74361A360860}" presName="spaceRect" presStyleCnt="0"/>
      <dgm:spPr/>
    </dgm:pt>
    <dgm:pt modelId="{6BF564FF-5FB1-4D23-A94E-41D40F26C686}" type="pres">
      <dgm:prSet presAssocID="{8C75B87B-E06D-4014-B77F-74361A360860}" presName="textRect" presStyleLbl="revTx" presStyleIdx="3" presStyleCnt="4">
        <dgm:presLayoutVars>
          <dgm:chMax val="1"/>
          <dgm:chPref val="1"/>
        </dgm:presLayoutVars>
      </dgm:prSet>
      <dgm:spPr/>
    </dgm:pt>
  </dgm:ptLst>
  <dgm:cxnLst>
    <dgm:cxn modelId="{F01FD401-CDCA-407C-8B6D-1182C6F0ACE9}" srcId="{CD27D827-6436-47B5-9762-FED58E5B81CA}" destId="{63D16F6C-30A0-4CDE-A56B-D962CC1ED9FA}" srcOrd="1" destOrd="0" parTransId="{470EA167-3313-472B-9FC8-F89BE72EF829}" sibTransId="{B4C85EFA-99F2-48D4-B8A1-9ED69CE71E5E}"/>
    <dgm:cxn modelId="{81DC6D15-6D2E-4732-B1BB-E5DF149ECA2C}" type="presOf" srcId="{BA91D7B2-AC82-49CA-A3A3-C546D4DB58AC}" destId="{14683A56-34CA-4F6C-977D-98B840872623}" srcOrd="0" destOrd="0" presId="urn:microsoft.com/office/officeart/2018/2/layout/IconLabelList"/>
    <dgm:cxn modelId="{C0477C30-89EA-497B-B9DA-F4D08E8F1DCD}" srcId="{CD27D827-6436-47B5-9762-FED58E5B81CA}" destId="{8C75B87B-E06D-4014-B77F-74361A360860}" srcOrd="3" destOrd="0" parTransId="{F6ADD701-C26E-4496-AAAF-83D73528E64D}" sibTransId="{113A14E4-B66D-4A83-9D33-CE9FDB677CF3}"/>
    <dgm:cxn modelId="{D430F942-83D8-4BE8-8228-B047AA033A10}" type="presOf" srcId="{14E11BE9-2BE9-408C-8251-8B1EEA2AC115}" destId="{FAC76675-862B-412B-9834-DADCD2492A61}" srcOrd="0" destOrd="0" presId="urn:microsoft.com/office/officeart/2018/2/layout/IconLabelList"/>
    <dgm:cxn modelId="{E6E6BD4D-BB6B-4FA6-AE13-56483DCFD339}" srcId="{CD27D827-6436-47B5-9762-FED58E5B81CA}" destId="{BA91D7B2-AC82-49CA-A3A3-C546D4DB58AC}" srcOrd="2" destOrd="0" parTransId="{238D346C-1335-4DF8-BCC6-708075936C4E}" sibTransId="{6BA164F8-D309-4D28-B54A-8024A1892DCF}"/>
    <dgm:cxn modelId="{4EE1A075-87B4-4DF4-B5FA-0B213A7061E7}" srcId="{CD27D827-6436-47B5-9762-FED58E5B81CA}" destId="{14E11BE9-2BE9-408C-8251-8B1EEA2AC115}" srcOrd="0" destOrd="0" parTransId="{26698456-1C17-49AC-84B3-4CA3E5916709}" sibTransId="{223DFD5B-40B7-4625-A9A9-8BF53408DF9D}"/>
    <dgm:cxn modelId="{5703F28B-D15F-4902-ABFF-77B5C2CF2273}" type="presOf" srcId="{63D16F6C-30A0-4CDE-A56B-D962CC1ED9FA}" destId="{8BF95A4F-3FC2-442B-9D4A-6CBDFA667111}" srcOrd="0" destOrd="0" presId="urn:microsoft.com/office/officeart/2018/2/layout/IconLabelList"/>
    <dgm:cxn modelId="{FE5C7D8C-E9ED-493B-A14B-5ABC55E59655}" type="presOf" srcId="{8C75B87B-E06D-4014-B77F-74361A360860}" destId="{6BF564FF-5FB1-4D23-A94E-41D40F26C686}" srcOrd="0" destOrd="0" presId="urn:microsoft.com/office/officeart/2018/2/layout/IconLabelList"/>
    <dgm:cxn modelId="{2A7C3BF4-AD53-4AF7-A5B9-4CE1F62FDF10}" type="presOf" srcId="{CD27D827-6436-47B5-9762-FED58E5B81CA}" destId="{F2B09733-8174-4FBD-940D-F3653C58FB55}" srcOrd="0" destOrd="0" presId="urn:microsoft.com/office/officeart/2018/2/layout/IconLabelList"/>
    <dgm:cxn modelId="{CA37747D-F76A-413F-B51B-56E2852A24BD}" type="presParOf" srcId="{F2B09733-8174-4FBD-940D-F3653C58FB55}" destId="{E1E835CB-79EF-42E5-8759-505086E87F52}" srcOrd="0" destOrd="0" presId="urn:microsoft.com/office/officeart/2018/2/layout/IconLabelList"/>
    <dgm:cxn modelId="{C4BD6E4C-0B78-432F-AD62-DC6EBA06A63C}" type="presParOf" srcId="{E1E835CB-79EF-42E5-8759-505086E87F52}" destId="{96609F21-E516-466B-A225-941487C35E77}" srcOrd="0" destOrd="0" presId="urn:microsoft.com/office/officeart/2018/2/layout/IconLabelList"/>
    <dgm:cxn modelId="{054056DB-0397-4E47-A665-81C898929339}" type="presParOf" srcId="{E1E835CB-79EF-42E5-8759-505086E87F52}" destId="{45527EAF-AD5F-4F62-84FC-6768FD82254F}" srcOrd="1" destOrd="0" presId="urn:microsoft.com/office/officeart/2018/2/layout/IconLabelList"/>
    <dgm:cxn modelId="{E5D123C5-CB64-4878-9544-A3289C900A6F}" type="presParOf" srcId="{E1E835CB-79EF-42E5-8759-505086E87F52}" destId="{FAC76675-862B-412B-9834-DADCD2492A61}" srcOrd="2" destOrd="0" presId="urn:microsoft.com/office/officeart/2018/2/layout/IconLabelList"/>
    <dgm:cxn modelId="{E1D385E0-CBCE-4B65-A714-3AFD667606A7}" type="presParOf" srcId="{F2B09733-8174-4FBD-940D-F3653C58FB55}" destId="{4D52BDE7-830F-4629-AEF1-11DE56DA1F12}" srcOrd="1" destOrd="0" presId="urn:microsoft.com/office/officeart/2018/2/layout/IconLabelList"/>
    <dgm:cxn modelId="{9AD8FAE1-4CA8-4AAC-BCC4-92E949D13872}" type="presParOf" srcId="{F2B09733-8174-4FBD-940D-F3653C58FB55}" destId="{94B1D251-9D11-4E66-8DC8-8669206CBA3D}" srcOrd="2" destOrd="0" presId="urn:microsoft.com/office/officeart/2018/2/layout/IconLabelList"/>
    <dgm:cxn modelId="{839E6C80-FD4B-4431-ACA1-6B235B7AAABB}" type="presParOf" srcId="{94B1D251-9D11-4E66-8DC8-8669206CBA3D}" destId="{9A82CBF7-06BC-44C9-9D78-9ADC219B2709}" srcOrd="0" destOrd="0" presId="urn:microsoft.com/office/officeart/2018/2/layout/IconLabelList"/>
    <dgm:cxn modelId="{34F2695C-7A74-4876-8824-5D17BFA723C2}" type="presParOf" srcId="{94B1D251-9D11-4E66-8DC8-8669206CBA3D}" destId="{7007A564-B18D-442B-91EA-02912DCFABB3}" srcOrd="1" destOrd="0" presId="urn:microsoft.com/office/officeart/2018/2/layout/IconLabelList"/>
    <dgm:cxn modelId="{3E6F0785-465C-4B4E-A713-A6306312AFCD}" type="presParOf" srcId="{94B1D251-9D11-4E66-8DC8-8669206CBA3D}" destId="{8BF95A4F-3FC2-442B-9D4A-6CBDFA667111}" srcOrd="2" destOrd="0" presId="urn:microsoft.com/office/officeart/2018/2/layout/IconLabelList"/>
    <dgm:cxn modelId="{A54DA743-30A3-4A60-9F3D-B4DB830BD478}" type="presParOf" srcId="{F2B09733-8174-4FBD-940D-F3653C58FB55}" destId="{D1F96F99-3A2A-4D82-B221-A5C262AF9E3D}" srcOrd="3" destOrd="0" presId="urn:microsoft.com/office/officeart/2018/2/layout/IconLabelList"/>
    <dgm:cxn modelId="{68376DE8-417B-434C-842F-CE8E617F74C0}" type="presParOf" srcId="{F2B09733-8174-4FBD-940D-F3653C58FB55}" destId="{A480DA92-0EE1-4D03-8821-5556E2BF7BC6}" srcOrd="4" destOrd="0" presId="urn:microsoft.com/office/officeart/2018/2/layout/IconLabelList"/>
    <dgm:cxn modelId="{577DE137-1932-46F6-8A33-182B5F43EAD6}" type="presParOf" srcId="{A480DA92-0EE1-4D03-8821-5556E2BF7BC6}" destId="{BA64DB8E-15C5-4FB5-83A8-16F099D3FAD7}" srcOrd="0" destOrd="0" presId="urn:microsoft.com/office/officeart/2018/2/layout/IconLabelList"/>
    <dgm:cxn modelId="{84C7E44D-D783-45C8-9FF2-C57DAD7A750A}" type="presParOf" srcId="{A480DA92-0EE1-4D03-8821-5556E2BF7BC6}" destId="{3EF60175-CCD2-46CA-865E-9F59954F6BC0}" srcOrd="1" destOrd="0" presId="urn:microsoft.com/office/officeart/2018/2/layout/IconLabelList"/>
    <dgm:cxn modelId="{454C318B-DE5A-4CD1-BD7D-5E5D6B6AC323}" type="presParOf" srcId="{A480DA92-0EE1-4D03-8821-5556E2BF7BC6}" destId="{14683A56-34CA-4F6C-977D-98B840872623}" srcOrd="2" destOrd="0" presId="urn:microsoft.com/office/officeart/2018/2/layout/IconLabelList"/>
    <dgm:cxn modelId="{BFA64474-4D9E-4B93-B0A1-9F2BB771FB4C}" type="presParOf" srcId="{F2B09733-8174-4FBD-940D-F3653C58FB55}" destId="{917F4532-8AB8-4A62-A414-9014EE449946}" srcOrd="5" destOrd="0" presId="urn:microsoft.com/office/officeart/2018/2/layout/IconLabelList"/>
    <dgm:cxn modelId="{5AEB80F7-8F1C-4F89-9A45-35745FF9F3F7}" type="presParOf" srcId="{F2B09733-8174-4FBD-940D-F3653C58FB55}" destId="{3DEEB227-DC47-4217-B7DE-BAA023280287}" srcOrd="6" destOrd="0" presId="urn:microsoft.com/office/officeart/2018/2/layout/IconLabelList"/>
    <dgm:cxn modelId="{5EBE9860-CA9C-4163-8E87-5D3E11DDA456}" type="presParOf" srcId="{3DEEB227-DC47-4217-B7DE-BAA023280287}" destId="{CA7B92D2-CB8D-4008-A7A2-C9EA92E8DDD8}" srcOrd="0" destOrd="0" presId="urn:microsoft.com/office/officeart/2018/2/layout/IconLabelList"/>
    <dgm:cxn modelId="{29B146A0-C7A6-48DE-9AA1-0BD4DC461DAA}" type="presParOf" srcId="{3DEEB227-DC47-4217-B7DE-BAA023280287}" destId="{BC3C9085-B851-4702-98F3-7C8C59C859A9}" srcOrd="1" destOrd="0" presId="urn:microsoft.com/office/officeart/2018/2/layout/IconLabelList"/>
    <dgm:cxn modelId="{420DCF1C-F9F6-43C9-A5D3-1F3D8CA49C76}" type="presParOf" srcId="{3DEEB227-DC47-4217-B7DE-BAA023280287}" destId="{6BF564FF-5FB1-4D23-A94E-41D40F26C686}" srcOrd="2" destOrd="0" presId="urn:microsoft.com/office/officeart/2018/2/layout/IconLabelList"/>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464C5B1-83C7-4CC8-8ECB-890CB354980A}" type="doc">
      <dgm:prSet loTypeId="urn:diagrams.loki3.com/BracketList" loCatId="list" qsTypeId="urn:microsoft.com/office/officeart/2005/8/quickstyle/simple1" qsCatId="simple" csTypeId="urn:microsoft.com/office/officeart/2005/8/colors/accent1_2" csCatId="accent1" phldr="1"/>
      <dgm:spPr/>
      <dgm:t>
        <a:bodyPr/>
        <a:lstStyle/>
        <a:p>
          <a:endParaRPr lang="en-US"/>
        </a:p>
      </dgm:t>
    </dgm:pt>
    <dgm:pt modelId="{3FF76BF9-CA56-4759-9BC5-FC4D9E35E964}">
      <dgm:prSet phldrT="[Text]"/>
      <dgm:spPr>
        <a:xfrm>
          <a:off x="0" y="44186"/>
          <a:ext cx="2070100" cy="316800"/>
        </a:xfrm>
        <a:prstGeom prst="rect">
          <a:avLst/>
        </a:prstGeom>
        <a:noFill/>
        <a:ln>
          <a:noFill/>
        </a:ln>
        <a:effectLst/>
      </dgm:spPr>
      <dgm:t>
        <a:bodyPr/>
        <a:lstStyle/>
        <a:p>
          <a:pPr algn="r">
            <a:buNone/>
          </a:pPr>
          <a:r>
            <a:rPr lang="en-US">
              <a:solidFill>
                <a:sysClr val="windowText" lastClr="000000">
                  <a:hueOff val="0"/>
                  <a:satOff val="0"/>
                  <a:lumOff val="0"/>
                  <a:alphaOff val="0"/>
                </a:sysClr>
              </a:solidFill>
              <a:latin typeface="Times New Roman" panose="02020603050405020304" pitchFamily="18" charset="0"/>
              <a:ea typeface="+mn-ea"/>
              <a:cs typeface="Times New Roman" panose="02020603050405020304" pitchFamily="18" charset="0"/>
            </a:rPr>
            <a:t>Layer</a:t>
          </a:r>
        </a:p>
      </dgm:t>
    </dgm:pt>
    <dgm:pt modelId="{4DF94E76-CF3E-4C94-A6D4-BFBD981FF211}" type="parTrans" cxnId="{A864AFA6-EC65-4D78-942F-70AE8646B086}">
      <dgm:prSet/>
      <dgm:spPr/>
      <dgm:t>
        <a:bodyPr/>
        <a:lstStyle/>
        <a:p>
          <a:endParaRPr lang="en-US">
            <a:latin typeface="Times New Roman" panose="02020603050405020304" pitchFamily="18" charset="0"/>
            <a:cs typeface="Times New Roman" panose="02020603050405020304" pitchFamily="18" charset="0"/>
          </a:endParaRPr>
        </a:p>
      </dgm:t>
    </dgm:pt>
    <dgm:pt modelId="{EB712791-0C7D-4C4B-BFBF-1D22C64F599E}" type="sibTrans" cxnId="{A864AFA6-EC65-4D78-942F-70AE8646B086}">
      <dgm:prSet/>
      <dgm:spPr/>
      <dgm:t>
        <a:bodyPr/>
        <a:lstStyle/>
        <a:p>
          <a:endParaRPr lang="en-US">
            <a:latin typeface="Times New Roman" panose="02020603050405020304" pitchFamily="18" charset="0"/>
            <a:cs typeface="Times New Roman" panose="02020603050405020304" pitchFamily="18" charset="0"/>
          </a:endParaRPr>
        </a:p>
      </dgm:t>
    </dgm:pt>
    <dgm:pt modelId="{F9EEED75-2144-4DF6-9F84-3E0A3DB72FC4}">
      <dgm:prSet phldrT="[Text]">
        <dgm:style>
          <a:lnRef idx="2">
            <a:schemeClr val="dk1"/>
          </a:lnRef>
          <a:fillRef idx="1">
            <a:schemeClr val="lt1"/>
          </a:fillRef>
          <a:effectRef idx="0">
            <a:schemeClr val="dk1"/>
          </a:effectRef>
          <a:fontRef idx="minor">
            <a:schemeClr val="dk1"/>
          </a:fontRef>
        </dgm:style>
      </dgm:prSet>
      <dgm:spPr>
        <a:xfrm>
          <a:off x="2649727" y="14486"/>
          <a:ext cx="5630672" cy="376200"/>
        </a:xfrm>
        <a:prstGeom prst="roundRect">
          <a:avLst/>
        </a:prstGeom>
        <a:solidFill>
          <a:sysClr val="window" lastClr="FFFFFF"/>
        </a:solidFill>
        <a:ln w="12700" cap="flat" cmpd="sng" algn="ctr">
          <a:noFill/>
          <a:prstDash val="solid"/>
          <a:miter lim="800000"/>
        </a:ln>
        <a:effectLst/>
      </dgm:spPr>
      <dgm:t>
        <a:bodyPr/>
        <a:lstStyle/>
        <a:p>
          <a:pPr algn="ctr">
            <a:buNone/>
          </a:pPr>
          <a:r>
            <a:rPr lang="en-US">
              <a:solidFill>
                <a:sysClr val="windowText" lastClr="000000"/>
              </a:solidFill>
              <a:latin typeface="Times New Roman" panose="02020603050405020304" pitchFamily="18" charset="0"/>
              <a:ea typeface="+mn-ea"/>
              <a:cs typeface="Times New Roman" panose="02020603050405020304" pitchFamily="18" charset="0"/>
            </a:rPr>
            <a:t>Functionality</a:t>
          </a:r>
        </a:p>
      </dgm:t>
    </dgm:pt>
    <dgm:pt modelId="{8391C295-46E0-4924-A539-DA3DAAEB7005}" type="parTrans" cxnId="{C4DD38FD-5A60-4DA7-BCFF-10D5F7B61985}">
      <dgm:prSet/>
      <dgm:spPr/>
      <dgm:t>
        <a:bodyPr/>
        <a:lstStyle/>
        <a:p>
          <a:endParaRPr lang="en-US">
            <a:latin typeface="Times New Roman" panose="02020603050405020304" pitchFamily="18" charset="0"/>
            <a:cs typeface="Times New Roman" panose="02020603050405020304" pitchFamily="18" charset="0"/>
          </a:endParaRPr>
        </a:p>
      </dgm:t>
    </dgm:pt>
    <dgm:pt modelId="{6793665B-6B7D-4F4E-B120-D9048A27F5BA}" type="sibTrans" cxnId="{C4DD38FD-5A60-4DA7-BCFF-10D5F7B61985}">
      <dgm:prSet/>
      <dgm:spPr/>
      <dgm:t>
        <a:bodyPr/>
        <a:lstStyle/>
        <a:p>
          <a:endParaRPr lang="en-US">
            <a:latin typeface="Times New Roman" panose="02020603050405020304" pitchFamily="18" charset="0"/>
            <a:cs typeface="Times New Roman" panose="02020603050405020304" pitchFamily="18" charset="0"/>
          </a:endParaRPr>
        </a:p>
      </dgm:t>
    </dgm:pt>
    <dgm:pt modelId="{13163E29-4AC7-4401-B741-C39B0B416076}">
      <dgm:prSet phldrT="[Text]"/>
      <dgm:spPr>
        <a:xfrm>
          <a:off x="0" y="735386"/>
          <a:ext cx="2068078" cy="316800"/>
        </a:xfrm>
        <a:prstGeom prst="rect">
          <a:avLst/>
        </a:prstGeom>
        <a:noFill/>
        <a:ln>
          <a:noFill/>
        </a:ln>
        <a:effectLst/>
      </dgm:spPr>
      <dgm:t>
        <a:bodyPr/>
        <a:lstStyle/>
        <a:p>
          <a:pPr>
            <a:buNone/>
          </a:pPr>
          <a:r>
            <a:rPr lang="en-US">
              <a:solidFill>
                <a:sysClr val="windowText" lastClr="000000">
                  <a:hueOff val="0"/>
                  <a:satOff val="0"/>
                  <a:lumOff val="0"/>
                  <a:alphaOff val="0"/>
                </a:sysClr>
              </a:solidFill>
              <a:latin typeface="Times New Roman" panose="02020603050405020304" pitchFamily="18" charset="0"/>
              <a:ea typeface="+mn-ea"/>
              <a:cs typeface="Times New Roman" panose="02020603050405020304" pitchFamily="18" charset="0"/>
            </a:rPr>
            <a:t>Perception</a:t>
          </a:r>
        </a:p>
      </dgm:t>
    </dgm:pt>
    <dgm:pt modelId="{1E7A628B-4318-4C7D-A828-414E22C63727}" type="parTrans" cxnId="{E248311F-6C93-4BCB-8363-1F548D793541}">
      <dgm:prSet/>
      <dgm:spPr/>
      <dgm:t>
        <a:bodyPr/>
        <a:lstStyle/>
        <a:p>
          <a:endParaRPr lang="en-US">
            <a:latin typeface="Times New Roman" panose="02020603050405020304" pitchFamily="18" charset="0"/>
            <a:cs typeface="Times New Roman" panose="02020603050405020304" pitchFamily="18" charset="0"/>
          </a:endParaRPr>
        </a:p>
      </dgm:t>
    </dgm:pt>
    <dgm:pt modelId="{64D5410F-4C08-48A3-BED2-B1E957712690}" type="sibTrans" cxnId="{E248311F-6C93-4BCB-8363-1F548D793541}">
      <dgm:prSet/>
      <dgm:spPr/>
      <dgm:t>
        <a:bodyPr/>
        <a:lstStyle/>
        <a:p>
          <a:endParaRPr lang="en-US">
            <a:latin typeface="Times New Roman" panose="02020603050405020304" pitchFamily="18" charset="0"/>
            <a:cs typeface="Times New Roman" panose="02020603050405020304" pitchFamily="18" charset="0"/>
          </a:endParaRPr>
        </a:p>
      </dgm:t>
    </dgm:pt>
    <dgm:pt modelId="{13263FE2-D0D0-4C59-84BA-F873FDF886EE}">
      <dgm:prSet phldrT="[Text]"/>
      <dgm:spPr>
        <a:xfrm>
          <a:off x="0" y="1565186"/>
          <a:ext cx="2068078" cy="316800"/>
        </a:xfrm>
        <a:prstGeom prst="rect">
          <a:avLst/>
        </a:prstGeom>
        <a:noFill/>
        <a:ln>
          <a:noFill/>
        </a:ln>
        <a:effectLst/>
      </dgm:spPr>
      <dgm:t>
        <a:bodyPr/>
        <a:lstStyle/>
        <a:p>
          <a:pPr>
            <a:buNone/>
          </a:pPr>
          <a:r>
            <a:rPr lang="en-US">
              <a:solidFill>
                <a:sysClr val="windowText" lastClr="000000">
                  <a:hueOff val="0"/>
                  <a:satOff val="0"/>
                  <a:lumOff val="0"/>
                  <a:alphaOff val="0"/>
                </a:sysClr>
              </a:solidFill>
              <a:latin typeface="Times New Roman" panose="02020603050405020304" pitchFamily="18" charset="0"/>
              <a:ea typeface="+mn-ea"/>
              <a:cs typeface="Times New Roman" panose="02020603050405020304" pitchFamily="18" charset="0"/>
            </a:rPr>
            <a:t>Coordination/Network</a:t>
          </a:r>
        </a:p>
      </dgm:t>
    </dgm:pt>
    <dgm:pt modelId="{A0A33DE0-D50D-48FA-9EA0-308638C1A881}" type="parTrans" cxnId="{8FEA5332-0CE3-4AD8-9669-58F4475FBCEB}">
      <dgm:prSet/>
      <dgm:spPr/>
      <dgm:t>
        <a:bodyPr/>
        <a:lstStyle/>
        <a:p>
          <a:endParaRPr lang="en-US">
            <a:latin typeface="Times New Roman" panose="02020603050405020304" pitchFamily="18" charset="0"/>
            <a:cs typeface="Times New Roman" panose="02020603050405020304" pitchFamily="18" charset="0"/>
          </a:endParaRPr>
        </a:p>
      </dgm:t>
    </dgm:pt>
    <dgm:pt modelId="{CFED5F26-B6A2-46F8-A875-509C0B299E54}" type="sibTrans" cxnId="{8FEA5332-0CE3-4AD8-9669-58F4475FBCEB}">
      <dgm:prSet/>
      <dgm:spPr/>
      <dgm:t>
        <a:bodyPr/>
        <a:lstStyle/>
        <a:p>
          <a:endParaRPr lang="en-US">
            <a:latin typeface="Times New Roman" panose="02020603050405020304" pitchFamily="18" charset="0"/>
            <a:cs typeface="Times New Roman" panose="02020603050405020304" pitchFamily="18" charset="0"/>
          </a:endParaRPr>
        </a:p>
      </dgm:t>
    </dgm:pt>
    <dgm:pt modelId="{DA764FA7-E63E-4783-89CA-C38E15F3DD40}">
      <dgm:prSet phldrT="[Text]"/>
      <dgm:spPr>
        <a:xfrm>
          <a:off x="0" y="2276186"/>
          <a:ext cx="2068078" cy="316800"/>
        </a:xfrm>
        <a:prstGeom prst="rect">
          <a:avLst/>
        </a:prstGeom>
        <a:noFill/>
        <a:ln>
          <a:noFill/>
        </a:ln>
        <a:effectLst/>
      </dgm:spPr>
      <dgm:t>
        <a:bodyPr/>
        <a:lstStyle/>
        <a:p>
          <a:pPr>
            <a:buNone/>
          </a:pPr>
          <a:r>
            <a:rPr lang="en-US">
              <a:solidFill>
                <a:sysClr val="windowText" lastClr="000000">
                  <a:hueOff val="0"/>
                  <a:satOff val="0"/>
                  <a:lumOff val="0"/>
                  <a:alphaOff val="0"/>
                </a:sysClr>
              </a:solidFill>
              <a:latin typeface="Times New Roman" panose="02020603050405020304" pitchFamily="18" charset="0"/>
              <a:ea typeface="+mn-ea"/>
              <a:cs typeface="Times New Roman" panose="02020603050405020304" pitchFamily="18" charset="0"/>
            </a:rPr>
            <a:t>Artificial Intelligence</a:t>
          </a:r>
        </a:p>
      </dgm:t>
    </dgm:pt>
    <dgm:pt modelId="{B58933A4-0DB7-4CAE-AEB6-AB1CDD3C204B}" type="parTrans" cxnId="{2A295E74-19FF-40FB-973E-54090CF91E99}">
      <dgm:prSet/>
      <dgm:spPr/>
      <dgm:t>
        <a:bodyPr/>
        <a:lstStyle/>
        <a:p>
          <a:endParaRPr lang="en-US">
            <a:latin typeface="Times New Roman" panose="02020603050405020304" pitchFamily="18" charset="0"/>
            <a:cs typeface="Times New Roman" panose="02020603050405020304" pitchFamily="18" charset="0"/>
          </a:endParaRPr>
        </a:p>
      </dgm:t>
    </dgm:pt>
    <dgm:pt modelId="{748066BF-CC83-4013-86AB-BEBB9C187601}" type="sibTrans" cxnId="{2A295E74-19FF-40FB-973E-54090CF91E99}">
      <dgm:prSet/>
      <dgm:spPr/>
      <dgm:t>
        <a:bodyPr/>
        <a:lstStyle/>
        <a:p>
          <a:endParaRPr lang="en-US">
            <a:latin typeface="Times New Roman" panose="02020603050405020304" pitchFamily="18" charset="0"/>
            <a:cs typeface="Times New Roman" panose="02020603050405020304" pitchFamily="18" charset="0"/>
          </a:endParaRPr>
        </a:p>
      </dgm:t>
    </dgm:pt>
    <dgm:pt modelId="{17F40EB3-4A0E-443F-A3D5-287D242AFA69}">
      <dgm:prSet phldrT="[Text]"/>
      <dgm:spPr>
        <a:xfrm>
          <a:off x="0" y="2987186"/>
          <a:ext cx="2068078" cy="316800"/>
        </a:xfrm>
        <a:prstGeom prst="rect">
          <a:avLst/>
        </a:prstGeom>
        <a:noFill/>
        <a:ln>
          <a:noFill/>
        </a:ln>
        <a:effectLst/>
      </dgm:spPr>
      <dgm:t>
        <a:bodyPr/>
        <a:lstStyle/>
        <a:p>
          <a:pPr>
            <a:buNone/>
          </a:pPr>
          <a:r>
            <a:rPr lang="en-US">
              <a:solidFill>
                <a:sysClr val="windowText" lastClr="000000">
                  <a:hueOff val="0"/>
                  <a:satOff val="0"/>
                  <a:lumOff val="0"/>
                  <a:alphaOff val="0"/>
                </a:sysClr>
              </a:solidFill>
              <a:latin typeface="Times New Roman" panose="02020603050405020304" pitchFamily="18" charset="0"/>
              <a:ea typeface="+mn-ea"/>
              <a:cs typeface="Times New Roman" panose="02020603050405020304" pitchFamily="18" charset="0"/>
            </a:rPr>
            <a:t>Application</a:t>
          </a:r>
        </a:p>
      </dgm:t>
    </dgm:pt>
    <dgm:pt modelId="{571EC71F-D2C6-40AB-B3AD-BBBB9BC40EA0}" type="parTrans" cxnId="{DC937C78-F738-468C-8618-9E0E75EB689A}">
      <dgm:prSet/>
      <dgm:spPr/>
      <dgm:t>
        <a:bodyPr/>
        <a:lstStyle/>
        <a:p>
          <a:endParaRPr lang="en-US">
            <a:latin typeface="Times New Roman" panose="02020603050405020304" pitchFamily="18" charset="0"/>
            <a:cs typeface="Times New Roman" panose="02020603050405020304" pitchFamily="18" charset="0"/>
          </a:endParaRPr>
        </a:p>
      </dgm:t>
    </dgm:pt>
    <dgm:pt modelId="{B86548B1-FAFC-49F0-A66D-A112A31BAECF}" type="sibTrans" cxnId="{DC937C78-F738-468C-8618-9E0E75EB689A}">
      <dgm:prSet/>
      <dgm:spPr/>
      <dgm:t>
        <a:bodyPr/>
        <a:lstStyle/>
        <a:p>
          <a:endParaRPr lang="en-US">
            <a:latin typeface="Times New Roman" panose="02020603050405020304" pitchFamily="18" charset="0"/>
            <a:cs typeface="Times New Roman" panose="02020603050405020304" pitchFamily="18" charset="0"/>
          </a:endParaRPr>
        </a:p>
      </dgm:t>
    </dgm:pt>
    <dgm:pt modelId="{A9708313-10E6-45B8-B77B-B47A9510994B}">
      <dgm:prSet phldrT="[Text]"/>
      <dgm:spPr>
        <a:xfrm>
          <a:off x="0" y="3698186"/>
          <a:ext cx="2068078" cy="316800"/>
        </a:xfrm>
        <a:prstGeom prst="rect">
          <a:avLst/>
        </a:prstGeom>
        <a:noFill/>
        <a:ln>
          <a:noFill/>
        </a:ln>
        <a:effectLst/>
      </dgm:spPr>
      <dgm:t>
        <a:bodyPr/>
        <a:lstStyle/>
        <a:p>
          <a:pPr>
            <a:buNone/>
          </a:pPr>
          <a:r>
            <a:rPr lang="en-US">
              <a:solidFill>
                <a:sysClr val="windowText" lastClr="000000">
                  <a:hueOff val="0"/>
                  <a:satOff val="0"/>
                  <a:lumOff val="0"/>
                  <a:alphaOff val="0"/>
                </a:sysClr>
              </a:solidFill>
              <a:latin typeface="Times New Roman" panose="02020603050405020304" pitchFamily="18" charset="0"/>
              <a:ea typeface="+mn-ea"/>
              <a:cs typeface="Times New Roman" panose="02020603050405020304" pitchFamily="18" charset="0"/>
            </a:rPr>
            <a:t>Business</a:t>
          </a:r>
        </a:p>
      </dgm:t>
    </dgm:pt>
    <dgm:pt modelId="{BDF7DE47-2B6B-4E2F-9103-9E366A10E86A}" type="parTrans" cxnId="{759FCECE-56D9-4FC7-A6E5-AB8700228AC8}">
      <dgm:prSet/>
      <dgm:spPr/>
      <dgm:t>
        <a:bodyPr/>
        <a:lstStyle/>
        <a:p>
          <a:endParaRPr lang="en-US">
            <a:latin typeface="Times New Roman" panose="02020603050405020304" pitchFamily="18" charset="0"/>
            <a:cs typeface="Times New Roman" panose="02020603050405020304" pitchFamily="18" charset="0"/>
          </a:endParaRPr>
        </a:p>
      </dgm:t>
    </dgm:pt>
    <dgm:pt modelId="{6572C601-B49E-4218-8BD6-F510B849F30F}" type="sibTrans" cxnId="{759FCECE-56D9-4FC7-A6E5-AB8700228AC8}">
      <dgm:prSet/>
      <dgm:spPr/>
      <dgm:t>
        <a:bodyPr/>
        <a:lstStyle/>
        <a:p>
          <a:endParaRPr lang="en-US">
            <a:latin typeface="Times New Roman" panose="02020603050405020304" pitchFamily="18" charset="0"/>
            <a:cs typeface="Times New Roman" panose="02020603050405020304" pitchFamily="18" charset="0"/>
          </a:endParaRPr>
        </a:p>
      </dgm:t>
    </dgm:pt>
    <dgm:pt modelId="{9CA48CF5-E432-4715-9545-B219C3554889}">
      <dgm:prSet phldrT="[Text]">
        <dgm:style>
          <a:lnRef idx="2">
            <a:schemeClr val="dk1"/>
          </a:lnRef>
          <a:fillRef idx="1">
            <a:schemeClr val="lt1"/>
          </a:fillRef>
          <a:effectRef idx="0">
            <a:schemeClr val="dk1"/>
          </a:effectRef>
          <a:fontRef idx="minor">
            <a:schemeClr val="dk1"/>
          </a:fontRef>
        </dgm:style>
      </dgm:prSet>
      <dgm:spPr>
        <a:xfrm>
          <a:off x="2647140" y="448286"/>
          <a:ext cx="5625173" cy="891000"/>
        </a:xfrm>
        <a:prstGeom prst="roundRect">
          <a:avLst/>
        </a:prstGeom>
        <a:solidFill>
          <a:sysClr val="window" lastClr="FFFFFF"/>
        </a:solidFill>
        <a:ln w="12700" cap="flat" cmpd="sng" algn="ctr">
          <a:solidFill>
            <a:sysClr val="windowText" lastClr="000000"/>
          </a:solidFill>
          <a:prstDash val="solid"/>
          <a:miter lim="800000"/>
        </a:ln>
        <a:effectLst/>
      </dgm:spPr>
      <dgm:t>
        <a:bodyPr/>
        <a:lstStyle/>
        <a:p>
          <a:pPr>
            <a:buChar char="•"/>
          </a:pPr>
          <a:r>
            <a:rPr lang="en-US">
              <a:solidFill>
                <a:sysClr val="windowText" lastClr="000000"/>
              </a:solidFill>
              <a:latin typeface="Times New Roman" panose="02020603050405020304" pitchFamily="18" charset="0"/>
              <a:ea typeface="+mn-ea"/>
              <a:cs typeface="Times New Roman" panose="02020603050405020304" pitchFamily="18" charset="0"/>
            </a:rPr>
            <a:t>Data Gathering: Crosswalk Camera feed, position &amp; speed of vehicles</a:t>
          </a:r>
        </a:p>
      </dgm:t>
    </dgm:pt>
    <dgm:pt modelId="{9416470F-8D1A-43CA-8F13-63F71D16E6F6}" type="parTrans" cxnId="{C4124B50-607E-4215-924F-D823F13D8455}">
      <dgm:prSet/>
      <dgm:spPr/>
      <dgm:t>
        <a:bodyPr/>
        <a:lstStyle/>
        <a:p>
          <a:endParaRPr lang="en-US">
            <a:latin typeface="Times New Roman" panose="02020603050405020304" pitchFamily="18" charset="0"/>
            <a:cs typeface="Times New Roman" panose="02020603050405020304" pitchFamily="18" charset="0"/>
          </a:endParaRPr>
        </a:p>
      </dgm:t>
    </dgm:pt>
    <dgm:pt modelId="{47F7C878-1B71-456D-99BE-2B867D40BD61}" type="sibTrans" cxnId="{C4124B50-607E-4215-924F-D823F13D8455}">
      <dgm:prSet/>
      <dgm:spPr/>
      <dgm:t>
        <a:bodyPr/>
        <a:lstStyle/>
        <a:p>
          <a:endParaRPr lang="en-US">
            <a:latin typeface="Times New Roman" panose="02020603050405020304" pitchFamily="18" charset="0"/>
            <a:cs typeface="Times New Roman" panose="02020603050405020304" pitchFamily="18" charset="0"/>
          </a:endParaRPr>
        </a:p>
      </dgm:t>
    </dgm:pt>
    <dgm:pt modelId="{677A3D96-3C37-4A4C-8AF9-7E7FC777CFEE}">
      <dgm:prSet phldrT="[Text]">
        <dgm:style>
          <a:lnRef idx="2">
            <a:schemeClr val="dk1"/>
          </a:lnRef>
          <a:fillRef idx="1">
            <a:schemeClr val="lt1"/>
          </a:fillRef>
          <a:effectRef idx="0">
            <a:schemeClr val="dk1"/>
          </a:effectRef>
          <a:fontRef idx="minor">
            <a:schemeClr val="dk1"/>
          </a:fontRef>
        </dgm:style>
      </dgm:prSet>
      <dgm:spPr>
        <a:xfrm>
          <a:off x="2647140" y="448286"/>
          <a:ext cx="5625173" cy="891000"/>
        </a:xfrm>
        <a:prstGeom prst="roundRect">
          <a:avLst/>
        </a:prstGeom>
        <a:solidFill>
          <a:sysClr val="window" lastClr="FFFFFF"/>
        </a:solidFill>
        <a:ln w="12700" cap="flat" cmpd="sng" algn="ctr">
          <a:solidFill>
            <a:sysClr val="windowText" lastClr="000000"/>
          </a:solidFill>
          <a:prstDash val="solid"/>
          <a:miter lim="800000"/>
        </a:ln>
        <a:effectLst/>
      </dgm:spPr>
      <dgm:t>
        <a:bodyPr/>
        <a:lstStyle/>
        <a:p>
          <a:pPr>
            <a:buChar char="•"/>
          </a:pPr>
          <a:r>
            <a:rPr lang="en-US">
              <a:solidFill>
                <a:sysClr val="windowText" lastClr="000000"/>
              </a:solidFill>
              <a:latin typeface="Times New Roman" panose="02020603050405020304" pitchFamily="18" charset="0"/>
              <a:ea typeface="+mn-ea"/>
              <a:cs typeface="Times New Roman" panose="02020603050405020304" pitchFamily="18" charset="0"/>
            </a:rPr>
            <a:t>Day/Night perception</a:t>
          </a:r>
        </a:p>
      </dgm:t>
    </dgm:pt>
    <dgm:pt modelId="{388C7E0C-E4BA-4926-BDCF-281E26A74421}" type="parTrans" cxnId="{7ED0E0C1-9764-413A-BF82-983F284A1CFA}">
      <dgm:prSet/>
      <dgm:spPr/>
      <dgm:t>
        <a:bodyPr/>
        <a:lstStyle/>
        <a:p>
          <a:endParaRPr lang="en-US">
            <a:latin typeface="Times New Roman" panose="02020603050405020304" pitchFamily="18" charset="0"/>
            <a:cs typeface="Times New Roman" panose="02020603050405020304" pitchFamily="18" charset="0"/>
          </a:endParaRPr>
        </a:p>
      </dgm:t>
    </dgm:pt>
    <dgm:pt modelId="{25482857-F831-4F89-B22A-D6194E9E7993}" type="sibTrans" cxnId="{7ED0E0C1-9764-413A-BF82-983F284A1CFA}">
      <dgm:prSet/>
      <dgm:spPr/>
      <dgm:t>
        <a:bodyPr/>
        <a:lstStyle/>
        <a:p>
          <a:endParaRPr lang="en-US">
            <a:latin typeface="Times New Roman" panose="02020603050405020304" pitchFamily="18" charset="0"/>
            <a:cs typeface="Times New Roman" panose="02020603050405020304" pitchFamily="18" charset="0"/>
          </a:endParaRPr>
        </a:p>
      </dgm:t>
    </dgm:pt>
    <dgm:pt modelId="{950EB414-3771-4590-9BFB-85F585623309}">
      <dgm:prSet phldrT="[Text]">
        <dgm:style>
          <a:lnRef idx="2">
            <a:schemeClr val="dk1"/>
          </a:lnRef>
          <a:fillRef idx="1">
            <a:schemeClr val="lt1"/>
          </a:fillRef>
          <a:effectRef idx="0">
            <a:schemeClr val="dk1"/>
          </a:effectRef>
          <a:fontRef idx="minor">
            <a:schemeClr val="dk1"/>
          </a:fontRef>
        </dgm:style>
      </dgm:prSet>
      <dgm:spPr>
        <a:xfrm>
          <a:off x="2647140" y="1396886"/>
          <a:ext cx="5625173" cy="653399"/>
        </a:xfrm>
        <a:prstGeom prst="roundRect">
          <a:avLst/>
        </a:prstGeom>
        <a:solidFill>
          <a:sysClr val="window" lastClr="FFFFFF"/>
        </a:solidFill>
        <a:ln w="12700" cap="flat" cmpd="sng" algn="ctr">
          <a:solidFill>
            <a:sysClr val="windowText" lastClr="000000"/>
          </a:solidFill>
          <a:prstDash val="solid"/>
          <a:miter lim="800000"/>
        </a:ln>
        <a:effectLst/>
      </dgm:spPr>
      <dgm:t>
        <a:bodyPr/>
        <a:lstStyle/>
        <a:p>
          <a:pPr>
            <a:buChar char="•"/>
          </a:pPr>
          <a:r>
            <a:rPr lang="en-US">
              <a:solidFill>
                <a:sysClr val="windowText" lastClr="000000"/>
              </a:solidFill>
              <a:latin typeface="Times New Roman" panose="02020603050405020304" pitchFamily="18" charset="0"/>
              <a:ea typeface="+mn-ea"/>
              <a:cs typeface="Times New Roman" panose="02020603050405020304" pitchFamily="18" charset="0"/>
            </a:rPr>
            <a:t>Secure Transmission of information</a:t>
          </a:r>
        </a:p>
      </dgm:t>
    </dgm:pt>
    <dgm:pt modelId="{9921E761-D758-466D-A70D-5A35306324DC}" type="parTrans" cxnId="{17F64D77-DEA6-4598-8288-12BCE89DB641}">
      <dgm:prSet/>
      <dgm:spPr/>
      <dgm:t>
        <a:bodyPr/>
        <a:lstStyle/>
        <a:p>
          <a:endParaRPr lang="en-US">
            <a:latin typeface="Times New Roman" panose="02020603050405020304" pitchFamily="18" charset="0"/>
            <a:cs typeface="Times New Roman" panose="02020603050405020304" pitchFamily="18" charset="0"/>
          </a:endParaRPr>
        </a:p>
      </dgm:t>
    </dgm:pt>
    <dgm:pt modelId="{0190A019-AC1E-41B6-92F8-016D055D1D7A}" type="sibTrans" cxnId="{17F64D77-DEA6-4598-8288-12BCE89DB641}">
      <dgm:prSet/>
      <dgm:spPr/>
      <dgm:t>
        <a:bodyPr/>
        <a:lstStyle/>
        <a:p>
          <a:endParaRPr lang="en-US">
            <a:latin typeface="Times New Roman" panose="02020603050405020304" pitchFamily="18" charset="0"/>
            <a:cs typeface="Times New Roman" panose="02020603050405020304" pitchFamily="18" charset="0"/>
          </a:endParaRPr>
        </a:p>
      </dgm:t>
    </dgm:pt>
    <dgm:pt modelId="{094A8DCE-30B2-439D-B408-19AB07A121F9}">
      <dgm:prSet phldrT="[Text]">
        <dgm:style>
          <a:lnRef idx="2">
            <a:schemeClr val="dk1"/>
          </a:lnRef>
          <a:fillRef idx="1">
            <a:schemeClr val="lt1"/>
          </a:fillRef>
          <a:effectRef idx="0">
            <a:schemeClr val="dk1"/>
          </a:effectRef>
          <a:fontRef idx="minor">
            <a:schemeClr val="dk1"/>
          </a:fontRef>
        </dgm:style>
      </dgm:prSet>
      <dgm:spPr>
        <a:xfrm>
          <a:off x="2647140" y="1396886"/>
          <a:ext cx="5625173" cy="653399"/>
        </a:xfrm>
        <a:prstGeom prst="roundRect">
          <a:avLst/>
        </a:prstGeom>
        <a:solidFill>
          <a:sysClr val="window" lastClr="FFFFFF"/>
        </a:solidFill>
        <a:ln w="12700" cap="flat" cmpd="sng" algn="ctr">
          <a:solidFill>
            <a:sysClr val="windowText" lastClr="000000"/>
          </a:solidFill>
          <a:prstDash val="solid"/>
          <a:miter lim="800000"/>
        </a:ln>
        <a:effectLst/>
      </dgm:spPr>
      <dgm:t>
        <a:bodyPr/>
        <a:lstStyle/>
        <a:p>
          <a:pPr>
            <a:buChar char="•"/>
          </a:pPr>
          <a:r>
            <a:rPr lang="en-US">
              <a:solidFill>
                <a:sysClr val="windowText" lastClr="000000"/>
              </a:solidFill>
              <a:latin typeface="Times New Roman" panose="02020603050405020304" pitchFamily="18" charset="0"/>
              <a:ea typeface="+mn-ea"/>
              <a:cs typeface="Times New Roman" panose="02020603050405020304" pitchFamily="18" charset="0"/>
            </a:rPr>
            <a:t>Inter-operability provision between different networks</a:t>
          </a:r>
        </a:p>
      </dgm:t>
    </dgm:pt>
    <dgm:pt modelId="{883B05D6-2859-4B98-B3B8-191A76125451}" type="parTrans" cxnId="{C045252C-675D-4F33-BA91-6BEBEF1C1301}">
      <dgm:prSet/>
      <dgm:spPr/>
      <dgm:t>
        <a:bodyPr/>
        <a:lstStyle/>
        <a:p>
          <a:endParaRPr lang="en-US">
            <a:latin typeface="Times New Roman" panose="02020603050405020304" pitchFamily="18" charset="0"/>
            <a:cs typeface="Times New Roman" panose="02020603050405020304" pitchFamily="18" charset="0"/>
          </a:endParaRPr>
        </a:p>
      </dgm:t>
    </dgm:pt>
    <dgm:pt modelId="{A46F04AF-1580-4179-9D4E-C4F136DCB57F}" type="sibTrans" cxnId="{C045252C-675D-4F33-BA91-6BEBEF1C1301}">
      <dgm:prSet/>
      <dgm:spPr/>
      <dgm:t>
        <a:bodyPr/>
        <a:lstStyle/>
        <a:p>
          <a:endParaRPr lang="en-US">
            <a:latin typeface="Times New Roman" panose="02020603050405020304" pitchFamily="18" charset="0"/>
            <a:cs typeface="Times New Roman" panose="02020603050405020304" pitchFamily="18" charset="0"/>
          </a:endParaRPr>
        </a:p>
      </dgm:t>
    </dgm:pt>
    <dgm:pt modelId="{2A2A002F-BEF8-4140-9589-FBB3A004B05F}">
      <dgm:prSet phldrT="[Text]">
        <dgm:style>
          <a:lnRef idx="2">
            <a:schemeClr val="dk1"/>
          </a:lnRef>
          <a:fillRef idx="1">
            <a:schemeClr val="lt1"/>
          </a:fillRef>
          <a:effectRef idx="0">
            <a:schemeClr val="dk1"/>
          </a:effectRef>
          <a:fontRef idx="minor">
            <a:schemeClr val="dk1"/>
          </a:fontRef>
        </dgm:style>
      </dgm:prSet>
      <dgm:spPr>
        <a:xfrm>
          <a:off x="2647140" y="2107886"/>
          <a:ext cx="5625173" cy="653399"/>
        </a:xfrm>
        <a:prstGeom prst="roundRect">
          <a:avLst/>
        </a:prstGeom>
        <a:solidFill>
          <a:sysClr val="window" lastClr="FFFFFF"/>
        </a:solidFill>
        <a:ln w="12700" cap="flat" cmpd="sng" algn="ctr">
          <a:solidFill>
            <a:sysClr val="windowText" lastClr="000000"/>
          </a:solidFill>
          <a:prstDash val="solid"/>
          <a:miter lim="800000"/>
        </a:ln>
        <a:effectLst/>
      </dgm:spPr>
      <dgm:t>
        <a:bodyPr/>
        <a:lstStyle/>
        <a:p>
          <a:pPr>
            <a:buChar char="•"/>
          </a:pPr>
          <a:r>
            <a:rPr lang="en-US">
              <a:solidFill>
                <a:sysClr val="windowText" lastClr="000000"/>
              </a:solidFill>
              <a:latin typeface="Times New Roman" panose="02020603050405020304" pitchFamily="18" charset="0"/>
              <a:ea typeface="+mn-ea"/>
              <a:cs typeface="Times New Roman" panose="02020603050405020304" pitchFamily="18" charset="0"/>
            </a:rPr>
            <a:t>Processing and analysis of data</a:t>
          </a:r>
        </a:p>
      </dgm:t>
    </dgm:pt>
    <dgm:pt modelId="{7C82D023-F7A2-4F32-AED6-3C5066D000B6}" type="parTrans" cxnId="{400790DF-C87D-45DF-AD06-6D4A277233FC}">
      <dgm:prSet/>
      <dgm:spPr/>
      <dgm:t>
        <a:bodyPr/>
        <a:lstStyle/>
        <a:p>
          <a:endParaRPr lang="en-US">
            <a:latin typeface="Times New Roman" panose="02020603050405020304" pitchFamily="18" charset="0"/>
            <a:cs typeface="Times New Roman" panose="02020603050405020304" pitchFamily="18" charset="0"/>
          </a:endParaRPr>
        </a:p>
      </dgm:t>
    </dgm:pt>
    <dgm:pt modelId="{ACC8FE05-58E9-4380-89FD-831A0506F10A}" type="sibTrans" cxnId="{400790DF-C87D-45DF-AD06-6D4A277233FC}">
      <dgm:prSet/>
      <dgm:spPr/>
      <dgm:t>
        <a:bodyPr/>
        <a:lstStyle/>
        <a:p>
          <a:endParaRPr lang="en-US">
            <a:latin typeface="Times New Roman" panose="02020603050405020304" pitchFamily="18" charset="0"/>
            <a:cs typeface="Times New Roman" panose="02020603050405020304" pitchFamily="18" charset="0"/>
          </a:endParaRPr>
        </a:p>
      </dgm:t>
    </dgm:pt>
    <dgm:pt modelId="{7DF4D851-4063-4CA8-97BD-DB86DF320A24}">
      <dgm:prSet phldrT="[Text]">
        <dgm:style>
          <a:lnRef idx="2">
            <a:schemeClr val="dk1"/>
          </a:lnRef>
          <a:fillRef idx="1">
            <a:schemeClr val="lt1"/>
          </a:fillRef>
          <a:effectRef idx="0">
            <a:schemeClr val="dk1"/>
          </a:effectRef>
          <a:fontRef idx="minor">
            <a:schemeClr val="dk1"/>
          </a:fontRef>
        </dgm:style>
      </dgm:prSet>
      <dgm:spPr>
        <a:xfrm>
          <a:off x="2647140" y="2107886"/>
          <a:ext cx="5625173" cy="653399"/>
        </a:xfrm>
        <a:prstGeom prst="roundRect">
          <a:avLst/>
        </a:prstGeom>
        <a:solidFill>
          <a:sysClr val="window" lastClr="FFFFFF"/>
        </a:solidFill>
        <a:ln w="12700" cap="flat" cmpd="sng" algn="ctr">
          <a:solidFill>
            <a:sysClr val="windowText" lastClr="000000"/>
          </a:solidFill>
          <a:prstDash val="solid"/>
          <a:miter lim="800000"/>
        </a:ln>
        <a:effectLst/>
      </dgm:spPr>
      <dgm:t>
        <a:bodyPr/>
        <a:lstStyle/>
        <a:p>
          <a:pPr>
            <a:buChar char="•"/>
          </a:pPr>
          <a:r>
            <a:rPr lang="en-US">
              <a:solidFill>
                <a:sysClr val="windowText" lastClr="000000"/>
              </a:solidFill>
              <a:latin typeface="Times New Roman" panose="02020603050405020304" pitchFamily="18" charset="0"/>
              <a:ea typeface="+mn-ea"/>
              <a:cs typeface="Times New Roman" panose="02020603050405020304" pitchFamily="18" charset="0"/>
            </a:rPr>
            <a:t>Analysis based decision making (pedestrian detection/tracking</a:t>
          </a:r>
        </a:p>
      </dgm:t>
    </dgm:pt>
    <dgm:pt modelId="{5A7D41F9-E4BA-4D39-AAE4-D87D2412B76E}" type="parTrans" cxnId="{4F1816F5-B867-46D9-8DC0-FD1B9A25B10C}">
      <dgm:prSet/>
      <dgm:spPr/>
      <dgm:t>
        <a:bodyPr/>
        <a:lstStyle/>
        <a:p>
          <a:endParaRPr lang="en-US">
            <a:latin typeface="Times New Roman" panose="02020603050405020304" pitchFamily="18" charset="0"/>
            <a:cs typeface="Times New Roman" panose="02020603050405020304" pitchFamily="18" charset="0"/>
          </a:endParaRPr>
        </a:p>
      </dgm:t>
    </dgm:pt>
    <dgm:pt modelId="{00D0FE48-F4F7-4C72-9938-421DE948FC57}" type="sibTrans" cxnId="{4F1816F5-B867-46D9-8DC0-FD1B9A25B10C}">
      <dgm:prSet/>
      <dgm:spPr/>
      <dgm:t>
        <a:bodyPr/>
        <a:lstStyle/>
        <a:p>
          <a:endParaRPr lang="en-US">
            <a:latin typeface="Times New Roman" panose="02020603050405020304" pitchFamily="18" charset="0"/>
            <a:cs typeface="Times New Roman" panose="02020603050405020304" pitchFamily="18" charset="0"/>
          </a:endParaRPr>
        </a:p>
      </dgm:t>
    </dgm:pt>
    <dgm:pt modelId="{A8CD3366-B163-48EB-946A-AB72A006D557}">
      <dgm:prSet phldrT="[Text]">
        <dgm:style>
          <a:lnRef idx="2">
            <a:schemeClr val="dk1"/>
          </a:lnRef>
          <a:fillRef idx="1">
            <a:schemeClr val="lt1"/>
          </a:fillRef>
          <a:effectRef idx="0">
            <a:schemeClr val="dk1"/>
          </a:effectRef>
          <a:fontRef idx="minor">
            <a:schemeClr val="dk1"/>
          </a:fontRef>
        </dgm:style>
      </dgm:prSet>
      <dgm:spPr>
        <a:xfrm>
          <a:off x="2647140" y="2818886"/>
          <a:ext cx="5625173" cy="653399"/>
        </a:xfrm>
        <a:prstGeom prst="roundRect">
          <a:avLst/>
        </a:prstGeom>
        <a:solidFill>
          <a:sysClr val="window" lastClr="FFFFFF"/>
        </a:solidFill>
        <a:ln w="12700" cap="flat" cmpd="sng" algn="ctr">
          <a:solidFill>
            <a:sysClr val="windowText" lastClr="000000"/>
          </a:solidFill>
          <a:prstDash val="solid"/>
          <a:miter lim="800000"/>
        </a:ln>
        <a:effectLst/>
      </dgm:spPr>
      <dgm:t>
        <a:bodyPr/>
        <a:lstStyle/>
        <a:p>
          <a:pPr>
            <a:buChar char="•"/>
          </a:pPr>
          <a:r>
            <a:rPr lang="en-US">
              <a:solidFill>
                <a:sysClr val="windowText" lastClr="000000"/>
              </a:solidFill>
              <a:latin typeface="Times New Roman" panose="02020603050405020304" pitchFamily="18" charset="0"/>
              <a:ea typeface="+mn-ea"/>
              <a:cs typeface="Times New Roman" panose="02020603050405020304" pitchFamily="18" charset="0"/>
            </a:rPr>
            <a:t>Smart services to end users</a:t>
          </a:r>
        </a:p>
      </dgm:t>
    </dgm:pt>
    <dgm:pt modelId="{47C8E670-5A8D-4742-9BF4-CEA66C36C743}" type="parTrans" cxnId="{A9D049DD-8013-4F73-8079-97DBB779B102}">
      <dgm:prSet/>
      <dgm:spPr/>
      <dgm:t>
        <a:bodyPr/>
        <a:lstStyle/>
        <a:p>
          <a:endParaRPr lang="en-US">
            <a:latin typeface="Times New Roman" panose="02020603050405020304" pitchFamily="18" charset="0"/>
            <a:cs typeface="Times New Roman" panose="02020603050405020304" pitchFamily="18" charset="0"/>
          </a:endParaRPr>
        </a:p>
      </dgm:t>
    </dgm:pt>
    <dgm:pt modelId="{DB8CE919-3E0A-4EE7-AC1B-9A8EE7E1969C}" type="sibTrans" cxnId="{A9D049DD-8013-4F73-8079-97DBB779B102}">
      <dgm:prSet/>
      <dgm:spPr/>
      <dgm:t>
        <a:bodyPr/>
        <a:lstStyle/>
        <a:p>
          <a:endParaRPr lang="en-US">
            <a:latin typeface="Times New Roman" panose="02020603050405020304" pitchFamily="18" charset="0"/>
            <a:cs typeface="Times New Roman" panose="02020603050405020304" pitchFamily="18" charset="0"/>
          </a:endParaRPr>
        </a:p>
      </dgm:t>
    </dgm:pt>
    <dgm:pt modelId="{6E02C23B-2D7F-4732-8BBD-8C574EE2F05A}">
      <dgm:prSet phldrT="[Text]">
        <dgm:style>
          <a:lnRef idx="2">
            <a:schemeClr val="dk1"/>
          </a:lnRef>
          <a:fillRef idx="1">
            <a:schemeClr val="lt1"/>
          </a:fillRef>
          <a:effectRef idx="0">
            <a:schemeClr val="dk1"/>
          </a:effectRef>
          <a:fontRef idx="minor">
            <a:schemeClr val="dk1"/>
          </a:fontRef>
        </dgm:style>
      </dgm:prSet>
      <dgm:spPr>
        <a:xfrm>
          <a:off x="2647140" y="2818886"/>
          <a:ext cx="5625173" cy="653399"/>
        </a:xfrm>
        <a:prstGeom prst="roundRect">
          <a:avLst/>
        </a:prstGeom>
        <a:solidFill>
          <a:sysClr val="window" lastClr="FFFFFF"/>
        </a:solidFill>
        <a:ln w="12700" cap="flat" cmpd="sng" algn="ctr">
          <a:solidFill>
            <a:sysClr val="windowText" lastClr="000000"/>
          </a:solidFill>
          <a:prstDash val="solid"/>
          <a:miter lim="800000"/>
        </a:ln>
        <a:effectLst/>
      </dgm:spPr>
      <dgm:t>
        <a:bodyPr/>
        <a:lstStyle/>
        <a:p>
          <a:pPr>
            <a:buChar char="•"/>
          </a:pPr>
          <a:r>
            <a:rPr lang="en-US">
              <a:solidFill>
                <a:sysClr val="windowText" lastClr="000000"/>
              </a:solidFill>
              <a:latin typeface="Times New Roman" panose="02020603050405020304" pitchFamily="18" charset="0"/>
              <a:ea typeface="+mn-ea"/>
              <a:cs typeface="Times New Roman" panose="02020603050405020304" pitchFamily="18" charset="0"/>
            </a:rPr>
            <a:t>Response to Vehicle control unit (VCU)</a:t>
          </a:r>
        </a:p>
      </dgm:t>
    </dgm:pt>
    <dgm:pt modelId="{C699E1EF-90A7-4AB2-989D-E36E369694C8}" type="parTrans" cxnId="{A5B756AB-8A35-40AF-A286-74D7590FF1D1}">
      <dgm:prSet/>
      <dgm:spPr/>
      <dgm:t>
        <a:bodyPr/>
        <a:lstStyle/>
        <a:p>
          <a:endParaRPr lang="en-US">
            <a:latin typeface="Times New Roman" panose="02020603050405020304" pitchFamily="18" charset="0"/>
            <a:cs typeface="Times New Roman" panose="02020603050405020304" pitchFamily="18" charset="0"/>
          </a:endParaRPr>
        </a:p>
      </dgm:t>
    </dgm:pt>
    <dgm:pt modelId="{ED954B84-EC58-4DC9-A541-CEF89C998EE5}" type="sibTrans" cxnId="{A5B756AB-8A35-40AF-A286-74D7590FF1D1}">
      <dgm:prSet/>
      <dgm:spPr/>
      <dgm:t>
        <a:bodyPr/>
        <a:lstStyle/>
        <a:p>
          <a:endParaRPr lang="en-US">
            <a:latin typeface="Times New Roman" panose="02020603050405020304" pitchFamily="18" charset="0"/>
            <a:cs typeface="Times New Roman" panose="02020603050405020304" pitchFamily="18" charset="0"/>
          </a:endParaRPr>
        </a:p>
      </dgm:t>
    </dgm:pt>
    <dgm:pt modelId="{66F8DEA2-5B42-47FB-8C87-8E6AD1237384}">
      <dgm:prSet phldrT="[Text]">
        <dgm:style>
          <a:lnRef idx="2">
            <a:schemeClr val="dk1"/>
          </a:lnRef>
          <a:fillRef idx="1">
            <a:schemeClr val="lt1"/>
          </a:fillRef>
          <a:effectRef idx="0">
            <a:schemeClr val="dk1"/>
          </a:effectRef>
          <a:fontRef idx="minor">
            <a:schemeClr val="dk1"/>
          </a:fontRef>
        </dgm:style>
      </dgm:prSet>
      <dgm:spPr>
        <a:xfrm>
          <a:off x="2647140" y="3529886"/>
          <a:ext cx="5625173" cy="653399"/>
        </a:xfrm>
        <a:prstGeom prst="roundRect">
          <a:avLst/>
        </a:prstGeom>
        <a:solidFill>
          <a:sysClr val="window" lastClr="FFFFFF"/>
        </a:solidFill>
        <a:ln w="12700" cap="flat" cmpd="sng" algn="ctr">
          <a:solidFill>
            <a:sysClr val="windowText" lastClr="000000"/>
          </a:solidFill>
          <a:prstDash val="solid"/>
          <a:miter lim="800000"/>
        </a:ln>
        <a:effectLst/>
      </dgm:spPr>
      <dgm:t>
        <a:bodyPr/>
        <a:lstStyle/>
        <a:p>
          <a:pPr>
            <a:buChar char="•"/>
          </a:pPr>
          <a:r>
            <a:rPr lang="en-US">
              <a:solidFill>
                <a:sysClr val="windowText" lastClr="000000"/>
              </a:solidFill>
              <a:latin typeface="Times New Roman" panose="02020603050405020304" pitchFamily="18" charset="0"/>
              <a:ea typeface="+mn-ea"/>
              <a:cs typeface="Times New Roman" panose="02020603050405020304" pitchFamily="18" charset="0"/>
            </a:rPr>
            <a:t>Monitor resource usage</a:t>
          </a:r>
        </a:p>
      </dgm:t>
    </dgm:pt>
    <dgm:pt modelId="{5AD940C4-495A-4B54-923E-0FFFD77A92B8}" type="parTrans" cxnId="{85BED860-C845-4FA8-B243-F04925F7EDA3}">
      <dgm:prSet/>
      <dgm:spPr/>
      <dgm:t>
        <a:bodyPr/>
        <a:lstStyle/>
        <a:p>
          <a:endParaRPr lang="en-US">
            <a:latin typeface="Times New Roman" panose="02020603050405020304" pitchFamily="18" charset="0"/>
            <a:cs typeface="Times New Roman" panose="02020603050405020304" pitchFamily="18" charset="0"/>
          </a:endParaRPr>
        </a:p>
      </dgm:t>
    </dgm:pt>
    <dgm:pt modelId="{127EE3B0-D800-49C5-A4B9-7E3A86E91DA6}" type="sibTrans" cxnId="{85BED860-C845-4FA8-B243-F04925F7EDA3}">
      <dgm:prSet/>
      <dgm:spPr/>
      <dgm:t>
        <a:bodyPr/>
        <a:lstStyle/>
        <a:p>
          <a:endParaRPr lang="en-US">
            <a:latin typeface="Times New Roman" panose="02020603050405020304" pitchFamily="18" charset="0"/>
            <a:cs typeface="Times New Roman" panose="02020603050405020304" pitchFamily="18" charset="0"/>
          </a:endParaRPr>
        </a:p>
      </dgm:t>
    </dgm:pt>
    <dgm:pt modelId="{0B573212-EF02-47C6-AF79-CEBE992F09CB}">
      <dgm:prSet phldrT="[Text]">
        <dgm:style>
          <a:lnRef idx="2">
            <a:schemeClr val="dk1"/>
          </a:lnRef>
          <a:fillRef idx="1">
            <a:schemeClr val="lt1"/>
          </a:fillRef>
          <a:effectRef idx="0">
            <a:schemeClr val="dk1"/>
          </a:effectRef>
          <a:fontRef idx="minor">
            <a:schemeClr val="dk1"/>
          </a:fontRef>
        </dgm:style>
      </dgm:prSet>
      <dgm:spPr>
        <a:xfrm>
          <a:off x="2647140" y="3529886"/>
          <a:ext cx="5625173" cy="653399"/>
        </a:xfrm>
        <a:prstGeom prst="roundRect">
          <a:avLst/>
        </a:prstGeom>
        <a:solidFill>
          <a:sysClr val="window" lastClr="FFFFFF"/>
        </a:solidFill>
        <a:ln w="12700" cap="flat" cmpd="sng" algn="ctr">
          <a:solidFill>
            <a:sysClr val="windowText" lastClr="000000"/>
          </a:solidFill>
          <a:prstDash val="solid"/>
          <a:miter lim="800000"/>
        </a:ln>
        <a:effectLst/>
      </dgm:spPr>
      <dgm:t>
        <a:bodyPr/>
        <a:lstStyle/>
        <a:p>
          <a:pPr>
            <a:buChar char="•"/>
          </a:pPr>
          <a:r>
            <a:rPr lang="en-US">
              <a:solidFill>
                <a:sysClr val="windowText" lastClr="000000"/>
              </a:solidFill>
              <a:latin typeface="Times New Roman" panose="02020603050405020304" pitchFamily="18" charset="0"/>
              <a:ea typeface="+mn-ea"/>
              <a:cs typeface="Times New Roman" panose="02020603050405020304" pitchFamily="18" charset="0"/>
            </a:rPr>
            <a:t>Strategical planning</a:t>
          </a:r>
        </a:p>
      </dgm:t>
    </dgm:pt>
    <dgm:pt modelId="{E61856DF-FBA4-4C51-9DBF-E2B27F3ECE52}" type="parTrans" cxnId="{802C50D2-9266-4F15-9662-7E045976EEE2}">
      <dgm:prSet/>
      <dgm:spPr/>
      <dgm:t>
        <a:bodyPr/>
        <a:lstStyle/>
        <a:p>
          <a:endParaRPr lang="en-US">
            <a:latin typeface="Times New Roman" panose="02020603050405020304" pitchFamily="18" charset="0"/>
            <a:cs typeface="Times New Roman" panose="02020603050405020304" pitchFamily="18" charset="0"/>
          </a:endParaRPr>
        </a:p>
      </dgm:t>
    </dgm:pt>
    <dgm:pt modelId="{4E207042-F11B-46F9-A9D3-E16BCA559F60}" type="sibTrans" cxnId="{802C50D2-9266-4F15-9662-7E045976EEE2}">
      <dgm:prSet/>
      <dgm:spPr/>
      <dgm:t>
        <a:bodyPr/>
        <a:lstStyle/>
        <a:p>
          <a:endParaRPr lang="en-US">
            <a:latin typeface="Times New Roman" panose="02020603050405020304" pitchFamily="18" charset="0"/>
            <a:cs typeface="Times New Roman" panose="02020603050405020304" pitchFamily="18" charset="0"/>
          </a:endParaRPr>
        </a:p>
      </dgm:t>
    </dgm:pt>
    <dgm:pt modelId="{A3316636-6A9D-4075-8DD6-31F38502ED48}" type="pres">
      <dgm:prSet presAssocID="{8464C5B1-83C7-4CC8-8ECB-890CB354980A}" presName="Name0" presStyleCnt="0">
        <dgm:presLayoutVars>
          <dgm:dir/>
          <dgm:animLvl val="lvl"/>
          <dgm:resizeHandles val="exact"/>
        </dgm:presLayoutVars>
      </dgm:prSet>
      <dgm:spPr/>
    </dgm:pt>
    <dgm:pt modelId="{5FBCFF27-9671-460E-9591-10133173D3F6}" type="pres">
      <dgm:prSet presAssocID="{3FF76BF9-CA56-4759-9BC5-FC4D9E35E964}" presName="linNode" presStyleCnt="0"/>
      <dgm:spPr/>
    </dgm:pt>
    <dgm:pt modelId="{C8A8FB98-7166-4862-968D-2EC6ABBBA89E}" type="pres">
      <dgm:prSet presAssocID="{3FF76BF9-CA56-4759-9BC5-FC4D9E35E964}" presName="parTx" presStyleLbl="revTx" presStyleIdx="0" presStyleCnt="6">
        <dgm:presLayoutVars>
          <dgm:chMax val="1"/>
          <dgm:bulletEnabled val="1"/>
        </dgm:presLayoutVars>
      </dgm:prSet>
      <dgm:spPr/>
    </dgm:pt>
    <dgm:pt modelId="{1D610170-755D-4115-978F-B93D3606466B}" type="pres">
      <dgm:prSet presAssocID="{3FF76BF9-CA56-4759-9BC5-FC4D9E35E964}" presName="bracket" presStyleLbl="parChTrans1D1" presStyleIdx="0" presStyleCnt="6"/>
      <dgm:spPr>
        <a:xfrm>
          <a:off x="2070099" y="14486"/>
          <a:ext cx="414020" cy="376200"/>
        </a:xfrm>
        <a:prstGeom prst="leftBrace">
          <a:avLst>
            <a:gd name="adj1" fmla="val 35000"/>
            <a:gd name="adj2" fmla="val 50000"/>
          </a:avLst>
        </a:prstGeom>
        <a:noFill/>
        <a:ln w="12700" cap="flat" cmpd="sng" algn="ctr">
          <a:noFill/>
          <a:prstDash val="solid"/>
          <a:miter lim="800000"/>
        </a:ln>
        <a:effectLst/>
      </dgm:spPr>
    </dgm:pt>
    <dgm:pt modelId="{3DB131AA-EEBD-4A23-B2D6-EF7A2B241B4E}" type="pres">
      <dgm:prSet presAssocID="{3FF76BF9-CA56-4759-9BC5-FC4D9E35E964}" presName="spH" presStyleCnt="0"/>
      <dgm:spPr/>
    </dgm:pt>
    <dgm:pt modelId="{E2EFFDE9-4832-4274-91D9-31E980B1F17E}" type="pres">
      <dgm:prSet presAssocID="{3FF76BF9-CA56-4759-9BC5-FC4D9E35E964}" presName="desTx" presStyleLbl="node1" presStyleIdx="0" presStyleCnt="6">
        <dgm:presLayoutVars>
          <dgm:bulletEnabled val="1"/>
        </dgm:presLayoutVars>
      </dgm:prSet>
      <dgm:spPr>
        <a:prstGeom prst="roundRect">
          <a:avLst/>
        </a:prstGeom>
      </dgm:spPr>
    </dgm:pt>
    <dgm:pt modelId="{502304B9-A069-428E-8B88-C86A68312E5E}" type="pres">
      <dgm:prSet presAssocID="{EB712791-0C7D-4C4B-BFBF-1D22C64F599E}" presName="spV" presStyleCnt="0"/>
      <dgm:spPr/>
    </dgm:pt>
    <dgm:pt modelId="{8EAF6041-09C5-45F9-8EE5-44D4A1CB2266}" type="pres">
      <dgm:prSet presAssocID="{13163E29-4AC7-4401-B741-C39B0B416076}" presName="linNode" presStyleCnt="0"/>
      <dgm:spPr/>
    </dgm:pt>
    <dgm:pt modelId="{A15BE7F3-9F9D-45F8-BA60-8E1A85F12357}" type="pres">
      <dgm:prSet presAssocID="{13163E29-4AC7-4401-B741-C39B0B416076}" presName="parTx" presStyleLbl="revTx" presStyleIdx="1" presStyleCnt="6">
        <dgm:presLayoutVars>
          <dgm:chMax val="1"/>
          <dgm:bulletEnabled val="1"/>
        </dgm:presLayoutVars>
      </dgm:prSet>
      <dgm:spPr/>
    </dgm:pt>
    <dgm:pt modelId="{D9142C9A-1E0E-41F2-B00E-97345C9E3937}" type="pres">
      <dgm:prSet presAssocID="{13163E29-4AC7-4401-B741-C39B0B416076}" presName="bracket" presStyleLbl="parChTrans1D1" presStyleIdx="1" presStyleCnt="6"/>
      <dgm:spPr>
        <a:xfrm>
          <a:off x="2068078" y="448286"/>
          <a:ext cx="413615" cy="891000"/>
        </a:xfrm>
        <a:prstGeom prst="leftBrace">
          <a:avLst>
            <a:gd name="adj1" fmla="val 35000"/>
            <a:gd name="adj2" fmla="val 50000"/>
          </a:avLst>
        </a:prstGeom>
        <a:noFill/>
        <a:ln w="12700" cap="flat" cmpd="sng" algn="ctr">
          <a:solidFill>
            <a:srgbClr val="4472C4">
              <a:shade val="60000"/>
              <a:hueOff val="0"/>
              <a:satOff val="0"/>
              <a:lumOff val="0"/>
              <a:alphaOff val="0"/>
            </a:srgbClr>
          </a:solidFill>
          <a:prstDash val="solid"/>
          <a:miter lim="800000"/>
        </a:ln>
        <a:effectLst/>
      </dgm:spPr>
    </dgm:pt>
    <dgm:pt modelId="{63733610-A91B-4844-9CC2-B003C2898DB4}" type="pres">
      <dgm:prSet presAssocID="{13163E29-4AC7-4401-B741-C39B0B416076}" presName="spH" presStyleCnt="0"/>
      <dgm:spPr/>
    </dgm:pt>
    <dgm:pt modelId="{00019D20-7726-4E78-AC3F-AFD6F3146D33}" type="pres">
      <dgm:prSet presAssocID="{13163E29-4AC7-4401-B741-C39B0B416076}" presName="desTx" presStyleLbl="node1" presStyleIdx="1" presStyleCnt="6">
        <dgm:presLayoutVars>
          <dgm:bulletEnabled val="1"/>
        </dgm:presLayoutVars>
      </dgm:prSet>
      <dgm:spPr>
        <a:prstGeom prst="roundRect">
          <a:avLst/>
        </a:prstGeom>
      </dgm:spPr>
    </dgm:pt>
    <dgm:pt modelId="{470CA59D-9763-4A92-9769-24B9D53DB53C}" type="pres">
      <dgm:prSet presAssocID="{64D5410F-4C08-48A3-BED2-B1E957712690}" presName="spV" presStyleCnt="0"/>
      <dgm:spPr/>
    </dgm:pt>
    <dgm:pt modelId="{8DAB56AA-7363-491B-A806-0690528891D9}" type="pres">
      <dgm:prSet presAssocID="{13263FE2-D0D0-4C59-84BA-F873FDF886EE}" presName="linNode" presStyleCnt="0"/>
      <dgm:spPr/>
    </dgm:pt>
    <dgm:pt modelId="{7D75174F-E85A-416A-9625-907BA2625702}" type="pres">
      <dgm:prSet presAssocID="{13263FE2-D0D0-4C59-84BA-F873FDF886EE}" presName="parTx" presStyleLbl="revTx" presStyleIdx="2" presStyleCnt="6">
        <dgm:presLayoutVars>
          <dgm:chMax val="1"/>
          <dgm:bulletEnabled val="1"/>
        </dgm:presLayoutVars>
      </dgm:prSet>
      <dgm:spPr/>
    </dgm:pt>
    <dgm:pt modelId="{10E38121-06AE-42A8-817D-11F74ED62258}" type="pres">
      <dgm:prSet presAssocID="{13263FE2-D0D0-4C59-84BA-F873FDF886EE}" presName="bracket" presStyleLbl="parChTrans1D1" presStyleIdx="2" presStyleCnt="6"/>
      <dgm:spPr>
        <a:xfrm>
          <a:off x="2068078" y="1396886"/>
          <a:ext cx="413615" cy="653399"/>
        </a:xfrm>
        <a:prstGeom prst="leftBrace">
          <a:avLst>
            <a:gd name="adj1" fmla="val 35000"/>
            <a:gd name="adj2" fmla="val 50000"/>
          </a:avLst>
        </a:prstGeom>
        <a:noFill/>
        <a:ln w="12700" cap="flat" cmpd="sng" algn="ctr">
          <a:solidFill>
            <a:srgbClr val="4472C4">
              <a:shade val="60000"/>
              <a:hueOff val="0"/>
              <a:satOff val="0"/>
              <a:lumOff val="0"/>
              <a:alphaOff val="0"/>
            </a:srgbClr>
          </a:solidFill>
          <a:prstDash val="solid"/>
          <a:miter lim="800000"/>
        </a:ln>
        <a:effectLst/>
      </dgm:spPr>
    </dgm:pt>
    <dgm:pt modelId="{9E107FBE-8133-43EE-BFE0-C900CF3469E7}" type="pres">
      <dgm:prSet presAssocID="{13263FE2-D0D0-4C59-84BA-F873FDF886EE}" presName="spH" presStyleCnt="0"/>
      <dgm:spPr/>
    </dgm:pt>
    <dgm:pt modelId="{C3D96C8C-73B8-4DEF-A083-6DED1864AEF8}" type="pres">
      <dgm:prSet presAssocID="{13263FE2-D0D0-4C59-84BA-F873FDF886EE}" presName="desTx" presStyleLbl="node1" presStyleIdx="2" presStyleCnt="6">
        <dgm:presLayoutVars>
          <dgm:bulletEnabled val="1"/>
        </dgm:presLayoutVars>
      </dgm:prSet>
      <dgm:spPr>
        <a:prstGeom prst="roundRect">
          <a:avLst/>
        </a:prstGeom>
      </dgm:spPr>
    </dgm:pt>
    <dgm:pt modelId="{0307B6A4-57C0-4BC2-962A-3E1599DBA1D3}" type="pres">
      <dgm:prSet presAssocID="{CFED5F26-B6A2-46F8-A875-509C0B299E54}" presName="spV" presStyleCnt="0"/>
      <dgm:spPr/>
    </dgm:pt>
    <dgm:pt modelId="{20808273-F00A-46B5-AB52-19D74CA9BA1D}" type="pres">
      <dgm:prSet presAssocID="{DA764FA7-E63E-4783-89CA-C38E15F3DD40}" presName="linNode" presStyleCnt="0"/>
      <dgm:spPr/>
    </dgm:pt>
    <dgm:pt modelId="{4BA2EFBB-EAB1-4E75-96ED-BB7DBBAFD41D}" type="pres">
      <dgm:prSet presAssocID="{DA764FA7-E63E-4783-89CA-C38E15F3DD40}" presName="parTx" presStyleLbl="revTx" presStyleIdx="3" presStyleCnt="6">
        <dgm:presLayoutVars>
          <dgm:chMax val="1"/>
          <dgm:bulletEnabled val="1"/>
        </dgm:presLayoutVars>
      </dgm:prSet>
      <dgm:spPr/>
    </dgm:pt>
    <dgm:pt modelId="{5B5A7FCD-7481-4A53-83F6-65340C48EEE2}" type="pres">
      <dgm:prSet presAssocID="{DA764FA7-E63E-4783-89CA-C38E15F3DD40}" presName="bracket" presStyleLbl="parChTrans1D1" presStyleIdx="3" presStyleCnt="6"/>
      <dgm:spPr>
        <a:xfrm>
          <a:off x="2068078" y="2107886"/>
          <a:ext cx="413615" cy="653399"/>
        </a:xfrm>
        <a:prstGeom prst="leftBrace">
          <a:avLst>
            <a:gd name="adj1" fmla="val 35000"/>
            <a:gd name="adj2" fmla="val 50000"/>
          </a:avLst>
        </a:prstGeom>
        <a:noFill/>
        <a:ln w="12700" cap="flat" cmpd="sng" algn="ctr">
          <a:solidFill>
            <a:srgbClr val="4472C4">
              <a:shade val="60000"/>
              <a:hueOff val="0"/>
              <a:satOff val="0"/>
              <a:lumOff val="0"/>
              <a:alphaOff val="0"/>
            </a:srgbClr>
          </a:solidFill>
          <a:prstDash val="solid"/>
          <a:miter lim="800000"/>
        </a:ln>
        <a:effectLst/>
      </dgm:spPr>
    </dgm:pt>
    <dgm:pt modelId="{6762A094-7E17-41E3-AAB2-5ACCF4A0067B}" type="pres">
      <dgm:prSet presAssocID="{DA764FA7-E63E-4783-89CA-C38E15F3DD40}" presName="spH" presStyleCnt="0"/>
      <dgm:spPr/>
    </dgm:pt>
    <dgm:pt modelId="{7F63D3C9-E315-4C3E-BFCF-339F726E0AB0}" type="pres">
      <dgm:prSet presAssocID="{DA764FA7-E63E-4783-89CA-C38E15F3DD40}" presName="desTx" presStyleLbl="node1" presStyleIdx="3" presStyleCnt="6">
        <dgm:presLayoutVars>
          <dgm:bulletEnabled val="1"/>
        </dgm:presLayoutVars>
      </dgm:prSet>
      <dgm:spPr>
        <a:prstGeom prst="roundRect">
          <a:avLst/>
        </a:prstGeom>
      </dgm:spPr>
    </dgm:pt>
    <dgm:pt modelId="{1FFB6479-C5C2-4817-8788-A7C6344B063B}" type="pres">
      <dgm:prSet presAssocID="{748066BF-CC83-4013-86AB-BEBB9C187601}" presName="spV" presStyleCnt="0"/>
      <dgm:spPr/>
    </dgm:pt>
    <dgm:pt modelId="{6D388B34-E599-44F6-9E2B-8E51D70001E6}" type="pres">
      <dgm:prSet presAssocID="{17F40EB3-4A0E-443F-A3D5-287D242AFA69}" presName="linNode" presStyleCnt="0"/>
      <dgm:spPr/>
    </dgm:pt>
    <dgm:pt modelId="{EEECD2F6-9134-4AF6-9A2F-72408C40497C}" type="pres">
      <dgm:prSet presAssocID="{17F40EB3-4A0E-443F-A3D5-287D242AFA69}" presName="parTx" presStyleLbl="revTx" presStyleIdx="4" presStyleCnt="6">
        <dgm:presLayoutVars>
          <dgm:chMax val="1"/>
          <dgm:bulletEnabled val="1"/>
        </dgm:presLayoutVars>
      </dgm:prSet>
      <dgm:spPr/>
    </dgm:pt>
    <dgm:pt modelId="{2C2E7805-7FE5-4FBA-9B16-AF85894A225F}" type="pres">
      <dgm:prSet presAssocID="{17F40EB3-4A0E-443F-A3D5-287D242AFA69}" presName="bracket" presStyleLbl="parChTrans1D1" presStyleIdx="4" presStyleCnt="6"/>
      <dgm:spPr>
        <a:xfrm>
          <a:off x="2068078" y="2818886"/>
          <a:ext cx="413615" cy="653399"/>
        </a:xfrm>
        <a:prstGeom prst="leftBrace">
          <a:avLst>
            <a:gd name="adj1" fmla="val 35000"/>
            <a:gd name="adj2" fmla="val 50000"/>
          </a:avLst>
        </a:prstGeom>
        <a:noFill/>
        <a:ln w="12700" cap="flat" cmpd="sng" algn="ctr">
          <a:solidFill>
            <a:srgbClr val="4472C4">
              <a:shade val="60000"/>
              <a:hueOff val="0"/>
              <a:satOff val="0"/>
              <a:lumOff val="0"/>
              <a:alphaOff val="0"/>
            </a:srgbClr>
          </a:solidFill>
          <a:prstDash val="solid"/>
          <a:miter lim="800000"/>
        </a:ln>
        <a:effectLst/>
      </dgm:spPr>
    </dgm:pt>
    <dgm:pt modelId="{B53DFB89-BC0F-458A-B40C-E031AD891AA0}" type="pres">
      <dgm:prSet presAssocID="{17F40EB3-4A0E-443F-A3D5-287D242AFA69}" presName="spH" presStyleCnt="0"/>
      <dgm:spPr/>
    </dgm:pt>
    <dgm:pt modelId="{9350637F-F9CC-4D0F-8E89-FF3887D97436}" type="pres">
      <dgm:prSet presAssocID="{17F40EB3-4A0E-443F-A3D5-287D242AFA69}" presName="desTx" presStyleLbl="node1" presStyleIdx="4" presStyleCnt="6">
        <dgm:presLayoutVars>
          <dgm:bulletEnabled val="1"/>
        </dgm:presLayoutVars>
      </dgm:prSet>
      <dgm:spPr>
        <a:prstGeom prst="roundRect">
          <a:avLst/>
        </a:prstGeom>
      </dgm:spPr>
    </dgm:pt>
    <dgm:pt modelId="{A6A1C96A-82B9-423B-88DA-80A456212BA5}" type="pres">
      <dgm:prSet presAssocID="{B86548B1-FAFC-49F0-A66D-A112A31BAECF}" presName="spV" presStyleCnt="0"/>
      <dgm:spPr/>
    </dgm:pt>
    <dgm:pt modelId="{7C2A8736-9138-4F06-8BCC-9AE9D3066322}" type="pres">
      <dgm:prSet presAssocID="{A9708313-10E6-45B8-B77B-B47A9510994B}" presName="linNode" presStyleCnt="0"/>
      <dgm:spPr/>
    </dgm:pt>
    <dgm:pt modelId="{5D5EE55A-600F-4622-A5C2-0A1E4FF03D98}" type="pres">
      <dgm:prSet presAssocID="{A9708313-10E6-45B8-B77B-B47A9510994B}" presName="parTx" presStyleLbl="revTx" presStyleIdx="5" presStyleCnt="6">
        <dgm:presLayoutVars>
          <dgm:chMax val="1"/>
          <dgm:bulletEnabled val="1"/>
        </dgm:presLayoutVars>
      </dgm:prSet>
      <dgm:spPr/>
    </dgm:pt>
    <dgm:pt modelId="{87E677C8-A2F3-4053-84D1-2850C85AA1DD}" type="pres">
      <dgm:prSet presAssocID="{A9708313-10E6-45B8-B77B-B47A9510994B}" presName="bracket" presStyleLbl="parChTrans1D1" presStyleIdx="5" presStyleCnt="6"/>
      <dgm:spPr>
        <a:xfrm>
          <a:off x="2068078" y="3529886"/>
          <a:ext cx="413615" cy="653399"/>
        </a:xfrm>
        <a:prstGeom prst="leftBrace">
          <a:avLst>
            <a:gd name="adj1" fmla="val 35000"/>
            <a:gd name="adj2" fmla="val 50000"/>
          </a:avLst>
        </a:prstGeom>
        <a:noFill/>
        <a:ln w="12700" cap="flat" cmpd="sng" algn="ctr">
          <a:solidFill>
            <a:srgbClr val="4472C4">
              <a:shade val="60000"/>
              <a:hueOff val="0"/>
              <a:satOff val="0"/>
              <a:lumOff val="0"/>
              <a:alphaOff val="0"/>
            </a:srgbClr>
          </a:solidFill>
          <a:prstDash val="solid"/>
          <a:miter lim="800000"/>
        </a:ln>
        <a:effectLst/>
      </dgm:spPr>
    </dgm:pt>
    <dgm:pt modelId="{A5B9D10A-8EF8-430E-94AD-1FD6A990FBF2}" type="pres">
      <dgm:prSet presAssocID="{A9708313-10E6-45B8-B77B-B47A9510994B}" presName="spH" presStyleCnt="0"/>
      <dgm:spPr/>
    </dgm:pt>
    <dgm:pt modelId="{6BA647E5-3412-4B21-9037-E2D551192DCA}" type="pres">
      <dgm:prSet presAssocID="{A9708313-10E6-45B8-B77B-B47A9510994B}" presName="desTx" presStyleLbl="node1" presStyleIdx="5" presStyleCnt="6">
        <dgm:presLayoutVars>
          <dgm:bulletEnabled val="1"/>
        </dgm:presLayoutVars>
      </dgm:prSet>
      <dgm:spPr>
        <a:prstGeom prst="roundRect">
          <a:avLst/>
        </a:prstGeom>
      </dgm:spPr>
    </dgm:pt>
  </dgm:ptLst>
  <dgm:cxnLst>
    <dgm:cxn modelId="{3BFC700E-E003-4DD1-8846-5445036DB81B}" type="presOf" srcId="{8464C5B1-83C7-4CC8-8ECB-890CB354980A}" destId="{A3316636-6A9D-4075-8DD6-31F38502ED48}" srcOrd="0" destOrd="0" presId="urn:diagrams.loki3.com/BracketList"/>
    <dgm:cxn modelId="{6E60DA13-3A29-41C6-A90D-69F824627E46}" type="presOf" srcId="{DA764FA7-E63E-4783-89CA-C38E15F3DD40}" destId="{4BA2EFBB-EAB1-4E75-96ED-BB7DBBAFD41D}" srcOrd="0" destOrd="0" presId="urn:diagrams.loki3.com/BracketList"/>
    <dgm:cxn modelId="{CE46B617-31A2-49A6-BD4A-9B0AE5A88764}" type="presOf" srcId="{66F8DEA2-5B42-47FB-8C87-8E6AD1237384}" destId="{6BA647E5-3412-4B21-9037-E2D551192DCA}" srcOrd="0" destOrd="0" presId="urn:diagrams.loki3.com/BracketList"/>
    <dgm:cxn modelId="{264FC71E-CF75-41D7-93ED-0047F971C1E6}" type="presOf" srcId="{2A2A002F-BEF8-4140-9589-FBB3A004B05F}" destId="{7F63D3C9-E315-4C3E-BFCF-339F726E0AB0}" srcOrd="0" destOrd="0" presId="urn:diagrams.loki3.com/BracketList"/>
    <dgm:cxn modelId="{E248311F-6C93-4BCB-8363-1F548D793541}" srcId="{8464C5B1-83C7-4CC8-8ECB-890CB354980A}" destId="{13163E29-4AC7-4401-B741-C39B0B416076}" srcOrd="1" destOrd="0" parTransId="{1E7A628B-4318-4C7D-A828-414E22C63727}" sibTransId="{64D5410F-4C08-48A3-BED2-B1E957712690}"/>
    <dgm:cxn modelId="{00C9E829-4D91-47D9-8C19-6480B1D5B61F}" type="presOf" srcId="{A8CD3366-B163-48EB-946A-AB72A006D557}" destId="{9350637F-F9CC-4D0F-8E89-FF3887D97436}" srcOrd="0" destOrd="0" presId="urn:diagrams.loki3.com/BracketList"/>
    <dgm:cxn modelId="{60D8052C-2BBF-41D3-8B21-D00E016630C7}" type="presOf" srcId="{9CA48CF5-E432-4715-9545-B219C3554889}" destId="{00019D20-7726-4E78-AC3F-AFD6F3146D33}" srcOrd="0" destOrd="0" presId="urn:diagrams.loki3.com/BracketList"/>
    <dgm:cxn modelId="{C045252C-675D-4F33-BA91-6BEBEF1C1301}" srcId="{13263FE2-D0D0-4C59-84BA-F873FDF886EE}" destId="{094A8DCE-30B2-439D-B408-19AB07A121F9}" srcOrd="1" destOrd="0" parTransId="{883B05D6-2859-4B98-B3B8-191A76125451}" sibTransId="{A46F04AF-1580-4179-9D4E-C4F136DCB57F}"/>
    <dgm:cxn modelId="{8FEA5332-0CE3-4AD8-9669-58F4475FBCEB}" srcId="{8464C5B1-83C7-4CC8-8ECB-890CB354980A}" destId="{13263FE2-D0D0-4C59-84BA-F873FDF886EE}" srcOrd="2" destOrd="0" parTransId="{A0A33DE0-D50D-48FA-9EA0-308638C1A881}" sibTransId="{CFED5F26-B6A2-46F8-A875-509C0B299E54}"/>
    <dgm:cxn modelId="{C396F43A-E54F-4582-BC06-B434778D74EB}" type="presOf" srcId="{677A3D96-3C37-4A4C-8AF9-7E7FC777CFEE}" destId="{00019D20-7726-4E78-AC3F-AFD6F3146D33}" srcOrd="0" destOrd="1" presId="urn:diagrams.loki3.com/BracketList"/>
    <dgm:cxn modelId="{5E3EEB5D-23B6-4CF0-864F-7AAD22539110}" type="presOf" srcId="{13263FE2-D0D0-4C59-84BA-F873FDF886EE}" destId="{7D75174F-E85A-416A-9625-907BA2625702}" srcOrd="0" destOrd="0" presId="urn:diagrams.loki3.com/BracketList"/>
    <dgm:cxn modelId="{85BED860-C845-4FA8-B243-F04925F7EDA3}" srcId="{A9708313-10E6-45B8-B77B-B47A9510994B}" destId="{66F8DEA2-5B42-47FB-8C87-8E6AD1237384}" srcOrd="0" destOrd="0" parTransId="{5AD940C4-495A-4B54-923E-0FFFD77A92B8}" sibTransId="{127EE3B0-D800-49C5-A4B9-7E3A86E91DA6}"/>
    <dgm:cxn modelId="{F250044E-DBAC-49DD-96D5-1813C85E707C}" type="presOf" srcId="{13163E29-4AC7-4401-B741-C39B0B416076}" destId="{A15BE7F3-9F9D-45F8-BA60-8E1A85F12357}" srcOrd="0" destOrd="0" presId="urn:diagrams.loki3.com/BracketList"/>
    <dgm:cxn modelId="{C4124B50-607E-4215-924F-D823F13D8455}" srcId="{13163E29-4AC7-4401-B741-C39B0B416076}" destId="{9CA48CF5-E432-4715-9545-B219C3554889}" srcOrd="0" destOrd="0" parTransId="{9416470F-8D1A-43CA-8F13-63F71D16E6F6}" sibTransId="{47F7C878-1B71-456D-99BE-2B867D40BD61}"/>
    <dgm:cxn modelId="{2A295E74-19FF-40FB-973E-54090CF91E99}" srcId="{8464C5B1-83C7-4CC8-8ECB-890CB354980A}" destId="{DA764FA7-E63E-4783-89CA-C38E15F3DD40}" srcOrd="3" destOrd="0" parTransId="{B58933A4-0DB7-4CAE-AEB6-AB1CDD3C204B}" sibTransId="{748066BF-CC83-4013-86AB-BEBB9C187601}"/>
    <dgm:cxn modelId="{17F64D77-DEA6-4598-8288-12BCE89DB641}" srcId="{13263FE2-D0D0-4C59-84BA-F873FDF886EE}" destId="{950EB414-3771-4590-9BFB-85F585623309}" srcOrd="0" destOrd="0" parTransId="{9921E761-D758-466D-A70D-5A35306324DC}" sibTransId="{0190A019-AC1E-41B6-92F8-016D055D1D7A}"/>
    <dgm:cxn modelId="{DC937C78-F738-468C-8618-9E0E75EB689A}" srcId="{8464C5B1-83C7-4CC8-8ECB-890CB354980A}" destId="{17F40EB3-4A0E-443F-A3D5-287D242AFA69}" srcOrd="4" destOrd="0" parTransId="{571EC71F-D2C6-40AB-B3AD-BBBB9BC40EA0}" sibTransId="{B86548B1-FAFC-49F0-A66D-A112A31BAECF}"/>
    <dgm:cxn modelId="{45BD337A-E742-4A5F-BAE8-4E418992C17D}" type="presOf" srcId="{17F40EB3-4A0E-443F-A3D5-287D242AFA69}" destId="{EEECD2F6-9134-4AF6-9A2F-72408C40497C}" srcOrd="0" destOrd="0" presId="urn:diagrams.loki3.com/BracketList"/>
    <dgm:cxn modelId="{90594580-7638-43E1-9208-464E37D1C724}" type="presOf" srcId="{0B573212-EF02-47C6-AF79-CEBE992F09CB}" destId="{6BA647E5-3412-4B21-9037-E2D551192DCA}" srcOrd="0" destOrd="1" presId="urn:diagrams.loki3.com/BracketList"/>
    <dgm:cxn modelId="{CAEEB78B-24FE-4EAC-8A20-2032D6D42011}" type="presOf" srcId="{A9708313-10E6-45B8-B77B-B47A9510994B}" destId="{5D5EE55A-600F-4622-A5C2-0A1E4FF03D98}" srcOrd="0" destOrd="0" presId="urn:diagrams.loki3.com/BracketList"/>
    <dgm:cxn modelId="{451113A3-E982-4F4B-BF19-29EA57CAE866}" type="presOf" srcId="{F9EEED75-2144-4DF6-9F84-3E0A3DB72FC4}" destId="{E2EFFDE9-4832-4274-91D9-31E980B1F17E}" srcOrd="0" destOrd="0" presId="urn:diagrams.loki3.com/BracketList"/>
    <dgm:cxn modelId="{A864AFA6-EC65-4D78-942F-70AE8646B086}" srcId="{8464C5B1-83C7-4CC8-8ECB-890CB354980A}" destId="{3FF76BF9-CA56-4759-9BC5-FC4D9E35E964}" srcOrd="0" destOrd="0" parTransId="{4DF94E76-CF3E-4C94-A6D4-BFBD981FF211}" sibTransId="{EB712791-0C7D-4C4B-BFBF-1D22C64F599E}"/>
    <dgm:cxn modelId="{DB35D6A8-A67C-4AC2-83A6-BCD48E004020}" type="presOf" srcId="{950EB414-3771-4590-9BFB-85F585623309}" destId="{C3D96C8C-73B8-4DEF-A083-6DED1864AEF8}" srcOrd="0" destOrd="0" presId="urn:diagrams.loki3.com/BracketList"/>
    <dgm:cxn modelId="{A5B756AB-8A35-40AF-A286-74D7590FF1D1}" srcId="{17F40EB3-4A0E-443F-A3D5-287D242AFA69}" destId="{6E02C23B-2D7F-4732-8BBD-8C574EE2F05A}" srcOrd="1" destOrd="0" parTransId="{C699E1EF-90A7-4AB2-989D-E36E369694C8}" sibTransId="{ED954B84-EC58-4DC9-A541-CEF89C998EE5}"/>
    <dgm:cxn modelId="{D5D680B2-2B6E-465C-A298-B19B172C8E0A}" type="presOf" srcId="{094A8DCE-30B2-439D-B408-19AB07A121F9}" destId="{C3D96C8C-73B8-4DEF-A083-6DED1864AEF8}" srcOrd="0" destOrd="1" presId="urn:diagrams.loki3.com/BracketList"/>
    <dgm:cxn modelId="{7E8B99B2-D6BE-42EF-92B7-50A07699A200}" type="presOf" srcId="{7DF4D851-4063-4CA8-97BD-DB86DF320A24}" destId="{7F63D3C9-E315-4C3E-BFCF-339F726E0AB0}" srcOrd="0" destOrd="1" presId="urn:diagrams.loki3.com/BracketList"/>
    <dgm:cxn modelId="{7ED0E0C1-9764-413A-BF82-983F284A1CFA}" srcId="{13163E29-4AC7-4401-B741-C39B0B416076}" destId="{677A3D96-3C37-4A4C-8AF9-7E7FC777CFEE}" srcOrd="1" destOrd="0" parTransId="{388C7E0C-E4BA-4926-BDCF-281E26A74421}" sibTransId="{25482857-F831-4F89-B22A-D6194E9E7993}"/>
    <dgm:cxn modelId="{918AFAC7-F4B8-41D2-91CD-C0286544E4C9}" type="presOf" srcId="{3FF76BF9-CA56-4759-9BC5-FC4D9E35E964}" destId="{C8A8FB98-7166-4862-968D-2EC6ABBBA89E}" srcOrd="0" destOrd="0" presId="urn:diagrams.loki3.com/BracketList"/>
    <dgm:cxn modelId="{759FCECE-56D9-4FC7-A6E5-AB8700228AC8}" srcId="{8464C5B1-83C7-4CC8-8ECB-890CB354980A}" destId="{A9708313-10E6-45B8-B77B-B47A9510994B}" srcOrd="5" destOrd="0" parTransId="{BDF7DE47-2B6B-4E2F-9103-9E366A10E86A}" sibTransId="{6572C601-B49E-4218-8BD6-F510B849F30F}"/>
    <dgm:cxn modelId="{802C50D2-9266-4F15-9662-7E045976EEE2}" srcId="{A9708313-10E6-45B8-B77B-B47A9510994B}" destId="{0B573212-EF02-47C6-AF79-CEBE992F09CB}" srcOrd="1" destOrd="0" parTransId="{E61856DF-FBA4-4C51-9DBF-E2B27F3ECE52}" sibTransId="{4E207042-F11B-46F9-A9D3-E16BCA559F60}"/>
    <dgm:cxn modelId="{C34805DD-67F1-4FBA-8E41-4650AA1D2A07}" type="presOf" srcId="{6E02C23B-2D7F-4732-8BBD-8C574EE2F05A}" destId="{9350637F-F9CC-4D0F-8E89-FF3887D97436}" srcOrd="0" destOrd="1" presId="urn:diagrams.loki3.com/BracketList"/>
    <dgm:cxn modelId="{A9D049DD-8013-4F73-8079-97DBB779B102}" srcId="{17F40EB3-4A0E-443F-A3D5-287D242AFA69}" destId="{A8CD3366-B163-48EB-946A-AB72A006D557}" srcOrd="0" destOrd="0" parTransId="{47C8E670-5A8D-4742-9BF4-CEA66C36C743}" sibTransId="{DB8CE919-3E0A-4EE7-AC1B-9A8EE7E1969C}"/>
    <dgm:cxn modelId="{400790DF-C87D-45DF-AD06-6D4A277233FC}" srcId="{DA764FA7-E63E-4783-89CA-C38E15F3DD40}" destId="{2A2A002F-BEF8-4140-9589-FBB3A004B05F}" srcOrd="0" destOrd="0" parTransId="{7C82D023-F7A2-4F32-AED6-3C5066D000B6}" sibTransId="{ACC8FE05-58E9-4380-89FD-831A0506F10A}"/>
    <dgm:cxn modelId="{4F1816F5-B867-46D9-8DC0-FD1B9A25B10C}" srcId="{DA764FA7-E63E-4783-89CA-C38E15F3DD40}" destId="{7DF4D851-4063-4CA8-97BD-DB86DF320A24}" srcOrd="1" destOrd="0" parTransId="{5A7D41F9-E4BA-4D39-AAE4-D87D2412B76E}" sibTransId="{00D0FE48-F4F7-4C72-9938-421DE948FC57}"/>
    <dgm:cxn modelId="{C4DD38FD-5A60-4DA7-BCFF-10D5F7B61985}" srcId="{3FF76BF9-CA56-4759-9BC5-FC4D9E35E964}" destId="{F9EEED75-2144-4DF6-9F84-3E0A3DB72FC4}" srcOrd="0" destOrd="0" parTransId="{8391C295-46E0-4924-A539-DA3DAAEB7005}" sibTransId="{6793665B-6B7D-4F4E-B120-D9048A27F5BA}"/>
    <dgm:cxn modelId="{85B4E375-0C72-43BB-9CD1-FBE5E58E3DF5}" type="presParOf" srcId="{A3316636-6A9D-4075-8DD6-31F38502ED48}" destId="{5FBCFF27-9671-460E-9591-10133173D3F6}" srcOrd="0" destOrd="0" presId="urn:diagrams.loki3.com/BracketList"/>
    <dgm:cxn modelId="{357B0DAE-7FA0-4CB0-86B5-ED1B023EA02D}" type="presParOf" srcId="{5FBCFF27-9671-460E-9591-10133173D3F6}" destId="{C8A8FB98-7166-4862-968D-2EC6ABBBA89E}" srcOrd="0" destOrd="0" presId="urn:diagrams.loki3.com/BracketList"/>
    <dgm:cxn modelId="{598711CA-4C10-4F06-9A6F-1EDBBCB35748}" type="presParOf" srcId="{5FBCFF27-9671-460E-9591-10133173D3F6}" destId="{1D610170-755D-4115-978F-B93D3606466B}" srcOrd="1" destOrd="0" presId="urn:diagrams.loki3.com/BracketList"/>
    <dgm:cxn modelId="{5FFE90CD-5C68-4A44-BD2F-7472086D3A51}" type="presParOf" srcId="{5FBCFF27-9671-460E-9591-10133173D3F6}" destId="{3DB131AA-EEBD-4A23-B2D6-EF7A2B241B4E}" srcOrd="2" destOrd="0" presId="urn:diagrams.loki3.com/BracketList"/>
    <dgm:cxn modelId="{18BFB0DD-824C-46DB-8BB9-8BB82BE01014}" type="presParOf" srcId="{5FBCFF27-9671-460E-9591-10133173D3F6}" destId="{E2EFFDE9-4832-4274-91D9-31E980B1F17E}" srcOrd="3" destOrd="0" presId="urn:diagrams.loki3.com/BracketList"/>
    <dgm:cxn modelId="{1872156B-91C9-4DF5-8E0B-68C6890F87C6}" type="presParOf" srcId="{A3316636-6A9D-4075-8DD6-31F38502ED48}" destId="{502304B9-A069-428E-8B88-C86A68312E5E}" srcOrd="1" destOrd="0" presId="urn:diagrams.loki3.com/BracketList"/>
    <dgm:cxn modelId="{77B10453-5804-42E9-B578-9271910B4FBB}" type="presParOf" srcId="{A3316636-6A9D-4075-8DD6-31F38502ED48}" destId="{8EAF6041-09C5-45F9-8EE5-44D4A1CB2266}" srcOrd="2" destOrd="0" presId="urn:diagrams.loki3.com/BracketList"/>
    <dgm:cxn modelId="{F6D5AE7A-9A0D-4868-91F4-FFA9FD52C5B7}" type="presParOf" srcId="{8EAF6041-09C5-45F9-8EE5-44D4A1CB2266}" destId="{A15BE7F3-9F9D-45F8-BA60-8E1A85F12357}" srcOrd="0" destOrd="0" presId="urn:diagrams.loki3.com/BracketList"/>
    <dgm:cxn modelId="{C523C2DB-86DE-450C-813C-BBF570DB0DC5}" type="presParOf" srcId="{8EAF6041-09C5-45F9-8EE5-44D4A1CB2266}" destId="{D9142C9A-1E0E-41F2-B00E-97345C9E3937}" srcOrd="1" destOrd="0" presId="urn:diagrams.loki3.com/BracketList"/>
    <dgm:cxn modelId="{EBE64E10-DA3D-4F04-AF01-6DECA3F20060}" type="presParOf" srcId="{8EAF6041-09C5-45F9-8EE5-44D4A1CB2266}" destId="{63733610-A91B-4844-9CC2-B003C2898DB4}" srcOrd="2" destOrd="0" presId="urn:diagrams.loki3.com/BracketList"/>
    <dgm:cxn modelId="{667E8B05-228E-44E0-A996-7DAF361F57AD}" type="presParOf" srcId="{8EAF6041-09C5-45F9-8EE5-44D4A1CB2266}" destId="{00019D20-7726-4E78-AC3F-AFD6F3146D33}" srcOrd="3" destOrd="0" presId="urn:diagrams.loki3.com/BracketList"/>
    <dgm:cxn modelId="{757EBA65-3BED-46F5-854E-57951718D458}" type="presParOf" srcId="{A3316636-6A9D-4075-8DD6-31F38502ED48}" destId="{470CA59D-9763-4A92-9769-24B9D53DB53C}" srcOrd="3" destOrd="0" presId="urn:diagrams.loki3.com/BracketList"/>
    <dgm:cxn modelId="{D2D85506-B353-4843-A063-5F9B20E9EA40}" type="presParOf" srcId="{A3316636-6A9D-4075-8DD6-31F38502ED48}" destId="{8DAB56AA-7363-491B-A806-0690528891D9}" srcOrd="4" destOrd="0" presId="urn:diagrams.loki3.com/BracketList"/>
    <dgm:cxn modelId="{CC188F51-129A-4EC5-BB1E-6474E7930AE2}" type="presParOf" srcId="{8DAB56AA-7363-491B-A806-0690528891D9}" destId="{7D75174F-E85A-416A-9625-907BA2625702}" srcOrd="0" destOrd="0" presId="urn:diagrams.loki3.com/BracketList"/>
    <dgm:cxn modelId="{55707EC1-173F-4B44-9DD8-2D85512C06E9}" type="presParOf" srcId="{8DAB56AA-7363-491B-A806-0690528891D9}" destId="{10E38121-06AE-42A8-817D-11F74ED62258}" srcOrd="1" destOrd="0" presId="urn:diagrams.loki3.com/BracketList"/>
    <dgm:cxn modelId="{6338D7DB-CBD2-4ACC-BD38-E4B81DC27E19}" type="presParOf" srcId="{8DAB56AA-7363-491B-A806-0690528891D9}" destId="{9E107FBE-8133-43EE-BFE0-C900CF3469E7}" srcOrd="2" destOrd="0" presId="urn:diagrams.loki3.com/BracketList"/>
    <dgm:cxn modelId="{CEC4C2EC-4E5C-479B-A8A2-A24D6ED4D8CD}" type="presParOf" srcId="{8DAB56AA-7363-491B-A806-0690528891D9}" destId="{C3D96C8C-73B8-4DEF-A083-6DED1864AEF8}" srcOrd="3" destOrd="0" presId="urn:diagrams.loki3.com/BracketList"/>
    <dgm:cxn modelId="{478E7163-3EEA-44B1-884F-6CCF6D56C2C6}" type="presParOf" srcId="{A3316636-6A9D-4075-8DD6-31F38502ED48}" destId="{0307B6A4-57C0-4BC2-962A-3E1599DBA1D3}" srcOrd="5" destOrd="0" presId="urn:diagrams.loki3.com/BracketList"/>
    <dgm:cxn modelId="{83E600F9-6CD9-4E6B-8D14-2DE4E3B845E3}" type="presParOf" srcId="{A3316636-6A9D-4075-8DD6-31F38502ED48}" destId="{20808273-F00A-46B5-AB52-19D74CA9BA1D}" srcOrd="6" destOrd="0" presId="urn:diagrams.loki3.com/BracketList"/>
    <dgm:cxn modelId="{7A9F612F-7577-4C88-BE9E-D33CB9471742}" type="presParOf" srcId="{20808273-F00A-46B5-AB52-19D74CA9BA1D}" destId="{4BA2EFBB-EAB1-4E75-96ED-BB7DBBAFD41D}" srcOrd="0" destOrd="0" presId="urn:diagrams.loki3.com/BracketList"/>
    <dgm:cxn modelId="{C1718210-BB4B-4731-BB0C-BDD599F8E513}" type="presParOf" srcId="{20808273-F00A-46B5-AB52-19D74CA9BA1D}" destId="{5B5A7FCD-7481-4A53-83F6-65340C48EEE2}" srcOrd="1" destOrd="0" presId="urn:diagrams.loki3.com/BracketList"/>
    <dgm:cxn modelId="{05C58A5E-42FC-406C-A9A6-05888A57B51C}" type="presParOf" srcId="{20808273-F00A-46B5-AB52-19D74CA9BA1D}" destId="{6762A094-7E17-41E3-AAB2-5ACCF4A0067B}" srcOrd="2" destOrd="0" presId="urn:diagrams.loki3.com/BracketList"/>
    <dgm:cxn modelId="{E2B0CA0E-D780-4287-AED7-360739AF37CF}" type="presParOf" srcId="{20808273-F00A-46B5-AB52-19D74CA9BA1D}" destId="{7F63D3C9-E315-4C3E-BFCF-339F726E0AB0}" srcOrd="3" destOrd="0" presId="urn:diagrams.loki3.com/BracketList"/>
    <dgm:cxn modelId="{C9EB800A-0EF4-41DB-B6D6-6DBEC8AB8BC9}" type="presParOf" srcId="{A3316636-6A9D-4075-8DD6-31F38502ED48}" destId="{1FFB6479-C5C2-4817-8788-A7C6344B063B}" srcOrd="7" destOrd="0" presId="urn:diagrams.loki3.com/BracketList"/>
    <dgm:cxn modelId="{B17DCF10-A309-47C5-8E55-D891DBEE7DE3}" type="presParOf" srcId="{A3316636-6A9D-4075-8DD6-31F38502ED48}" destId="{6D388B34-E599-44F6-9E2B-8E51D70001E6}" srcOrd="8" destOrd="0" presId="urn:diagrams.loki3.com/BracketList"/>
    <dgm:cxn modelId="{E219EE2E-B093-482A-8057-27E4075967D0}" type="presParOf" srcId="{6D388B34-E599-44F6-9E2B-8E51D70001E6}" destId="{EEECD2F6-9134-4AF6-9A2F-72408C40497C}" srcOrd="0" destOrd="0" presId="urn:diagrams.loki3.com/BracketList"/>
    <dgm:cxn modelId="{AD5EE169-61E3-44BF-BCC3-F8AF6DD3F9F5}" type="presParOf" srcId="{6D388B34-E599-44F6-9E2B-8E51D70001E6}" destId="{2C2E7805-7FE5-4FBA-9B16-AF85894A225F}" srcOrd="1" destOrd="0" presId="urn:diagrams.loki3.com/BracketList"/>
    <dgm:cxn modelId="{F94A96DB-813E-42A1-89B5-32294EADE524}" type="presParOf" srcId="{6D388B34-E599-44F6-9E2B-8E51D70001E6}" destId="{B53DFB89-BC0F-458A-B40C-E031AD891AA0}" srcOrd="2" destOrd="0" presId="urn:diagrams.loki3.com/BracketList"/>
    <dgm:cxn modelId="{88EFB284-68C2-4838-B641-79FB349E8110}" type="presParOf" srcId="{6D388B34-E599-44F6-9E2B-8E51D70001E6}" destId="{9350637F-F9CC-4D0F-8E89-FF3887D97436}" srcOrd="3" destOrd="0" presId="urn:diagrams.loki3.com/BracketList"/>
    <dgm:cxn modelId="{3DA141A6-A41A-4FB8-9FE5-9D62DE9DA9CF}" type="presParOf" srcId="{A3316636-6A9D-4075-8DD6-31F38502ED48}" destId="{A6A1C96A-82B9-423B-88DA-80A456212BA5}" srcOrd="9" destOrd="0" presId="urn:diagrams.loki3.com/BracketList"/>
    <dgm:cxn modelId="{0351D99A-74A9-4CA9-BF2C-8F1037A94262}" type="presParOf" srcId="{A3316636-6A9D-4075-8DD6-31F38502ED48}" destId="{7C2A8736-9138-4F06-8BCC-9AE9D3066322}" srcOrd="10" destOrd="0" presId="urn:diagrams.loki3.com/BracketList"/>
    <dgm:cxn modelId="{78E9B195-F166-4C47-A2EF-87C1EB33CEBE}" type="presParOf" srcId="{7C2A8736-9138-4F06-8BCC-9AE9D3066322}" destId="{5D5EE55A-600F-4622-A5C2-0A1E4FF03D98}" srcOrd="0" destOrd="0" presId="urn:diagrams.loki3.com/BracketList"/>
    <dgm:cxn modelId="{669348ED-D840-4B64-B0BD-C59CB0124EB3}" type="presParOf" srcId="{7C2A8736-9138-4F06-8BCC-9AE9D3066322}" destId="{87E677C8-A2F3-4053-84D1-2850C85AA1DD}" srcOrd="1" destOrd="0" presId="urn:diagrams.loki3.com/BracketList"/>
    <dgm:cxn modelId="{4319C47F-016C-4529-9892-9318C090C7CF}" type="presParOf" srcId="{7C2A8736-9138-4F06-8BCC-9AE9D3066322}" destId="{A5B9D10A-8EF8-430E-94AD-1FD6A990FBF2}" srcOrd="2" destOrd="0" presId="urn:diagrams.loki3.com/BracketList"/>
    <dgm:cxn modelId="{A4607A42-F755-456E-B077-C53008FC0503}" type="presParOf" srcId="{7C2A8736-9138-4F06-8BCC-9AE9D3066322}" destId="{6BA647E5-3412-4B21-9037-E2D551192DCA}" srcOrd="3" destOrd="0" presId="urn:diagrams.loki3.com/BracketList"/>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81F0D07-AC37-4E2B-9210-12A63DCBF960}" type="doc">
      <dgm:prSet loTypeId="urn:microsoft.com/office/officeart/2005/8/layout/hierarchy1" loCatId="hierarchy" qsTypeId="urn:microsoft.com/office/officeart/2005/8/quickstyle/simple1" qsCatId="simple" csTypeId="urn:microsoft.com/office/officeart/2005/8/colors/colorful1" csCatId="colorful"/>
      <dgm:spPr/>
      <dgm:t>
        <a:bodyPr/>
        <a:lstStyle/>
        <a:p>
          <a:endParaRPr lang="en-US"/>
        </a:p>
      </dgm:t>
    </dgm:pt>
    <dgm:pt modelId="{9228FBC1-07BC-4B2C-B759-1750EA280A60}">
      <dgm:prSet/>
      <dgm:spPr/>
      <dgm:t>
        <a:bodyPr/>
        <a:lstStyle/>
        <a:p>
          <a:r>
            <a:rPr lang="en-US" b="1"/>
            <a:t>DSRC: </a:t>
          </a:r>
          <a:r>
            <a:rPr lang="en-US"/>
            <a:t>Dedicated Short-Range Communication is a two-way short-to-medium range wireless communication technology that enables vehicles to communicate with each other and other road users directly, without involving cellular or other infrastructure. It operates on 5.9 GHz band of radio frequency spectrum and has low latency, high reliability.</a:t>
          </a:r>
        </a:p>
      </dgm:t>
    </dgm:pt>
    <dgm:pt modelId="{A3BA979E-C42C-446E-99CF-730A5A76022C}" type="parTrans" cxnId="{D5AA47ED-3470-4267-B5D9-8F6376D84E73}">
      <dgm:prSet/>
      <dgm:spPr/>
      <dgm:t>
        <a:bodyPr/>
        <a:lstStyle/>
        <a:p>
          <a:endParaRPr lang="en-US"/>
        </a:p>
      </dgm:t>
    </dgm:pt>
    <dgm:pt modelId="{90845326-299F-42C8-9358-0C705CDAE5B1}" type="sibTrans" cxnId="{D5AA47ED-3470-4267-B5D9-8F6376D84E73}">
      <dgm:prSet/>
      <dgm:spPr/>
      <dgm:t>
        <a:bodyPr/>
        <a:lstStyle/>
        <a:p>
          <a:endParaRPr lang="en-US"/>
        </a:p>
      </dgm:t>
    </dgm:pt>
    <dgm:pt modelId="{F6E4E265-BBDA-44E6-A963-549E9384A3E6}">
      <dgm:prSet/>
      <dgm:spPr/>
      <dgm:t>
        <a:bodyPr/>
        <a:lstStyle/>
        <a:p>
          <a:r>
            <a:rPr lang="en-US" b="1"/>
            <a:t>Cellular: </a:t>
          </a:r>
          <a:r>
            <a:rPr lang="en-IN"/>
            <a:t>LTE has been proposed as a viable technology for vehicular machine-to-machine communication because of its high data rate, low latency and large coverage. 5G can support up to a million devices per square kilometre, as opposed to 4G supporting only up to 100,000 devices per sq. Km.  </a:t>
          </a:r>
          <a:endParaRPr lang="en-US"/>
        </a:p>
      </dgm:t>
    </dgm:pt>
    <dgm:pt modelId="{C743FDCE-6E2B-4A02-B5F4-4C84AF6341C2}" type="parTrans" cxnId="{D2D90708-1B8A-4D6D-89DA-BDA1EA7DDFAD}">
      <dgm:prSet/>
      <dgm:spPr/>
      <dgm:t>
        <a:bodyPr/>
        <a:lstStyle/>
        <a:p>
          <a:endParaRPr lang="en-US"/>
        </a:p>
      </dgm:t>
    </dgm:pt>
    <dgm:pt modelId="{1996FD98-8197-4CF1-8C87-BE6D92357751}" type="sibTrans" cxnId="{D2D90708-1B8A-4D6D-89DA-BDA1EA7DDFAD}">
      <dgm:prSet/>
      <dgm:spPr/>
      <dgm:t>
        <a:bodyPr/>
        <a:lstStyle/>
        <a:p>
          <a:endParaRPr lang="en-US"/>
        </a:p>
      </dgm:t>
    </dgm:pt>
    <dgm:pt modelId="{52A747AE-00EB-40E7-908C-819C9D02E548}" type="pres">
      <dgm:prSet presAssocID="{E81F0D07-AC37-4E2B-9210-12A63DCBF960}" presName="hierChild1" presStyleCnt="0">
        <dgm:presLayoutVars>
          <dgm:chPref val="1"/>
          <dgm:dir/>
          <dgm:animOne val="branch"/>
          <dgm:animLvl val="lvl"/>
          <dgm:resizeHandles/>
        </dgm:presLayoutVars>
      </dgm:prSet>
      <dgm:spPr/>
    </dgm:pt>
    <dgm:pt modelId="{D35D0BB9-C3E1-42BE-AD74-405D85AAC23D}" type="pres">
      <dgm:prSet presAssocID="{9228FBC1-07BC-4B2C-B759-1750EA280A60}" presName="hierRoot1" presStyleCnt="0"/>
      <dgm:spPr/>
    </dgm:pt>
    <dgm:pt modelId="{1E68BCC8-9088-42B0-8FFC-4E33E10F9448}" type="pres">
      <dgm:prSet presAssocID="{9228FBC1-07BC-4B2C-B759-1750EA280A60}" presName="composite" presStyleCnt="0"/>
      <dgm:spPr/>
    </dgm:pt>
    <dgm:pt modelId="{D4A76FD1-4794-4FD2-B227-D5DF49CD60FD}" type="pres">
      <dgm:prSet presAssocID="{9228FBC1-07BC-4B2C-B759-1750EA280A60}" presName="background" presStyleLbl="node0" presStyleIdx="0" presStyleCnt="2"/>
      <dgm:spPr/>
    </dgm:pt>
    <dgm:pt modelId="{724824D1-71F3-43F3-BDE6-DE1DBB64331C}" type="pres">
      <dgm:prSet presAssocID="{9228FBC1-07BC-4B2C-B759-1750EA280A60}" presName="text" presStyleLbl="fgAcc0" presStyleIdx="0" presStyleCnt="2">
        <dgm:presLayoutVars>
          <dgm:chPref val="3"/>
        </dgm:presLayoutVars>
      </dgm:prSet>
      <dgm:spPr/>
    </dgm:pt>
    <dgm:pt modelId="{33E6DD26-9489-4119-A919-0A4537F815B9}" type="pres">
      <dgm:prSet presAssocID="{9228FBC1-07BC-4B2C-B759-1750EA280A60}" presName="hierChild2" presStyleCnt="0"/>
      <dgm:spPr/>
    </dgm:pt>
    <dgm:pt modelId="{D515E45C-6F06-4563-8EC2-EFB8E767CD62}" type="pres">
      <dgm:prSet presAssocID="{F6E4E265-BBDA-44E6-A963-549E9384A3E6}" presName="hierRoot1" presStyleCnt="0"/>
      <dgm:spPr/>
    </dgm:pt>
    <dgm:pt modelId="{A3AAC79E-CAF2-46C2-BA5D-33E67A0B69F5}" type="pres">
      <dgm:prSet presAssocID="{F6E4E265-BBDA-44E6-A963-549E9384A3E6}" presName="composite" presStyleCnt="0"/>
      <dgm:spPr/>
    </dgm:pt>
    <dgm:pt modelId="{CF38F576-ECEA-44D9-8BEB-B4F32E2B5420}" type="pres">
      <dgm:prSet presAssocID="{F6E4E265-BBDA-44E6-A963-549E9384A3E6}" presName="background" presStyleLbl="node0" presStyleIdx="1" presStyleCnt="2"/>
      <dgm:spPr/>
    </dgm:pt>
    <dgm:pt modelId="{8BC8E867-3A19-4A48-9B4E-D64C82ACAA56}" type="pres">
      <dgm:prSet presAssocID="{F6E4E265-BBDA-44E6-A963-549E9384A3E6}" presName="text" presStyleLbl="fgAcc0" presStyleIdx="1" presStyleCnt="2">
        <dgm:presLayoutVars>
          <dgm:chPref val="3"/>
        </dgm:presLayoutVars>
      </dgm:prSet>
      <dgm:spPr/>
    </dgm:pt>
    <dgm:pt modelId="{A0191D0F-6A3E-4467-8130-CA58B9665B80}" type="pres">
      <dgm:prSet presAssocID="{F6E4E265-BBDA-44E6-A963-549E9384A3E6}" presName="hierChild2" presStyleCnt="0"/>
      <dgm:spPr/>
    </dgm:pt>
  </dgm:ptLst>
  <dgm:cxnLst>
    <dgm:cxn modelId="{D2D90708-1B8A-4D6D-89DA-BDA1EA7DDFAD}" srcId="{E81F0D07-AC37-4E2B-9210-12A63DCBF960}" destId="{F6E4E265-BBDA-44E6-A963-549E9384A3E6}" srcOrd="1" destOrd="0" parTransId="{C743FDCE-6E2B-4A02-B5F4-4C84AF6341C2}" sibTransId="{1996FD98-8197-4CF1-8C87-BE6D92357751}"/>
    <dgm:cxn modelId="{6BAE6A9E-9ADA-4784-BC82-723302CDC7A6}" type="presOf" srcId="{E81F0D07-AC37-4E2B-9210-12A63DCBF960}" destId="{52A747AE-00EB-40E7-908C-819C9D02E548}" srcOrd="0" destOrd="0" presId="urn:microsoft.com/office/officeart/2005/8/layout/hierarchy1"/>
    <dgm:cxn modelId="{390919E8-C0D6-410C-8E17-EBA97CFF6A36}" type="presOf" srcId="{F6E4E265-BBDA-44E6-A963-549E9384A3E6}" destId="{8BC8E867-3A19-4A48-9B4E-D64C82ACAA56}" srcOrd="0" destOrd="0" presId="urn:microsoft.com/office/officeart/2005/8/layout/hierarchy1"/>
    <dgm:cxn modelId="{D5AA47ED-3470-4267-B5D9-8F6376D84E73}" srcId="{E81F0D07-AC37-4E2B-9210-12A63DCBF960}" destId="{9228FBC1-07BC-4B2C-B759-1750EA280A60}" srcOrd="0" destOrd="0" parTransId="{A3BA979E-C42C-446E-99CF-730A5A76022C}" sibTransId="{90845326-299F-42C8-9358-0C705CDAE5B1}"/>
    <dgm:cxn modelId="{00CC00FD-0039-4AB4-B070-4D1D90B3A45F}" type="presOf" srcId="{9228FBC1-07BC-4B2C-B759-1750EA280A60}" destId="{724824D1-71F3-43F3-BDE6-DE1DBB64331C}" srcOrd="0" destOrd="0" presId="urn:microsoft.com/office/officeart/2005/8/layout/hierarchy1"/>
    <dgm:cxn modelId="{1A706B15-2185-400A-9D38-70F7A7197BCA}" type="presParOf" srcId="{52A747AE-00EB-40E7-908C-819C9D02E548}" destId="{D35D0BB9-C3E1-42BE-AD74-405D85AAC23D}" srcOrd="0" destOrd="0" presId="urn:microsoft.com/office/officeart/2005/8/layout/hierarchy1"/>
    <dgm:cxn modelId="{B898B088-7884-45FE-B45A-55BAF2E4E784}" type="presParOf" srcId="{D35D0BB9-C3E1-42BE-AD74-405D85AAC23D}" destId="{1E68BCC8-9088-42B0-8FFC-4E33E10F9448}" srcOrd="0" destOrd="0" presId="urn:microsoft.com/office/officeart/2005/8/layout/hierarchy1"/>
    <dgm:cxn modelId="{02995C17-3CD0-46F5-86C4-F1AC5F72219E}" type="presParOf" srcId="{1E68BCC8-9088-42B0-8FFC-4E33E10F9448}" destId="{D4A76FD1-4794-4FD2-B227-D5DF49CD60FD}" srcOrd="0" destOrd="0" presId="urn:microsoft.com/office/officeart/2005/8/layout/hierarchy1"/>
    <dgm:cxn modelId="{645772CC-8DF8-44B4-956B-4AEB6DC5177B}" type="presParOf" srcId="{1E68BCC8-9088-42B0-8FFC-4E33E10F9448}" destId="{724824D1-71F3-43F3-BDE6-DE1DBB64331C}" srcOrd="1" destOrd="0" presId="urn:microsoft.com/office/officeart/2005/8/layout/hierarchy1"/>
    <dgm:cxn modelId="{14A3048C-EBA8-4819-8E26-EA56DF451380}" type="presParOf" srcId="{D35D0BB9-C3E1-42BE-AD74-405D85AAC23D}" destId="{33E6DD26-9489-4119-A919-0A4537F815B9}" srcOrd="1" destOrd="0" presId="urn:microsoft.com/office/officeart/2005/8/layout/hierarchy1"/>
    <dgm:cxn modelId="{8D71F2B9-DE22-4C3E-BA7B-CEFC1420F8F1}" type="presParOf" srcId="{52A747AE-00EB-40E7-908C-819C9D02E548}" destId="{D515E45C-6F06-4563-8EC2-EFB8E767CD62}" srcOrd="1" destOrd="0" presId="urn:microsoft.com/office/officeart/2005/8/layout/hierarchy1"/>
    <dgm:cxn modelId="{558D6FE0-26D7-4A5F-880D-3CDEBE75841E}" type="presParOf" srcId="{D515E45C-6F06-4563-8EC2-EFB8E767CD62}" destId="{A3AAC79E-CAF2-46C2-BA5D-33E67A0B69F5}" srcOrd="0" destOrd="0" presId="urn:microsoft.com/office/officeart/2005/8/layout/hierarchy1"/>
    <dgm:cxn modelId="{B717030C-F30C-407E-92FC-6BA151052B41}" type="presParOf" srcId="{A3AAC79E-CAF2-46C2-BA5D-33E67A0B69F5}" destId="{CF38F576-ECEA-44D9-8BEB-B4F32E2B5420}" srcOrd="0" destOrd="0" presId="urn:microsoft.com/office/officeart/2005/8/layout/hierarchy1"/>
    <dgm:cxn modelId="{1D5988EF-4637-4AB8-8E88-970BB82162F7}" type="presParOf" srcId="{A3AAC79E-CAF2-46C2-BA5D-33E67A0B69F5}" destId="{8BC8E867-3A19-4A48-9B4E-D64C82ACAA56}" srcOrd="1" destOrd="0" presId="urn:microsoft.com/office/officeart/2005/8/layout/hierarchy1"/>
    <dgm:cxn modelId="{AEEB1C1C-5EC4-46DE-9864-BAECD73BA7B3}" type="presParOf" srcId="{D515E45C-6F06-4563-8EC2-EFB8E767CD62}" destId="{A0191D0F-6A3E-4467-8130-CA58B9665B80}"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D27D827-6436-47B5-9762-FED58E5B81CA}"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8C75B87B-E06D-4014-B77F-74361A360860}">
      <dgm:prSet/>
      <dgm:spPr/>
      <dgm:t>
        <a:bodyPr/>
        <a:lstStyle/>
        <a:p>
          <a:pPr>
            <a:lnSpc>
              <a:spcPct val="100000"/>
            </a:lnSpc>
          </a:pPr>
          <a:r>
            <a:rPr lang="en-US">
              <a:latin typeface="Calibri Light" panose="020F0302020204030204"/>
            </a:rPr>
            <a:t> Design workflow of project</a:t>
          </a:r>
          <a:endParaRPr lang="en-US"/>
        </a:p>
      </dgm:t>
    </dgm:pt>
    <dgm:pt modelId="{F6ADD701-C26E-4496-AAAF-83D73528E64D}" type="parTrans" cxnId="{C0477C30-89EA-497B-B9DA-F4D08E8F1DCD}">
      <dgm:prSet/>
      <dgm:spPr/>
      <dgm:t>
        <a:bodyPr/>
        <a:lstStyle/>
        <a:p>
          <a:endParaRPr lang="en-US"/>
        </a:p>
      </dgm:t>
    </dgm:pt>
    <dgm:pt modelId="{113A14E4-B66D-4A83-9D33-CE9FDB677CF3}" type="sibTrans" cxnId="{C0477C30-89EA-497B-B9DA-F4D08E8F1DCD}">
      <dgm:prSet/>
      <dgm:spPr/>
      <dgm:t>
        <a:bodyPr/>
        <a:lstStyle/>
        <a:p>
          <a:endParaRPr lang="en-US"/>
        </a:p>
      </dgm:t>
    </dgm:pt>
    <dgm:pt modelId="{14E11BE9-2BE9-408C-8251-8B1EEA2AC115}">
      <dgm:prSet phldr="0"/>
      <dgm:spPr/>
      <dgm:t>
        <a:bodyPr/>
        <a:lstStyle/>
        <a:p>
          <a:pPr>
            <a:lnSpc>
              <a:spcPct val="100000"/>
            </a:lnSpc>
          </a:pPr>
          <a:r>
            <a:rPr lang="en-US" b="0" i="0" u="none" strike="noStrike" cap="none" baseline="0" noProof="0">
              <a:solidFill>
                <a:srgbClr val="010000"/>
              </a:solidFill>
              <a:latin typeface="Calibri Light"/>
              <a:cs typeface="Calibri Light"/>
            </a:rPr>
            <a:t> Conceptualize architectural design of the project</a:t>
          </a:r>
        </a:p>
      </dgm:t>
    </dgm:pt>
    <dgm:pt modelId="{26698456-1C17-49AC-84B3-4CA3E5916709}" type="parTrans" cxnId="{4EE1A075-87B4-4DF4-B5FA-0B213A7061E7}">
      <dgm:prSet/>
      <dgm:spPr/>
      <dgm:t>
        <a:bodyPr/>
        <a:lstStyle/>
        <a:p>
          <a:endParaRPr lang="en-US"/>
        </a:p>
      </dgm:t>
    </dgm:pt>
    <dgm:pt modelId="{223DFD5B-40B7-4625-A9A9-8BF53408DF9D}" type="sibTrans" cxnId="{4EE1A075-87B4-4DF4-B5FA-0B213A7061E7}">
      <dgm:prSet/>
      <dgm:spPr/>
      <dgm:t>
        <a:bodyPr/>
        <a:lstStyle/>
        <a:p>
          <a:pPr>
            <a:lnSpc>
              <a:spcPct val="100000"/>
            </a:lnSpc>
          </a:pPr>
          <a:endParaRPr lang="en-US"/>
        </a:p>
      </dgm:t>
    </dgm:pt>
    <dgm:pt modelId="{63D16F6C-30A0-4CDE-A56B-D962CC1ED9FA}">
      <dgm:prSet/>
      <dgm:spPr/>
      <dgm:t>
        <a:bodyPr/>
        <a:lstStyle/>
        <a:p>
          <a:pPr>
            <a:lnSpc>
              <a:spcPct val="100000"/>
            </a:lnSpc>
          </a:pPr>
          <a:r>
            <a:rPr lang="en-GB">
              <a:latin typeface="Calibri Light" panose="020F0302020204030204"/>
            </a:rPr>
            <a:t> Explore internetworking of components</a:t>
          </a:r>
          <a:endParaRPr lang="en-GB"/>
        </a:p>
      </dgm:t>
    </dgm:pt>
    <dgm:pt modelId="{470EA167-3313-472B-9FC8-F89BE72EF829}" type="parTrans" cxnId="{F01FD401-CDCA-407C-8B6D-1182C6F0ACE9}">
      <dgm:prSet/>
      <dgm:spPr/>
      <dgm:t>
        <a:bodyPr/>
        <a:lstStyle/>
        <a:p>
          <a:endParaRPr lang="en-US"/>
        </a:p>
      </dgm:t>
    </dgm:pt>
    <dgm:pt modelId="{B4C85EFA-99F2-48D4-B8A1-9ED69CE71E5E}" type="sibTrans" cxnId="{F01FD401-CDCA-407C-8B6D-1182C6F0ACE9}">
      <dgm:prSet/>
      <dgm:spPr/>
      <dgm:t>
        <a:bodyPr/>
        <a:lstStyle/>
        <a:p>
          <a:pPr>
            <a:lnSpc>
              <a:spcPct val="100000"/>
            </a:lnSpc>
          </a:pPr>
          <a:endParaRPr lang="en-US"/>
        </a:p>
      </dgm:t>
    </dgm:pt>
    <dgm:pt modelId="{BA91D7B2-AC82-49CA-A3A3-C546D4DB58AC}">
      <dgm:prSet phldr="0"/>
      <dgm:spPr/>
      <dgm:t>
        <a:bodyPr/>
        <a:lstStyle/>
        <a:p>
          <a:pPr>
            <a:lnSpc>
              <a:spcPct val="100000"/>
            </a:lnSpc>
          </a:pPr>
          <a:r>
            <a:rPr lang="en-GB">
              <a:latin typeface="Calibri Light" panose="020F0302020204030204"/>
            </a:rPr>
            <a:t> Identify logical architectures and compare their computational advantages</a:t>
          </a:r>
          <a:endParaRPr lang="en-GB"/>
        </a:p>
      </dgm:t>
    </dgm:pt>
    <dgm:pt modelId="{238D346C-1335-4DF8-BCC6-708075936C4E}" type="parTrans" cxnId="{E6E6BD4D-BB6B-4FA6-AE13-56483DCFD339}">
      <dgm:prSet/>
      <dgm:spPr/>
      <dgm:t>
        <a:bodyPr/>
        <a:lstStyle/>
        <a:p>
          <a:endParaRPr lang="en-US"/>
        </a:p>
      </dgm:t>
    </dgm:pt>
    <dgm:pt modelId="{6BA164F8-D309-4D28-B54A-8024A1892DCF}" type="sibTrans" cxnId="{E6E6BD4D-BB6B-4FA6-AE13-56483DCFD339}">
      <dgm:prSet/>
      <dgm:spPr/>
      <dgm:t>
        <a:bodyPr/>
        <a:lstStyle/>
        <a:p>
          <a:pPr>
            <a:lnSpc>
              <a:spcPct val="100000"/>
            </a:lnSpc>
          </a:pPr>
          <a:endParaRPr lang="en-US"/>
        </a:p>
      </dgm:t>
    </dgm:pt>
    <dgm:pt modelId="{F2B09733-8174-4FBD-940D-F3653C58FB55}" type="pres">
      <dgm:prSet presAssocID="{CD27D827-6436-47B5-9762-FED58E5B81CA}" presName="root" presStyleCnt="0">
        <dgm:presLayoutVars>
          <dgm:dir/>
          <dgm:resizeHandles val="exact"/>
        </dgm:presLayoutVars>
      </dgm:prSet>
      <dgm:spPr/>
    </dgm:pt>
    <dgm:pt modelId="{E1E835CB-79EF-42E5-8759-505086E87F52}" type="pres">
      <dgm:prSet presAssocID="{14E11BE9-2BE9-408C-8251-8B1EEA2AC115}" presName="compNode" presStyleCnt="0"/>
      <dgm:spPr/>
    </dgm:pt>
    <dgm:pt modelId="{96609F21-E516-466B-A225-941487C35E77}" type="pres">
      <dgm:prSet presAssocID="{14E11BE9-2BE9-408C-8251-8B1EEA2AC115}" presName="iconRect" presStyleLbl="node1" presStyleIdx="0" presStyleCnt="4"/>
      <dgm:spPr>
        <a:blipFill rotWithShape="1">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Bridge scene"/>
        </a:ext>
      </dgm:extLst>
    </dgm:pt>
    <dgm:pt modelId="{45527EAF-AD5F-4F62-84FC-6768FD82254F}" type="pres">
      <dgm:prSet presAssocID="{14E11BE9-2BE9-408C-8251-8B1EEA2AC115}" presName="spaceRect" presStyleCnt="0"/>
      <dgm:spPr/>
    </dgm:pt>
    <dgm:pt modelId="{FAC76675-862B-412B-9834-DADCD2492A61}" type="pres">
      <dgm:prSet presAssocID="{14E11BE9-2BE9-408C-8251-8B1EEA2AC115}" presName="textRect" presStyleLbl="revTx" presStyleIdx="0" presStyleCnt="4">
        <dgm:presLayoutVars>
          <dgm:chMax val="1"/>
          <dgm:chPref val="1"/>
        </dgm:presLayoutVars>
      </dgm:prSet>
      <dgm:spPr/>
    </dgm:pt>
    <dgm:pt modelId="{4D52BDE7-830F-4629-AEF1-11DE56DA1F12}" type="pres">
      <dgm:prSet presAssocID="{223DFD5B-40B7-4625-A9A9-8BF53408DF9D}" presName="sibTrans" presStyleCnt="0"/>
      <dgm:spPr/>
    </dgm:pt>
    <dgm:pt modelId="{94B1D251-9D11-4E66-8DC8-8669206CBA3D}" type="pres">
      <dgm:prSet presAssocID="{63D16F6C-30A0-4CDE-A56B-D962CC1ED9FA}" presName="compNode" presStyleCnt="0"/>
      <dgm:spPr/>
    </dgm:pt>
    <dgm:pt modelId="{9A82CBF7-06BC-44C9-9D78-9ADC219B2709}" type="pres">
      <dgm:prSet presAssocID="{63D16F6C-30A0-4CDE-A56B-D962CC1ED9FA}" presName="iconRect" presStyleLbl="node1" presStyleIdx="1" presStyleCnt="4"/>
      <dgm:spPr>
        <a:blipFill rotWithShape="1">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Network Diagram"/>
        </a:ext>
      </dgm:extLst>
    </dgm:pt>
    <dgm:pt modelId="{7007A564-B18D-442B-91EA-02912DCFABB3}" type="pres">
      <dgm:prSet presAssocID="{63D16F6C-30A0-4CDE-A56B-D962CC1ED9FA}" presName="spaceRect" presStyleCnt="0"/>
      <dgm:spPr/>
    </dgm:pt>
    <dgm:pt modelId="{8BF95A4F-3FC2-442B-9D4A-6CBDFA667111}" type="pres">
      <dgm:prSet presAssocID="{63D16F6C-30A0-4CDE-A56B-D962CC1ED9FA}" presName="textRect" presStyleLbl="revTx" presStyleIdx="1" presStyleCnt="4">
        <dgm:presLayoutVars>
          <dgm:chMax val="1"/>
          <dgm:chPref val="1"/>
        </dgm:presLayoutVars>
      </dgm:prSet>
      <dgm:spPr/>
    </dgm:pt>
    <dgm:pt modelId="{D1F96F99-3A2A-4D82-B221-A5C262AF9E3D}" type="pres">
      <dgm:prSet presAssocID="{B4C85EFA-99F2-48D4-B8A1-9ED69CE71E5E}" presName="sibTrans" presStyleCnt="0"/>
      <dgm:spPr/>
    </dgm:pt>
    <dgm:pt modelId="{A480DA92-0EE1-4D03-8821-5556E2BF7BC6}" type="pres">
      <dgm:prSet presAssocID="{BA91D7B2-AC82-49CA-A3A3-C546D4DB58AC}" presName="compNode" presStyleCnt="0"/>
      <dgm:spPr/>
    </dgm:pt>
    <dgm:pt modelId="{BA64DB8E-15C5-4FB5-83A8-16F099D3FAD7}" type="pres">
      <dgm:prSet presAssocID="{BA91D7B2-AC82-49CA-A3A3-C546D4DB58AC}"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ears"/>
        </a:ext>
      </dgm:extLst>
    </dgm:pt>
    <dgm:pt modelId="{3EF60175-CCD2-46CA-865E-9F59954F6BC0}" type="pres">
      <dgm:prSet presAssocID="{BA91D7B2-AC82-49CA-A3A3-C546D4DB58AC}" presName="spaceRect" presStyleCnt="0"/>
      <dgm:spPr/>
    </dgm:pt>
    <dgm:pt modelId="{14683A56-34CA-4F6C-977D-98B840872623}" type="pres">
      <dgm:prSet presAssocID="{BA91D7B2-AC82-49CA-A3A3-C546D4DB58AC}" presName="textRect" presStyleLbl="revTx" presStyleIdx="2" presStyleCnt="4">
        <dgm:presLayoutVars>
          <dgm:chMax val="1"/>
          <dgm:chPref val="1"/>
        </dgm:presLayoutVars>
      </dgm:prSet>
      <dgm:spPr/>
    </dgm:pt>
    <dgm:pt modelId="{917F4532-8AB8-4A62-A414-9014EE449946}" type="pres">
      <dgm:prSet presAssocID="{6BA164F8-D309-4D28-B54A-8024A1892DCF}" presName="sibTrans" presStyleCnt="0"/>
      <dgm:spPr/>
    </dgm:pt>
    <dgm:pt modelId="{3DEEB227-DC47-4217-B7DE-BAA023280287}" type="pres">
      <dgm:prSet presAssocID="{8C75B87B-E06D-4014-B77F-74361A360860}" presName="compNode" presStyleCnt="0"/>
      <dgm:spPr/>
    </dgm:pt>
    <dgm:pt modelId="{CA7B92D2-CB8D-4008-A7A2-C9EA92E8DDD8}" type="pres">
      <dgm:prSet presAssocID="{8C75B87B-E06D-4014-B77F-74361A360860}" presName="iconRect" presStyleLbl="node1" presStyleIdx="3" presStyleCnt="4"/>
      <dgm:spPr>
        <a:blipFill rotWithShape="1">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Flowchart"/>
        </a:ext>
      </dgm:extLst>
    </dgm:pt>
    <dgm:pt modelId="{BC3C9085-B851-4702-98F3-7C8C59C859A9}" type="pres">
      <dgm:prSet presAssocID="{8C75B87B-E06D-4014-B77F-74361A360860}" presName="spaceRect" presStyleCnt="0"/>
      <dgm:spPr/>
    </dgm:pt>
    <dgm:pt modelId="{6BF564FF-5FB1-4D23-A94E-41D40F26C686}" type="pres">
      <dgm:prSet presAssocID="{8C75B87B-E06D-4014-B77F-74361A360860}" presName="textRect" presStyleLbl="revTx" presStyleIdx="3" presStyleCnt="4">
        <dgm:presLayoutVars>
          <dgm:chMax val="1"/>
          <dgm:chPref val="1"/>
        </dgm:presLayoutVars>
      </dgm:prSet>
      <dgm:spPr/>
    </dgm:pt>
  </dgm:ptLst>
  <dgm:cxnLst>
    <dgm:cxn modelId="{F01FD401-CDCA-407C-8B6D-1182C6F0ACE9}" srcId="{CD27D827-6436-47B5-9762-FED58E5B81CA}" destId="{63D16F6C-30A0-4CDE-A56B-D962CC1ED9FA}" srcOrd="1" destOrd="0" parTransId="{470EA167-3313-472B-9FC8-F89BE72EF829}" sibTransId="{B4C85EFA-99F2-48D4-B8A1-9ED69CE71E5E}"/>
    <dgm:cxn modelId="{81DC6D15-6D2E-4732-B1BB-E5DF149ECA2C}" type="presOf" srcId="{BA91D7B2-AC82-49CA-A3A3-C546D4DB58AC}" destId="{14683A56-34CA-4F6C-977D-98B840872623}" srcOrd="0" destOrd="0" presId="urn:microsoft.com/office/officeart/2018/2/layout/IconLabelList"/>
    <dgm:cxn modelId="{C0477C30-89EA-497B-B9DA-F4D08E8F1DCD}" srcId="{CD27D827-6436-47B5-9762-FED58E5B81CA}" destId="{8C75B87B-E06D-4014-B77F-74361A360860}" srcOrd="3" destOrd="0" parTransId="{F6ADD701-C26E-4496-AAAF-83D73528E64D}" sibTransId="{113A14E4-B66D-4A83-9D33-CE9FDB677CF3}"/>
    <dgm:cxn modelId="{D430F942-83D8-4BE8-8228-B047AA033A10}" type="presOf" srcId="{14E11BE9-2BE9-408C-8251-8B1EEA2AC115}" destId="{FAC76675-862B-412B-9834-DADCD2492A61}" srcOrd="0" destOrd="0" presId="urn:microsoft.com/office/officeart/2018/2/layout/IconLabelList"/>
    <dgm:cxn modelId="{E6E6BD4D-BB6B-4FA6-AE13-56483DCFD339}" srcId="{CD27D827-6436-47B5-9762-FED58E5B81CA}" destId="{BA91D7B2-AC82-49CA-A3A3-C546D4DB58AC}" srcOrd="2" destOrd="0" parTransId="{238D346C-1335-4DF8-BCC6-708075936C4E}" sibTransId="{6BA164F8-D309-4D28-B54A-8024A1892DCF}"/>
    <dgm:cxn modelId="{4EE1A075-87B4-4DF4-B5FA-0B213A7061E7}" srcId="{CD27D827-6436-47B5-9762-FED58E5B81CA}" destId="{14E11BE9-2BE9-408C-8251-8B1EEA2AC115}" srcOrd="0" destOrd="0" parTransId="{26698456-1C17-49AC-84B3-4CA3E5916709}" sibTransId="{223DFD5B-40B7-4625-A9A9-8BF53408DF9D}"/>
    <dgm:cxn modelId="{5703F28B-D15F-4902-ABFF-77B5C2CF2273}" type="presOf" srcId="{63D16F6C-30A0-4CDE-A56B-D962CC1ED9FA}" destId="{8BF95A4F-3FC2-442B-9D4A-6CBDFA667111}" srcOrd="0" destOrd="0" presId="urn:microsoft.com/office/officeart/2018/2/layout/IconLabelList"/>
    <dgm:cxn modelId="{FE5C7D8C-E9ED-493B-A14B-5ABC55E59655}" type="presOf" srcId="{8C75B87B-E06D-4014-B77F-74361A360860}" destId="{6BF564FF-5FB1-4D23-A94E-41D40F26C686}" srcOrd="0" destOrd="0" presId="urn:microsoft.com/office/officeart/2018/2/layout/IconLabelList"/>
    <dgm:cxn modelId="{2A7C3BF4-AD53-4AF7-A5B9-4CE1F62FDF10}" type="presOf" srcId="{CD27D827-6436-47B5-9762-FED58E5B81CA}" destId="{F2B09733-8174-4FBD-940D-F3653C58FB55}" srcOrd="0" destOrd="0" presId="urn:microsoft.com/office/officeart/2018/2/layout/IconLabelList"/>
    <dgm:cxn modelId="{CA37747D-F76A-413F-B51B-56E2852A24BD}" type="presParOf" srcId="{F2B09733-8174-4FBD-940D-F3653C58FB55}" destId="{E1E835CB-79EF-42E5-8759-505086E87F52}" srcOrd="0" destOrd="0" presId="urn:microsoft.com/office/officeart/2018/2/layout/IconLabelList"/>
    <dgm:cxn modelId="{C4BD6E4C-0B78-432F-AD62-DC6EBA06A63C}" type="presParOf" srcId="{E1E835CB-79EF-42E5-8759-505086E87F52}" destId="{96609F21-E516-466B-A225-941487C35E77}" srcOrd="0" destOrd="0" presId="urn:microsoft.com/office/officeart/2018/2/layout/IconLabelList"/>
    <dgm:cxn modelId="{054056DB-0397-4E47-A665-81C898929339}" type="presParOf" srcId="{E1E835CB-79EF-42E5-8759-505086E87F52}" destId="{45527EAF-AD5F-4F62-84FC-6768FD82254F}" srcOrd="1" destOrd="0" presId="urn:microsoft.com/office/officeart/2018/2/layout/IconLabelList"/>
    <dgm:cxn modelId="{E5D123C5-CB64-4878-9544-A3289C900A6F}" type="presParOf" srcId="{E1E835CB-79EF-42E5-8759-505086E87F52}" destId="{FAC76675-862B-412B-9834-DADCD2492A61}" srcOrd="2" destOrd="0" presId="urn:microsoft.com/office/officeart/2018/2/layout/IconLabelList"/>
    <dgm:cxn modelId="{E1D385E0-CBCE-4B65-A714-3AFD667606A7}" type="presParOf" srcId="{F2B09733-8174-4FBD-940D-F3653C58FB55}" destId="{4D52BDE7-830F-4629-AEF1-11DE56DA1F12}" srcOrd="1" destOrd="0" presId="urn:microsoft.com/office/officeart/2018/2/layout/IconLabelList"/>
    <dgm:cxn modelId="{9AD8FAE1-4CA8-4AAC-BCC4-92E949D13872}" type="presParOf" srcId="{F2B09733-8174-4FBD-940D-F3653C58FB55}" destId="{94B1D251-9D11-4E66-8DC8-8669206CBA3D}" srcOrd="2" destOrd="0" presId="urn:microsoft.com/office/officeart/2018/2/layout/IconLabelList"/>
    <dgm:cxn modelId="{839E6C80-FD4B-4431-ACA1-6B235B7AAABB}" type="presParOf" srcId="{94B1D251-9D11-4E66-8DC8-8669206CBA3D}" destId="{9A82CBF7-06BC-44C9-9D78-9ADC219B2709}" srcOrd="0" destOrd="0" presId="urn:microsoft.com/office/officeart/2018/2/layout/IconLabelList"/>
    <dgm:cxn modelId="{34F2695C-7A74-4876-8824-5D17BFA723C2}" type="presParOf" srcId="{94B1D251-9D11-4E66-8DC8-8669206CBA3D}" destId="{7007A564-B18D-442B-91EA-02912DCFABB3}" srcOrd="1" destOrd="0" presId="urn:microsoft.com/office/officeart/2018/2/layout/IconLabelList"/>
    <dgm:cxn modelId="{3E6F0785-465C-4B4E-A713-A6306312AFCD}" type="presParOf" srcId="{94B1D251-9D11-4E66-8DC8-8669206CBA3D}" destId="{8BF95A4F-3FC2-442B-9D4A-6CBDFA667111}" srcOrd="2" destOrd="0" presId="urn:microsoft.com/office/officeart/2018/2/layout/IconLabelList"/>
    <dgm:cxn modelId="{A54DA743-30A3-4A60-9F3D-B4DB830BD478}" type="presParOf" srcId="{F2B09733-8174-4FBD-940D-F3653C58FB55}" destId="{D1F96F99-3A2A-4D82-B221-A5C262AF9E3D}" srcOrd="3" destOrd="0" presId="urn:microsoft.com/office/officeart/2018/2/layout/IconLabelList"/>
    <dgm:cxn modelId="{68376DE8-417B-434C-842F-CE8E617F74C0}" type="presParOf" srcId="{F2B09733-8174-4FBD-940D-F3653C58FB55}" destId="{A480DA92-0EE1-4D03-8821-5556E2BF7BC6}" srcOrd="4" destOrd="0" presId="urn:microsoft.com/office/officeart/2018/2/layout/IconLabelList"/>
    <dgm:cxn modelId="{577DE137-1932-46F6-8A33-182B5F43EAD6}" type="presParOf" srcId="{A480DA92-0EE1-4D03-8821-5556E2BF7BC6}" destId="{BA64DB8E-15C5-4FB5-83A8-16F099D3FAD7}" srcOrd="0" destOrd="0" presId="urn:microsoft.com/office/officeart/2018/2/layout/IconLabelList"/>
    <dgm:cxn modelId="{84C7E44D-D783-45C8-9FF2-C57DAD7A750A}" type="presParOf" srcId="{A480DA92-0EE1-4D03-8821-5556E2BF7BC6}" destId="{3EF60175-CCD2-46CA-865E-9F59954F6BC0}" srcOrd="1" destOrd="0" presId="urn:microsoft.com/office/officeart/2018/2/layout/IconLabelList"/>
    <dgm:cxn modelId="{454C318B-DE5A-4CD1-BD7D-5E5D6B6AC323}" type="presParOf" srcId="{A480DA92-0EE1-4D03-8821-5556E2BF7BC6}" destId="{14683A56-34CA-4F6C-977D-98B840872623}" srcOrd="2" destOrd="0" presId="urn:microsoft.com/office/officeart/2018/2/layout/IconLabelList"/>
    <dgm:cxn modelId="{BFA64474-4D9E-4B93-B0A1-9F2BB771FB4C}" type="presParOf" srcId="{F2B09733-8174-4FBD-940D-F3653C58FB55}" destId="{917F4532-8AB8-4A62-A414-9014EE449946}" srcOrd="5" destOrd="0" presId="urn:microsoft.com/office/officeart/2018/2/layout/IconLabelList"/>
    <dgm:cxn modelId="{5AEB80F7-8F1C-4F89-9A45-35745FF9F3F7}" type="presParOf" srcId="{F2B09733-8174-4FBD-940D-F3653C58FB55}" destId="{3DEEB227-DC47-4217-B7DE-BAA023280287}" srcOrd="6" destOrd="0" presId="urn:microsoft.com/office/officeart/2018/2/layout/IconLabelList"/>
    <dgm:cxn modelId="{5EBE9860-CA9C-4163-8E87-5D3E11DDA456}" type="presParOf" srcId="{3DEEB227-DC47-4217-B7DE-BAA023280287}" destId="{CA7B92D2-CB8D-4008-A7A2-C9EA92E8DDD8}" srcOrd="0" destOrd="0" presId="urn:microsoft.com/office/officeart/2018/2/layout/IconLabelList"/>
    <dgm:cxn modelId="{29B146A0-C7A6-48DE-9AA1-0BD4DC461DAA}" type="presParOf" srcId="{3DEEB227-DC47-4217-B7DE-BAA023280287}" destId="{BC3C9085-B851-4702-98F3-7C8C59C859A9}" srcOrd="1" destOrd="0" presId="urn:microsoft.com/office/officeart/2018/2/layout/IconLabelList"/>
    <dgm:cxn modelId="{420DCF1C-F9F6-43C9-A5D3-1F3D8CA49C76}" type="presParOf" srcId="{3DEEB227-DC47-4217-B7DE-BAA023280287}" destId="{6BF564FF-5FB1-4D23-A94E-41D40F26C686}" srcOrd="2" destOrd="0" presId="urn:microsoft.com/office/officeart/2018/2/layout/IconLabelList"/>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FE65FD7-E986-403C-B88F-EF1254E00943}" type="doc">
      <dgm:prSet loTypeId="urn:diagrams.loki3.com/VaryingWidthList" loCatId="list" qsTypeId="urn:microsoft.com/office/officeart/2005/8/quickstyle/simple1" qsCatId="simple" csTypeId="urn:microsoft.com/office/officeart/2005/8/colors/accent0_1" csCatId="mainScheme" phldr="1"/>
      <dgm:spPr/>
      <dgm:t>
        <a:bodyPr/>
        <a:lstStyle/>
        <a:p>
          <a:endParaRPr lang="en-US"/>
        </a:p>
      </dgm:t>
    </dgm:pt>
    <dgm:pt modelId="{DD706230-B23E-4430-9B53-07D5B9573F46}">
      <dgm:prSet phldrT="[Text]" custT="1"/>
      <dgm:spPr/>
      <dgm:t>
        <a:bodyPr/>
        <a:lstStyle/>
        <a:p>
          <a:r>
            <a:rPr lang="en-US" sz="800"/>
            <a:t>Send Vehicle Data( Speed and Coordinates)</a:t>
          </a:r>
        </a:p>
      </dgm:t>
    </dgm:pt>
    <dgm:pt modelId="{5D0D8762-8F34-437B-BD70-00BF88E0109C}" type="parTrans" cxnId="{DEFE929A-7DA4-494D-8FD7-CDE5C54EFDA6}">
      <dgm:prSet/>
      <dgm:spPr/>
      <dgm:t>
        <a:bodyPr/>
        <a:lstStyle/>
        <a:p>
          <a:endParaRPr lang="en-US" sz="800"/>
        </a:p>
      </dgm:t>
    </dgm:pt>
    <dgm:pt modelId="{6EB87824-6EE6-49B8-8E83-713D670B520F}" type="sibTrans" cxnId="{DEFE929A-7DA4-494D-8FD7-CDE5C54EFDA6}">
      <dgm:prSet custT="1"/>
      <dgm:spPr/>
      <dgm:t>
        <a:bodyPr/>
        <a:lstStyle/>
        <a:p>
          <a:endParaRPr lang="en-US" sz="800"/>
        </a:p>
      </dgm:t>
    </dgm:pt>
    <dgm:pt modelId="{0A0D2849-D7EA-44DA-9B60-2CBDC6F8F066}">
      <dgm:prSet phldrT="[Text]" custT="1"/>
      <dgm:spPr/>
      <dgm:t>
        <a:bodyPr/>
        <a:lstStyle/>
        <a:p>
          <a:r>
            <a:rPr lang="en-US" sz="800"/>
            <a:t>Receive response from RSU</a:t>
          </a:r>
        </a:p>
      </dgm:t>
    </dgm:pt>
    <dgm:pt modelId="{889E7136-B2A3-4E33-8FE6-9AB1501A51CC}" type="parTrans" cxnId="{FA59DBC6-7DF5-459C-BFA3-1A1C4D2E082A}">
      <dgm:prSet/>
      <dgm:spPr/>
      <dgm:t>
        <a:bodyPr/>
        <a:lstStyle/>
        <a:p>
          <a:endParaRPr lang="en-US" sz="800"/>
        </a:p>
      </dgm:t>
    </dgm:pt>
    <dgm:pt modelId="{35305553-377C-4C8C-8CFE-0180F99C696E}" type="sibTrans" cxnId="{FA59DBC6-7DF5-459C-BFA3-1A1C4D2E082A}">
      <dgm:prSet custT="1"/>
      <dgm:spPr/>
      <dgm:t>
        <a:bodyPr/>
        <a:lstStyle/>
        <a:p>
          <a:endParaRPr lang="en-US" sz="800"/>
        </a:p>
      </dgm:t>
    </dgm:pt>
    <dgm:pt modelId="{D5992CB9-4B9C-4C9C-B61C-058FCCDB3083}">
      <dgm:prSet phldrT="[Text]" custT="1"/>
      <dgm:spPr/>
      <dgm:t>
        <a:bodyPr/>
        <a:lstStyle/>
        <a:p>
          <a:r>
            <a:rPr lang="en-US" sz="800"/>
            <a:t>Establish Connection with RSU</a:t>
          </a:r>
        </a:p>
      </dgm:t>
    </dgm:pt>
    <dgm:pt modelId="{09C66BC2-641A-44D7-B287-0AF173334353}" type="parTrans" cxnId="{741F85EB-92E7-4143-B774-271D398864C8}">
      <dgm:prSet/>
      <dgm:spPr/>
      <dgm:t>
        <a:bodyPr/>
        <a:lstStyle/>
        <a:p>
          <a:endParaRPr lang="en-US" sz="800"/>
        </a:p>
      </dgm:t>
    </dgm:pt>
    <dgm:pt modelId="{822F414F-E366-4365-AB88-5452C413C96A}" type="sibTrans" cxnId="{741F85EB-92E7-4143-B774-271D398864C8}">
      <dgm:prSet custT="1"/>
      <dgm:spPr/>
      <dgm:t>
        <a:bodyPr/>
        <a:lstStyle/>
        <a:p>
          <a:endParaRPr lang="en-US" sz="800"/>
        </a:p>
      </dgm:t>
    </dgm:pt>
    <dgm:pt modelId="{15D53C91-B7DF-4AD8-A677-097644CC597B}" type="pres">
      <dgm:prSet presAssocID="{7FE65FD7-E986-403C-B88F-EF1254E00943}" presName="Name0" presStyleCnt="0">
        <dgm:presLayoutVars>
          <dgm:resizeHandles/>
        </dgm:presLayoutVars>
      </dgm:prSet>
      <dgm:spPr/>
    </dgm:pt>
    <dgm:pt modelId="{5C6C7F5F-D83E-4956-9CC2-3C357DD8537B}" type="pres">
      <dgm:prSet presAssocID="{D5992CB9-4B9C-4C9C-B61C-058FCCDB3083}" presName="text" presStyleLbl="node1" presStyleIdx="0" presStyleCnt="3">
        <dgm:presLayoutVars>
          <dgm:bulletEnabled val="1"/>
        </dgm:presLayoutVars>
      </dgm:prSet>
      <dgm:spPr/>
    </dgm:pt>
    <dgm:pt modelId="{284874C8-1A65-4FAD-8421-BD4FAA445244}" type="pres">
      <dgm:prSet presAssocID="{822F414F-E366-4365-AB88-5452C413C96A}" presName="space" presStyleCnt="0"/>
      <dgm:spPr/>
    </dgm:pt>
    <dgm:pt modelId="{B9449A87-ADE9-4C56-A948-CB374E9E588F}" type="pres">
      <dgm:prSet presAssocID="{DD706230-B23E-4430-9B53-07D5B9573F46}" presName="text" presStyleLbl="node1" presStyleIdx="1" presStyleCnt="3">
        <dgm:presLayoutVars>
          <dgm:bulletEnabled val="1"/>
        </dgm:presLayoutVars>
      </dgm:prSet>
      <dgm:spPr/>
    </dgm:pt>
    <dgm:pt modelId="{B28305C4-1BA0-40FD-9DED-805197386EBF}" type="pres">
      <dgm:prSet presAssocID="{6EB87824-6EE6-49B8-8E83-713D670B520F}" presName="space" presStyleCnt="0"/>
      <dgm:spPr/>
    </dgm:pt>
    <dgm:pt modelId="{F22E6EF9-5A45-42EA-A18B-29CD3E08D108}" type="pres">
      <dgm:prSet presAssocID="{0A0D2849-D7EA-44DA-9B60-2CBDC6F8F066}" presName="text" presStyleLbl="node1" presStyleIdx="2" presStyleCnt="3">
        <dgm:presLayoutVars>
          <dgm:bulletEnabled val="1"/>
        </dgm:presLayoutVars>
      </dgm:prSet>
      <dgm:spPr/>
    </dgm:pt>
  </dgm:ptLst>
  <dgm:cxnLst>
    <dgm:cxn modelId="{9D4D9602-5186-4C89-952A-3826972976E5}" type="presOf" srcId="{0A0D2849-D7EA-44DA-9B60-2CBDC6F8F066}" destId="{F22E6EF9-5A45-42EA-A18B-29CD3E08D108}" srcOrd="0" destOrd="0" presId="urn:diagrams.loki3.com/VaryingWidthList"/>
    <dgm:cxn modelId="{1C1BF048-AF33-4E5B-A982-A9CE61BFAE15}" type="presOf" srcId="{7FE65FD7-E986-403C-B88F-EF1254E00943}" destId="{15D53C91-B7DF-4AD8-A677-097644CC597B}" srcOrd="0" destOrd="0" presId="urn:diagrams.loki3.com/VaryingWidthList"/>
    <dgm:cxn modelId="{DEFE929A-7DA4-494D-8FD7-CDE5C54EFDA6}" srcId="{7FE65FD7-E986-403C-B88F-EF1254E00943}" destId="{DD706230-B23E-4430-9B53-07D5B9573F46}" srcOrd="1" destOrd="0" parTransId="{5D0D8762-8F34-437B-BD70-00BF88E0109C}" sibTransId="{6EB87824-6EE6-49B8-8E83-713D670B520F}"/>
    <dgm:cxn modelId="{116BB6A0-73AB-41EF-B693-5B86549B9B62}" type="presOf" srcId="{DD706230-B23E-4430-9B53-07D5B9573F46}" destId="{B9449A87-ADE9-4C56-A948-CB374E9E588F}" srcOrd="0" destOrd="0" presId="urn:diagrams.loki3.com/VaryingWidthList"/>
    <dgm:cxn modelId="{4C188ABA-27DA-4D80-AC83-EC553700C646}" type="presOf" srcId="{D5992CB9-4B9C-4C9C-B61C-058FCCDB3083}" destId="{5C6C7F5F-D83E-4956-9CC2-3C357DD8537B}" srcOrd="0" destOrd="0" presId="urn:diagrams.loki3.com/VaryingWidthList"/>
    <dgm:cxn modelId="{FA59DBC6-7DF5-459C-BFA3-1A1C4D2E082A}" srcId="{7FE65FD7-E986-403C-B88F-EF1254E00943}" destId="{0A0D2849-D7EA-44DA-9B60-2CBDC6F8F066}" srcOrd="2" destOrd="0" parTransId="{889E7136-B2A3-4E33-8FE6-9AB1501A51CC}" sibTransId="{35305553-377C-4C8C-8CFE-0180F99C696E}"/>
    <dgm:cxn modelId="{741F85EB-92E7-4143-B774-271D398864C8}" srcId="{7FE65FD7-E986-403C-B88F-EF1254E00943}" destId="{D5992CB9-4B9C-4C9C-B61C-058FCCDB3083}" srcOrd="0" destOrd="0" parTransId="{09C66BC2-641A-44D7-B287-0AF173334353}" sibTransId="{822F414F-E366-4365-AB88-5452C413C96A}"/>
    <dgm:cxn modelId="{50805CD5-9D23-4E92-AEAE-1AE6E817FA97}" type="presParOf" srcId="{15D53C91-B7DF-4AD8-A677-097644CC597B}" destId="{5C6C7F5F-D83E-4956-9CC2-3C357DD8537B}" srcOrd="0" destOrd="0" presId="urn:diagrams.loki3.com/VaryingWidthList"/>
    <dgm:cxn modelId="{E64BA70A-A0F7-40C1-9534-F46CFF0EDD34}" type="presParOf" srcId="{15D53C91-B7DF-4AD8-A677-097644CC597B}" destId="{284874C8-1A65-4FAD-8421-BD4FAA445244}" srcOrd="1" destOrd="0" presId="urn:diagrams.loki3.com/VaryingWidthList"/>
    <dgm:cxn modelId="{88714BFE-6546-4C72-BD55-4CBCE3E29B47}" type="presParOf" srcId="{15D53C91-B7DF-4AD8-A677-097644CC597B}" destId="{B9449A87-ADE9-4C56-A948-CB374E9E588F}" srcOrd="2" destOrd="0" presId="urn:diagrams.loki3.com/VaryingWidthList"/>
    <dgm:cxn modelId="{3FE86F4E-989E-45DD-963F-F6B0CE27B659}" type="presParOf" srcId="{15D53C91-B7DF-4AD8-A677-097644CC597B}" destId="{B28305C4-1BA0-40FD-9DED-805197386EBF}" srcOrd="3" destOrd="0" presId="urn:diagrams.loki3.com/VaryingWidthList"/>
    <dgm:cxn modelId="{A725658F-9E32-4ECD-8B11-234F92D9B60D}" type="presParOf" srcId="{15D53C91-B7DF-4AD8-A677-097644CC597B}" destId="{F22E6EF9-5A45-42EA-A18B-29CD3E08D108}" srcOrd="4" destOrd="0" presId="urn:diagrams.loki3.com/VaryingWidth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FE65FD7-E986-403C-B88F-EF1254E00943}" type="doc">
      <dgm:prSet loTypeId="urn:diagrams.loki3.com/VaryingWidthList" loCatId="list" qsTypeId="urn:microsoft.com/office/officeart/2005/8/quickstyle/simple1" qsCatId="simple" csTypeId="urn:microsoft.com/office/officeart/2005/8/colors/accent0_1" csCatId="mainScheme" phldr="1"/>
      <dgm:spPr/>
      <dgm:t>
        <a:bodyPr/>
        <a:lstStyle/>
        <a:p>
          <a:endParaRPr lang="en-US"/>
        </a:p>
      </dgm:t>
    </dgm:pt>
    <dgm:pt modelId="{DD706230-B23E-4430-9B53-07D5B9573F46}">
      <dgm:prSet phldrT="[Text]" custT="1"/>
      <dgm:spPr/>
      <dgm:t>
        <a:bodyPr/>
        <a:lstStyle/>
        <a:p>
          <a:r>
            <a:rPr lang="en-US" sz="800"/>
            <a:t>Send Acquired Data from Detection Unit</a:t>
          </a:r>
        </a:p>
      </dgm:t>
    </dgm:pt>
    <dgm:pt modelId="{5D0D8762-8F34-437B-BD70-00BF88E0109C}" type="parTrans" cxnId="{DEFE929A-7DA4-494D-8FD7-CDE5C54EFDA6}">
      <dgm:prSet/>
      <dgm:spPr/>
      <dgm:t>
        <a:bodyPr/>
        <a:lstStyle/>
        <a:p>
          <a:endParaRPr lang="en-US" sz="800"/>
        </a:p>
      </dgm:t>
    </dgm:pt>
    <dgm:pt modelId="{6EB87824-6EE6-49B8-8E83-713D670B520F}" type="sibTrans" cxnId="{DEFE929A-7DA4-494D-8FD7-CDE5C54EFDA6}">
      <dgm:prSet custT="1"/>
      <dgm:spPr/>
      <dgm:t>
        <a:bodyPr/>
        <a:lstStyle/>
        <a:p>
          <a:endParaRPr lang="en-US" sz="800"/>
        </a:p>
      </dgm:t>
    </dgm:pt>
    <dgm:pt modelId="{0A0D2849-D7EA-44DA-9B60-2CBDC6F8F066}">
      <dgm:prSet phldrT="[Text]" custT="1"/>
      <dgm:spPr/>
      <dgm:t>
        <a:bodyPr/>
        <a:lstStyle/>
        <a:p>
          <a:r>
            <a:rPr lang="en-US" sz="800"/>
            <a:t>Receive Response from Detection Unit</a:t>
          </a:r>
        </a:p>
      </dgm:t>
    </dgm:pt>
    <dgm:pt modelId="{889E7136-B2A3-4E33-8FE6-9AB1501A51CC}" type="parTrans" cxnId="{FA59DBC6-7DF5-459C-BFA3-1A1C4D2E082A}">
      <dgm:prSet/>
      <dgm:spPr/>
      <dgm:t>
        <a:bodyPr/>
        <a:lstStyle/>
        <a:p>
          <a:endParaRPr lang="en-US" sz="800"/>
        </a:p>
      </dgm:t>
    </dgm:pt>
    <dgm:pt modelId="{35305553-377C-4C8C-8CFE-0180F99C696E}" type="sibTrans" cxnId="{FA59DBC6-7DF5-459C-BFA3-1A1C4D2E082A}">
      <dgm:prSet custT="1"/>
      <dgm:spPr/>
      <dgm:t>
        <a:bodyPr/>
        <a:lstStyle/>
        <a:p>
          <a:endParaRPr lang="en-US" sz="800"/>
        </a:p>
      </dgm:t>
    </dgm:pt>
    <dgm:pt modelId="{D5992CB9-4B9C-4C9C-B61C-058FCCDB3083}">
      <dgm:prSet phldrT="[Text]" custT="1"/>
      <dgm:spPr/>
      <dgm:t>
        <a:bodyPr/>
        <a:lstStyle/>
        <a:p>
          <a:r>
            <a:rPr lang="en-US" sz="800"/>
            <a:t>Receive request from vehicle</a:t>
          </a:r>
        </a:p>
      </dgm:t>
    </dgm:pt>
    <dgm:pt modelId="{09C66BC2-641A-44D7-B287-0AF173334353}" type="parTrans" cxnId="{741F85EB-92E7-4143-B774-271D398864C8}">
      <dgm:prSet/>
      <dgm:spPr/>
      <dgm:t>
        <a:bodyPr/>
        <a:lstStyle/>
        <a:p>
          <a:endParaRPr lang="en-US" sz="800"/>
        </a:p>
      </dgm:t>
    </dgm:pt>
    <dgm:pt modelId="{822F414F-E366-4365-AB88-5452C413C96A}" type="sibTrans" cxnId="{741F85EB-92E7-4143-B774-271D398864C8}">
      <dgm:prSet custT="1"/>
      <dgm:spPr/>
      <dgm:t>
        <a:bodyPr/>
        <a:lstStyle/>
        <a:p>
          <a:endParaRPr lang="en-US" sz="800"/>
        </a:p>
      </dgm:t>
    </dgm:pt>
    <dgm:pt modelId="{A5506F29-49D6-4F50-BB9C-A531EDD78FEE}">
      <dgm:prSet phldrT="[Text]" custT="1"/>
      <dgm:spPr/>
      <dgm:t>
        <a:bodyPr/>
        <a:lstStyle/>
        <a:p>
          <a:r>
            <a:rPr lang="en-US" sz="800"/>
            <a:t>‘Send response to vehicle</a:t>
          </a:r>
        </a:p>
      </dgm:t>
    </dgm:pt>
    <dgm:pt modelId="{EBBD2449-2593-4B5F-81C8-21C9694C9298}" type="parTrans" cxnId="{57E21935-1201-48BC-81E6-6C40DD6771BE}">
      <dgm:prSet/>
      <dgm:spPr/>
      <dgm:t>
        <a:bodyPr/>
        <a:lstStyle/>
        <a:p>
          <a:endParaRPr lang="en-US"/>
        </a:p>
      </dgm:t>
    </dgm:pt>
    <dgm:pt modelId="{D54959D5-D03D-41DA-A2D3-258D89920EEF}" type="sibTrans" cxnId="{57E21935-1201-48BC-81E6-6C40DD6771BE}">
      <dgm:prSet/>
      <dgm:spPr/>
      <dgm:t>
        <a:bodyPr/>
        <a:lstStyle/>
        <a:p>
          <a:endParaRPr lang="en-US"/>
        </a:p>
      </dgm:t>
    </dgm:pt>
    <dgm:pt modelId="{1AC38460-36B4-4ECE-8903-C74B24E6734A}" type="pres">
      <dgm:prSet presAssocID="{7FE65FD7-E986-403C-B88F-EF1254E00943}" presName="Name0" presStyleCnt="0">
        <dgm:presLayoutVars>
          <dgm:resizeHandles/>
        </dgm:presLayoutVars>
      </dgm:prSet>
      <dgm:spPr/>
    </dgm:pt>
    <dgm:pt modelId="{FF06092D-B224-4158-B004-B2A0249B2BB1}" type="pres">
      <dgm:prSet presAssocID="{D5992CB9-4B9C-4C9C-B61C-058FCCDB3083}" presName="text" presStyleLbl="node1" presStyleIdx="0" presStyleCnt="4">
        <dgm:presLayoutVars>
          <dgm:bulletEnabled val="1"/>
        </dgm:presLayoutVars>
      </dgm:prSet>
      <dgm:spPr/>
    </dgm:pt>
    <dgm:pt modelId="{2BA159E0-12C0-47F2-884C-FD45260D39EF}" type="pres">
      <dgm:prSet presAssocID="{822F414F-E366-4365-AB88-5452C413C96A}" presName="space" presStyleCnt="0"/>
      <dgm:spPr/>
    </dgm:pt>
    <dgm:pt modelId="{831B1523-BA36-43F8-903D-5D0BDB715A01}" type="pres">
      <dgm:prSet presAssocID="{DD706230-B23E-4430-9B53-07D5B9573F46}" presName="text" presStyleLbl="node1" presStyleIdx="1" presStyleCnt="4">
        <dgm:presLayoutVars>
          <dgm:bulletEnabled val="1"/>
        </dgm:presLayoutVars>
      </dgm:prSet>
      <dgm:spPr/>
    </dgm:pt>
    <dgm:pt modelId="{44AEE00A-E9CC-4292-ACF4-35BBF00D291A}" type="pres">
      <dgm:prSet presAssocID="{6EB87824-6EE6-49B8-8E83-713D670B520F}" presName="space" presStyleCnt="0"/>
      <dgm:spPr/>
    </dgm:pt>
    <dgm:pt modelId="{C99269AC-5095-4967-BFFB-E2B119E80EDE}" type="pres">
      <dgm:prSet presAssocID="{0A0D2849-D7EA-44DA-9B60-2CBDC6F8F066}" presName="text" presStyleLbl="node1" presStyleIdx="2" presStyleCnt="4">
        <dgm:presLayoutVars>
          <dgm:bulletEnabled val="1"/>
        </dgm:presLayoutVars>
      </dgm:prSet>
      <dgm:spPr/>
    </dgm:pt>
    <dgm:pt modelId="{BCD41E28-AA9D-46D5-96DB-11A0A760C6A1}" type="pres">
      <dgm:prSet presAssocID="{35305553-377C-4C8C-8CFE-0180F99C696E}" presName="space" presStyleCnt="0"/>
      <dgm:spPr/>
    </dgm:pt>
    <dgm:pt modelId="{B9BC44D5-9A2D-47B9-9D6C-A49AD7E4180A}" type="pres">
      <dgm:prSet presAssocID="{A5506F29-49D6-4F50-BB9C-A531EDD78FEE}" presName="text" presStyleLbl="node1" presStyleIdx="3" presStyleCnt="4">
        <dgm:presLayoutVars>
          <dgm:bulletEnabled val="1"/>
        </dgm:presLayoutVars>
      </dgm:prSet>
      <dgm:spPr/>
    </dgm:pt>
  </dgm:ptLst>
  <dgm:cxnLst>
    <dgm:cxn modelId="{286F9C00-8844-4C00-A8A4-4780C232CDB0}" type="presOf" srcId="{A5506F29-49D6-4F50-BB9C-A531EDD78FEE}" destId="{B9BC44D5-9A2D-47B9-9D6C-A49AD7E4180A}" srcOrd="0" destOrd="0" presId="urn:diagrams.loki3.com/VaryingWidthList"/>
    <dgm:cxn modelId="{57E21935-1201-48BC-81E6-6C40DD6771BE}" srcId="{7FE65FD7-E986-403C-B88F-EF1254E00943}" destId="{A5506F29-49D6-4F50-BB9C-A531EDD78FEE}" srcOrd="3" destOrd="0" parTransId="{EBBD2449-2593-4B5F-81C8-21C9694C9298}" sibTransId="{D54959D5-D03D-41DA-A2D3-258D89920EEF}"/>
    <dgm:cxn modelId="{7B178937-DF39-4CD0-80F6-2755D42CA96B}" type="presOf" srcId="{DD706230-B23E-4430-9B53-07D5B9573F46}" destId="{831B1523-BA36-43F8-903D-5D0BDB715A01}" srcOrd="0" destOrd="0" presId="urn:diagrams.loki3.com/VaryingWidthList"/>
    <dgm:cxn modelId="{38173254-9519-43AC-9033-0182C3BF1BED}" type="presOf" srcId="{0A0D2849-D7EA-44DA-9B60-2CBDC6F8F066}" destId="{C99269AC-5095-4967-BFFB-E2B119E80EDE}" srcOrd="0" destOrd="0" presId="urn:diagrams.loki3.com/VaryingWidthList"/>
    <dgm:cxn modelId="{DEFE929A-7DA4-494D-8FD7-CDE5C54EFDA6}" srcId="{7FE65FD7-E986-403C-B88F-EF1254E00943}" destId="{DD706230-B23E-4430-9B53-07D5B9573F46}" srcOrd="1" destOrd="0" parTransId="{5D0D8762-8F34-437B-BD70-00BF88E0109C}" sibTransId="{6EB87824-6EE6-49B8-8E83-713D670B520F}"/>
    <dgm:cxn modelId="{955142C4-4EF6-4466-8CD2-6D337FB2B385}" type="presOf" srcId="{7FE65FD7-E986-403C-B88F-EF1254E00943}" destId="{1AC38460-36B4-4ECE-8903-C74B24E6734A}" srcOrd="0" destOrd="0" presId="urn:diagrams.loki3.com/VaryingWidthList"/>
    <dgm:cxn modelId="{FA59DBC6-7DF5-459C-BFA3-1A1C4D2E082A}" srcId="{7FE65FD7-E986-403C-B88F-EF1254E00943}" destId="{0A0D2849-D7EA-44DA-9B60-2CBDC6F8F066}" srcOrd="2" destOrd="0" parTransId="{889E7136-B2A3-4E33-8FE6-9AB1501A51CC}" sibTransId="{35305553-377C-4C8C-8CFE-0180F99C696E}"/>
    <dgm:cxn modelId="{741F85EB-92E7-4143-B774-271D398864C8}" srcId="{7FE65FD7-E986-403C-B88F-EF1254E00943}" destId="{D5992CB9-4B9C-4C9C-B61C-058FCCDB3083}" srcOrd="0" destOrd="0" parTransId="{09C66BC2-641A-44D7-B287-0AF173334353}" sibTransId="{822F414F-E366-4365-AB88-5452C413C96A}"/>
    <dgm:cxn modelId="{A90064FB-544C-4BF5-9468-005DFFBC063B}" type="presOf" srcId="{D5992CB9-4B9C-4C9C-B61C-058FCCDB3083}" destId="{FF06092D-B224-4158-B004-B2A0249B2BB1}" srcOrd="0" destOrd="0" presId="urn:diagrams.loki3.com/VaryingWidthList"/>
    <dgm:cxn modelId="{31DCD0AA-A478-4A87-9ECD-CBA6FE536FCA}" type="presParOf" srcId="{1AC38460-36B4-4ECE-8903-C74B24E6734A}" destId="{FF06092D-B224-4158-B004-B2A0249B2BB1}" srcOrd="0" destOrd="0" presId="urn:diagrams.loki3.com/VaryingWidthList"/>
    <dgm:cxn modelId="{D4542620-DB83-4CFD-9D16-F490B11F42B4}" type="presParOf" srcId="{1AC38460-36B4-4ECE-8903-C74B24E6734A}" destId="{2BA159E0-12C0-47F2-884C-FD45260D39EF}" srcOrd="1" destOrd="0" presId="urn:diagrams.loki3.com/VaryingWidthList"/>
    <dgm:cxn modelId="{D9F5C1A5-51D8-481B-85FC-42EF086BB7D5}" type="presParOf" srcId="{1AC38460-36B4-4ECE-8903-C74B24E6734A}" destId="{831B1523-BA36-43F8-903D-5D0BDB715A01}" srcOrd="2" destOrd="0" presId="urn:diagrams.loki3.com/VaryingWidthList"/>
    <dgm:cxn modelId="{0FBD6886-7CD5-4ACE-B4D1-D0BD33A3E7F8}" type="presParOf" srcId="{1AC38460-36B4-4ECE-8903-C74B24E6734A}" destId="{44AEE00A-E9CC-4292-ACF4-35BBF00D291A}" srcOrd="3" destOrd="0" presId="urn:diagrams.loki3.com/VaryingWidthList"/>
    <dgm:cxn modelId="{349AFBF5-546A-468B-BC3E-116872A96A56}" type="presParOf" srcId="{1AC38460-36B4-4ECE-8903-C74B24E6734A}" destId="{C99269AC-5095-4967-BFFB-E2B119E80EDE}" srcOrd="4" destOrd="0" presId="urn:diagrams.loki3.com/VaryingWidthList"/>
    <dgm:cxn modelId="{790782D9-76A6-4B59-BC0C-43CDE6397EDF}" type="presParOf" srcId="{1AC38460-36B4-4ECE-8903-C74B24E6734A}" destId="{BCD41E28-AA9D-46D5-96DB-11A0A760C6A1}" srcOrd="5" destOrd="0" presId="urn:diagrams.loki3.com/VaryingWidthList"/>
    <dgm:cxn modelId="{24ABBA06-8B82-4BC6-B3E3-D7D16B938BAE}" type="presParOf" srcId="{1AC38460-36B4-4ECE-8903-C74B24E6734A}" destId="{B9BC44D5-9A2D-47B9-9D6C-A49AD7E4180A}" srcOrd="6" destOrd="0" presId="urn:diagrams.loki3.com/VaryingWidth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FE65FD7-E986-403C-B88F-EF1254E00943}" type="doc">
      <dgm:prSet loTypeId="urn:diagrams.loki3.com/VaryingWidthList" loCatId="list" qsTypeId="urn:microsoft.com/office/officeart/2005/8/quickstyle/simple1" qsCatId="simple" csTypeId="urn:microsoft.com/office/officeart/2005/8/colors/accent0_1" csCatId="mainScheme" phldr="1"/>
      <dgm:spPr/>
      <dgm:t>
        <a:bodyPr/>
        <a:lstStyle/>
        <a:p>
          <a:endParaRPr lang="en-US"/>
        </a:p>
      </dgm:t>
    </dgm:pt>
    <dgm:pt modelId="{DD706230-B23E-4430-9B53-07D5B9573F46}">
      <dgm:prSet phldrT="[Text]" custT="1"/>
      <dgm:spPr/>
      <dgm:t>
        <a:bodyPr/>
        <a:lstStyle/>
        <a:p>
          <a:r>
            <a:rPr lang="en-US" sz="800"/>
            <a:t>Data Preprocessing</a:t>
          </a:r>
        </a:p>
      </dgm:t>
    </dgm:pt>
    <dgm:pt modelId="{5D0D8762-8F34-437B-BD70-00BF88E0109C}" type="parTrans" cxnId="{DEFE929A-7DA4-494D-8FD7-CDE5C54EFDA6}">
      <dgm:prSet/>
      <dgm:spPr/>
      <dgm:t>
        <a:bodyPr/>
        <a:lstStyle/>
        <a:p>
          <a:endParaRPr lang="en-US" sz="800"/>
        </a:p>
      </dgm:t>
    </dgm:pt>
    <dgm:pt modelId="{6EB87824-6EE6-49B8-8E83-713D670B520F}" type="sibTrans" cxnId="{DEFE929A-7DA4-494D-8FD7-CDE5C54EFDA6}">
      <dgm:prSet custT="1"/>
      <dgm:spPr/>
      <dgm:t>
        <a:bodyPr/>
        <a:lstStyle/>
        <a:p>
          <a:endParaRPr lang="en-US" sz="800"/>
        </a:p>
      </dgm:t>
    </dgm:pt>
    <dgm:pt modelId="{0A0D2849-D7EA-44DA-9B60-2CBDC6F8F066}">
      <dgm:prSet phldrT="[Text]" custT="1"/>
      <dgm:spPr/>
      <dgm:t>
        <a:bodyPr/>
        <a:lstStyle/>
        <a:p>
          <a:r>
            <a:rPr lang="en-US" sz="800"/>
            <a:t>Object</a:t>
          </a:r>
        </a:p>
      </dgm:t>
    </dgm:pt>
    <dgm:pt modelId="{889E7136-B2A3-4E33-8FE6-9AB1501A51CC}" type="parTrans" cxnId="{FA59DBC6-7DF5-459C-BFA3-1A1C4D2E082A}">
      <dgm:prSet/>
      <dgm:spPr/>
      <dgm:t>
        <a:bodyPr/>
        <a:lstStyle/>
        <a:p>
          <a:endParaRPr lang="en-US" sz="800"/>
        </a:p>
      </dgm:t>
    </dgm:pt>
    <dgm:pt modelId="{35305553-377C-4C8C-8CFE-0180F99C696E}" type="sibTrans" cxnId="{FA59DBC6-7DF5-459C-BFA3-1A1C4D2E082A}">
      <dgm:prSet custT="1"/>
      <dgm:spPr/>
      <dgm:t>
        <a:bodyPr/>
        <a:lstStyle/>
        <a:p>
          <a:endParaRPr lang="en-US" sz="800"/>
        </a:p>
      </dgm:t>
    </dgm:pt>
    <dgm:pt modelId="{70DDE4E4-0A59-42E6-99CA-83FA405F402C}">
      <dgm:prSet phldrT="[Text]" custT="1"/>
      <dgm:spPr/>
      <dgm:t>
        <a:bodyPr/>
        <a:lstStyle/>
        <a:p>
          <a:r>
            <a:rPr lang="en-US" sz="800"/>
            <a:t>Detection</a:t>
          </a:r>
        </a:p>
      </dgm:t>
    </dgm:pt>
    <dgm:pt modelId="{B389C4D9-FFBD-40C4-A0CB-15A46671C150}" type="parTrans" cxnId="{9DE0F466-40A2-4DB2-BAD5-B74793F6415B}">
      <dgm:prSet/>
      <dgm:spPr/>
      <dgm:t>
        <a:bodyPr/>
        <a:lstStyle/>
        <a:p>
          <a:endParaRPr lang="en-US" sz="800"/>
        </a:p>
      </dgm:t>
    </dgm:pt>
    <dgm:pt modelId="{2892A48F-1A7A-4D4A-BA81-7DB1DF6395AB}" type="sibTrans" cxnId="{9DE0F466-40A2-4DB2-BAD5-B74793F6415B}">
      <dgm:prSet/>
      <dgm:spPr/>
      <dgm:t>
        <a:bodyPr/>
        <a:lstStyle/>
        <a:p>
          <a:endParaRPr lang="en-US" sz="800"/>
        </a:p>
      </dgm:t>
    </dgm:pt>
    <dgm:pt modelId="{D5992CB9-4B9C-4C9C-B61C-058FCCDB3083}">
      <dgm:prSet phldrT="[Text]" custT="1"/>
      <dgm:spPr/>
      <dgm:t>
        <a:bodyPr/>
        <a:lstStyle/>
        <a:p>
          <a:r>
            <a:rPr lang="en-US" sz="800"/>
            <a:t>Receive Data from RSU</a:t>
          </a:r>
        </a:p>
      </dgm:t>
    </dgm:pt>
    <dgm:pt modelId="{09C66BC2-641A-44D7-B287-0AF173334353}" type="parTrans" cxnId="{741F85EB-92E7-4143-B774-271D398864C8}">
      <dgm:prSet/>
      <dgm:spPr/>
      <dgm:t>
        <a:bodyPr/>
        <a:lstStyle/>
        <a:p>
          <a:endParaRPr lang="en-US" sz="800"/>
        </a:p>
      </dgm:t>
    </dgm:pt>
    <dgm:pt modelId="{822F414F-E366-4365-AB88-5452C413C96A}" type="sibTrans" cxnId="{741F85EB-92E7-4143-B774-271D398864C8}">
      <dgm:prSet custT="1"/>
      <dgm:spPr/>
      <dgm:t>
        <a:bodyPr/>
        <a:lstStyle/>
        <a:p>
          <a:endParaRPr lang="en-US" sz="800"/>
        </a:p>
      </dgm:t>
    </dgm:pt>
    <dgm:pt modelId="{4EB7CB43-E46E-4884-BB9B-99F7502F595E}">
      <dgm:prSet phldrT="[Text]" custT="1"/>
      <dgm:spPr/>
      <dgm:t>
        <a:bodyPr/>
        <a:lstStyle/>
        <a:p>
          <a:r>
            <a:rPr lang="en-US" sz="800"/>
            <a:t>Decision Making &amp; Response Generation</a:t>
          </a:r>
        </a:p>
      </dgm:t>
    </dgm:pt>
    <dgm:pt modelId="{161A5BC6-44A7-4EA4-91AD-3DEB57815C2E}" type="parTrans" cxnId="{0AEEE478-B87D-40B7-85BE-3367939E2AC0}">
      <dgm:prSet/>
      <dgm:spPr/>
      <dgm:t>
        <a:bodyPr/>
        <a:lstStyle/>
        <a:p>
          <a:endParaRPr lang="en-US" sz="800"/>
        </a:p>
      </dgm:t>
    </dgm:pt>
    <dgm:pt modelId="{877E5277-423C-41AE-8051-449B4B467D80}" type="sibTrans" cxnId="{0AEEE478-B87D-40B7-85BE-3367939E2AC0}">
      <dgm:prSet custT="1"/>
      <dgm:spPr/>
      <dgm:t>
        <a:bodyPr/>
        <a:lstStyle/>
        <a:p>
          <a:endParaRPr lang="en-US" sz="800"/>
        </a:p>
      </dgm:t>
    </dgm:pt>
    <dgm:pt modelId="{0BA554F8-79C7-4761-AA2F-870507272DA8}">
      <dgm:prSet phldrT="[Text]" custT="1"/>
      <dgm:spPr/>
      <dgm:t>
        <a:bodyPr/>
        <a:lstStyle/>
        <a:p>
          <a:r>
            <a:rPr lang="en-US" sz="800"/>
            <a:t>Classification</a:t>
          </a:r>
        </a:p>
      </dgm:t>
    </dgm:pt>
    <dgm:pt modelId="{32465985-8D9B-4164-914F-AE40C5F4A154}" type="parTrans" cxnId="{F72FDF3D-D880-4D38-B236-D90226CAC25D}">
      <dgm:prSet/>
      <dgm:spPr/>
      <dgm:t>
        <a:bodyPr/>
        <a:lstStyle/>
        <a:p>
          <a:endParaRPr lang="en-US" sz="800"/>
        </a:p>
      </dgm:t>
    </dgm:pt>
    <dgm:pt modelId="{C57EBA9C-EC3B-4F89-902A-DDAD49B4A49B}" type="sibTrans" cxnId="{F72FDF3D-D880-4D38-B236-D90226CAC25D}">
      <dgm:prSet/>
      <dgm:spPr/>
      <dgm:t>
        <a:bodyPr/>
        <a:lstStyle/>
        <a:p>
          <a:endParaRPr lang="en-US" sz="800"/>
        </a:p>
      </dgm:t>
    </dgm:pt>
    <dgm:pt modelId="{6839D7A4-574A-49DB-8E7A-CEFCA194001F}">
      <dgm:prSet phldrT="[Text]" custT="1"/>
      <dgm:spPr/>
      <dgm:t>
        <a:bodyPr/>
        <a:lstStyle/>
        <a:p>
          <a:r>
            <a:rPr lang="en-US" sz="800"/>
            <a:t>Tracking</a:t>
          </a:r>
        </a:p>
      </dgm:t>
    </dgm:pt>
    <dgm:pt modelId="{D3D84051-D4D0-4E07-B3CE-D47C7117E1C1}" type="parTrans" cxnId="{CB4DFE59-0FC2-417A-AF65-D8F687683D52}">
      <dgm:prSet/>
      <dgm:spPr/>
      <dgm:t>
        <a:bodyPr/>
        <a:lstStyle/>
        <a:p>
          <a:endParaRPr lang="en-US" sz="800"/>
        </a:p>
      </dgm:t>
    </dgm:pt>
    <dgm:pt modelId="{4FF65897-B7C0-4303-A424-F7F446286A03}" type="sibTrans" cxnId="{CB4DFE59-0FC2-417A-AF65-D8F687683D52}">
      <dgm:prSet/>
      <dgm:spPr/>
      <dgm:t>
        <a:bodyPr/>
        <a:lstStyle/>
        <a:p>
          <a:endParaRPr lang="en-US" sz="800"/>
        </a:p>
      </dgm:t>
    </dgm:pt>
    <dgm:pt modelId="{C420518F-6D30-40EF-BF17-C9EFC9B79929}">
      <dgm:prSet phldrT="[Text]" custT="1"/>
      <dgm:spPr/>
      <dgm:t>
        <a:bodyPr/>
        <a:lstStyle/>
        <a:p>
          <a:r>
            <a:rPr lang="en-US" sz="800"/>
            <a:t>Send Response to RSU</a:t>
          </a:r>
        </a:p>
      </dgm:t>
    </dgm:pt>
    <dgm:pt modelId="{93DCA366-CD32-44A2-BDEE-F076794E53DE}" type="parTrans" cxnId="{66F6A64D-913F-4DF2-9A44-8CDBEF65A28A}">
      <dgm:prSet/>
      <dgm:spPr/>
      <dgm:t>
        <a:bodyPr/>
        <a:lstStyle/>
        <a:p>
          <a:endParaRPr lang="en-US" sz="800"/>
        </a:p>
      </dgm:t>
    </dgm:pt>
    <dgm:pt modelId="{1BA4E728-856D-4092-A756-DB72CB4E17A7}" type="sibTrans" cxnId="{66F6A64D-913F-4DF2-9A44-8CDBEF65A28A}">
      <dgm:prSet custT="1"/>
      <dgm:spPr/>
      <dgm:t>
        <a:bodyPr/>
        <a:lstStyle/>
        <a:p>
          <a:endParaRPr lang="en-US" sz="800"/>
        </a:p>
      </dgm:t>
    </dgm:pt>
    <dgm:pt modelId="{19DA625A-4571-4ECF-9118-523FA294E7F9}">
      <dgm:prSet phldrT="[Text]" custT="1"/>
      <dgm:spPr/>
      <dgm:t>
        <a:bodyPr/>
        <a:lstStyle/>
        <a:p>
          <a:r>
            <a:rPr lang="en-US" sz="800"/>
            <a:t>Node </a:t>
          </a:r>
          <a:r>
            <a:rPr lang="en-US" sz="800" err="1"/>
            <a:t>Manageblity</a:t>
          </a:r>
          <a:r>
            <a:rPr lang="en-US" sz="800"/>
            <a:t> /Access Control</a:t>
          </a:r>
        </a:p>
      </dgm:t>
    </dgm:pt>
    <dgm:pt modelId="{BAC4D517-C8AF-4D87-BBB0-725056A7F522}" type="parTrans" cxnId="{1F10214F-DA45-47DD-AC87-3D067B7B57FE}">
      <dgm:prSet/>
      <dgm:spPr/>
      <dgm:t>
        <a:bodyPr/>
        <a:lstStyle/>
        <a:p>
          <a:endParaRPr lang="en-US" sz="800"/>
        </a:p>
      </dgm:t>
    </dgm:pt>
    <dgm:pt modelId="{386C10A3-A853-447F-A7A5-751EDBDF0AD5}" type="sibTrans" cxnId="{1F10214F-DA45-47DD-AC87-3D067B7B57FE}">
      <dgm:prSet/>
      <dgm:spPr/>
      <dgm:t>
        <a:bodyPr/>
        <a:lstStyle/>
        <a:p>
          <a:endParaRPr lang="en-US" sz="800"/>
        </a:p>
      </dgm:t>
    </dgm:pt>
    <dgm:pt modelId="{FAB98A04-1DB5-4682-BACB-DF012B743CA0}" type="pres">
      <dgm:prSet presAssocID="{7FE65FD7-E986-403C-B88F-EF1254E00943}" presName="Name0" presStyleCnt="0">
        <dgm:presLayoutVars>
          <dgm:resizeHandles/>
        </dgm:presLayoutVars>
      </dgm:prSet>
      <dgm:spPr/>
    </dgm:pt>
    <dgm:pt modelId="{462D6F5D-A5D4-4331-8BDB-BD3AE96E634C}" type="pres">
      <dgm:prSet presAssocID="{D5992CB9-4B9C-4C9C-B61C-058FCCDB3083}" presName="text" presStyleLbl="node1" presStyleIdx="0" presStyleCnt="6">
        <dgm:presLayoutVars>
          <dgm:bulletEnabled val="1"/>
        </dgm:presLayoutVars>
      </dgm:prSet>
      <dgm:spPr/>
    </dgm:pt>
    <dgm:pt modelId="{BE1C7C0C-0A01-48DE-A082-95A0EEE2791F}" type="pres">
      <dgm:prSet presAssocID="{822F414F-E366-4365-AB88-5452C413C96A}" presName="space" presStyleCnt="0"/>
      <dgm:spPr/>
    </dgm:pt>
    <dgm:pt modelId="{609BD1B3-7AF8-4EB8-B718-E456CB8BF597}" type="pres">
      <dgm:prSet presAssocID="{DD706230-B23E-4430-9B53-07D5B9573F46}" presName="text" presStyleLbl="node1" presStyleIdx="1" presStyleCnt="6">
        <dgm:presLayoutVars>
          <dgm:bulletEnabled val="1"/>
        </dgm:presLayoutVars>
      </dgm:prSet>
      <dgm:spPr/>
    </dgm:pt>
    <dgm:pt modelId="{DE93564E-368B-46E5-9C1B-D00D1918BBD0}" type="pres">
      <dgm:prSet presAssocID="{6EB87824-6EE6-49B8-8E83-713D670B520F}" presName="space" presStyleCnt="0"/>
      <dgm:spPr/>
    </dgm:pt>
    <dgm:pt modelId="{809167BD-1F91-41B5-A2B3-ACA6747D1FD5}" type="pres">
      <dgm:prSet presAssocID="{0A0D2849-D7EA-44DA-9B60-2CBDC6F8F066}" presName="text" presStyleLbl="node1" presStyleIdx="2" presStyleCnt="6">
        <dgm:presLayoutVars>
          <dgm:bulletEnabled val="1"/>
        </dgm:presLayoutVars>
      </dgm:prSet>
      <dgm:spPr/>
    </dgm:pt>
    <dgm:pt modelId="{B2E4FF7C-301D-402B-B92E-A37B2F341E8E}" type="pres">
      <dgm:prSet presAssocID="{35305553-377C-4C8C-8CFE-0180F99C696E}" presName="space" presStyleCnt="0"/>
      <dgm:spPr/>
    </dgm:pt>
    <dgm:pt modelId="{4F16EFCB-67A8-4179-90F9-BA285487A9C3}" type="pres">
      <dgm:prSet presAssocID="{4EB7CB43-E46E-4884-BB9B-99F7502F595E}" presName="text" presStyleLbl="node1" presStyleIdx="3" presStyleCnt="6">
        <dgm:presLayoutVars>
          <dgm:bulletEnabled val="1"/>
        </dgm:presLayoutVars>
      </dgm:prSet>
      <dgm:spPr/>
    </dgm:pt>
    <dgm:pt modelId="{1F3572B0-1A7F-4834-B928-DB3C6DC77676}" type="pres">
      <dgm:prSet presAssocID="{877E5277-423C-41AE-8051-449B4B467D80}" presName="space" presStyleCnt="0"/>
      <dgm:spPr/>
    </dgm:pt>
    <dgm:pt modelId="{E2C7D9CE-847A-4BE2-8B04-161180FFF6AD}" type="pres">
      <dgm:prSet presAssocID="{C420518F-6D30-40EF-BF17-C9EFC9B79929}" presName="text" presStyleLbl="node1" presStyleIdx="4" presStyleCnt="6">
        <dgm:presLayoutVars>
          <dgm:bulletEnabled val="1"/>
        </dgm:presLayoutVars>
      </dgm:prSet>
      <dgm:spPr/>
    </dgm:pt>
    <dgm:pt modelId="{E3C48673-FD7D-4049-9567-DE8192997958}" type="pres">
      <dgm:prSet presAssocID="{1BA4E728-856D-4092-A756-DB72CB4E17A7}" presName="space" presStyleCnt="0"/>
      <dgm:spPr/>
    </dgm:pt>
    <dgm:pt modelId="{C1A16641-E986-48C0-9DA1-4009CBF29D38}" type="pres">
      <dgm:prSet presAssocID="{19DA625A-4571-4ECF-9118-523FA294E7F9}" presName="text" presStyleLbl="node1" presStyleIdx="5" presStyleCnt="6">
        <dgm:presLayoutVars>
          <dgm:bulletEnabled val="1"/>
        </dgm:presLayoutVars>
      </dgm:prSet>
      <dgm:spPr/>
    </dgm:pt>
  </dgm:ptLst>
  <dgm:cxnLst>
    <dgm:cxn modelId="{8DEF7207-12EB-47C3-B885-27433530B4A5}" type="presOf" srcId="{0BA554F8-79C7-4761-AA2F-870507272DA8}" destId="{809167BD-1F91-41B5-A2B3-ACA6747D1FD5}" srcOrd="0" destOrd="2" presId="urn:diagrams.loki3.com/VaryingWidthList"/>
    <dgm:cxn modelId="{B2008A1A-198E-4BA2-9F2D-07EF71E6C78E}" type="presOf" srcId="{70DDE4E4-0A59-42E6-99CA-83FA405F402C}" destId="{809167BD-1F91-41B5-A2B3-ACA6747D1FD5}" srcOrd="0" destOrd="1" presId="urn:diagrams.loki3.com/VaryingWidthList"/>
    <dgm:cxn modelId="{815A4A20-7CC9-4BB5-B68C-E85C082646F2}" type="presOf" srcId="{4EB7CB43-E46E-4884-BB9B-99F7502F595E}" destId="{4F16EFCB-67A8-4179-90F9-BA285487A9C3}" srcOrd="0" destOrd="0" presId="urn:diagrams.loki3.com/VaryingWidthList"/>
    <dgm:cxn modelId="{F72FDF3D-D880-4D38-B236-D90226CAC25D}" srcId="{0A0D2849-D7EA-44DA-9B60-2CBDC6F8F066}" destId="{0BA554F8-79C7-4761-AA2F-870507272DA8}" srcOrd="1" destOrd="0" parTransId="{32465985-8D9B-4164-914F-AE40C5F4A154}" sibTransId="{C57EBA9C-EC3B-4F89-902A-DDAD49B4A49B}"/>
    <dgm:cxn modelId="{7848F543-23BF-4D32-8197-502C1BE1B1A2}" type="presOf" srcId="{D5992CB9-4B9C-4C9C-B61C-058FCCDB3083}" destId="{462D6F5D-A5D4-4331-8BDB-BD3AE96E634C}" srcOrd="0" destOrd="0" presId="urn:diagrams.loki3.com/VaryingWidthList"/>
    <dgm:cxn modelId="{9DE0F466-40A2-4DB2-BAD5-B74793F6415B}" srcId="{0A0D2849-D7EA-44DA-9B60-2CBDC6F8F066}" destId="{70DDE4E4-0A59-42E6-99CA-83FA405F402C}" srcOrd="0" destOrd="0" parTransId="{B389C4D9-FFBD-40C4-A0CB-15A46671C150}" sibTransId="{2892A48F-1A7A-4D4A-BA81-7DB1DF6395AB}"/>
    <dgm:cxn modelId="{E4F4004B-2AC5-4AF3-9198-DC1EE1AB72CA}" type="presOf" srcId="{6839D7A4-574A-49DB-8E7A-CEFCA194001F}" destId="{809167BD-1F91-41B5-A2B3-ACA6747D1FD5}" srcOrd="0" destOrd="3" presId="urn:diagrams.loki3.com/VaryingWidthList"/>
    <dgm:cxn modelId="{66F6A64D-913F-4DF2-9A44-8CDBEF65A28A}" srcId="{7FE65FD7-E986-403C-B88F-EF1254E00943}" destId="{C420518F-6D30-40EF-BF17-C9EFC9B79929}" srcOrd="4" destOrd="0" parTransId="{93DCA366-CD32-44A2-BDEE-F076794E53DE}" sibTransId="{1BA4E728-856D-4092-A756-DB72CB4E17A7}"/>
    <dgm:cxn modelId="{1F10214F-DA45-47DD-AC87-3D067B7B57FE}" srcId="{7FE65FD7-E986-403C-B88F-EF1254E00943}" destId="{19DA625A-4571-4ECF-9118-523FA294E7F9}" srcOrd="5" destOrd="0" parTransId="{BAC4D517-C8AF-4D87-BBB0-725056A7F522}" sibTransId="{386C10A3-A853-447F-A7A5-751EDBDF0AD5}"/>
    <dgm:cxn modelId="{4F55C072-E24B-41A1-9AE3-C3D1B60C772C}" type="presOf" srcId="{DD706230-B23E-4430-9B53-07D5B9573F46}" destId="{609BD1B3-7AF8-4EB8-B718-E456CB8BF597}" srcOrd="0" destOrd="0" presId="urn:diagrams.loki3.com/VaryingWidthList"/>
    <dgm:cxn modelId="{0AEEE478-B87D-40B7-85BE-3367939E2AC0}" srcId="{7FE65FD7-E986-403C-B88F-EF1254E00943}" destId="{4EB7CB43-E46E-4884-BB9B-99F7502F595E}" srcOrd="3" destOrd="0" parTransId="{161A5BC6-44A7-4EA4-91AD-3DEB57815C2E}" sibTransId="{877E5277-423C-41AE-8051-449B4B467D80}"/>
    <dgm:cxn modelId="{CB4DFE59-0FC2-417A-AF65-D8F687683D52}" srcId="{0A0D2849-D7EA-44DA-9B60-2CBDC6F8F066}" destId="{6839D7A4-574A-49DB-8E7A-CEFCA194001F}" srcOrd="2" destOrd="0" parTransId="{D3D84051-D4D0-4E07-B3CE-D47C7117E1C1}" sibTransId="{4FF65897-B7C0-4303-A424-F7F446286A03}"/>
    <dgm:cxn modelId="{CD1DA28E-800D-44C5-BEA2-D2D57D274283}" type="presOf" srcId="{7FE65FD7-E986-403C-B88F-EF1254E00943}" destId="{FAB98A04-1DB5-4682-BACB-DF012B743CA0}" srcOrd="0" destOrd="0" presId="urn:diagrams.loki3.com/VaryingWidthList"/>
    <dgm:cxn modelId="{DEFE929A-7DA4-494D-8FD7-CDE5C54EFDA6}" srcId="{7FE65FD7-E986-403C-B88F-EF1254E00943}" destId="{DD706230-B23E-4430-9B53-07D5B9573F46}" srcOrd="1" destOrd="0" parTransId="{5D0D8762-8F34-437B-BD70-00BF88E0109C}" sibTransId="{6EB87824-6EE6-49B8-8E83-713D670B520F}"/>
    <dgm:cxn modelId="{2A4A5A9C-7F25-4062-A9EA-2EE1F3D1FDBA}" type="presOf" srcId="{C420518F-6D30-40EF-BF17-C9EFC9B79929}" destId="{E2C7D9CE-847A-4BE2-8B04-161180FFF6AD}" srcOrd="0" destOrd="0" presId="urn:diagrams.loki3.com/VaryingWidthList"/>
    <dgm:cxn modelId="{FA59DBC6-7DF5-459C-BFA3-1A1C4D2E082A}" srcId="{7FE65FD7-E986-403C-B88F-EF1254E00943}" destId="{0A0D2849-D7EA-44DA-9B60-2CBDC6F8F066}" srcOrd="2" destOrd="0" parTransId="{889E7136-B2A3-4E33-8FE6-9AB1501A51CC}" sibTransId="{35305553-377C-4C8C-8CFE-0180F99C696E}"/>
    <dgm:cxn modelId="{D16F54CE-60CD-4EDE-805D-C1F709F3E918}" type="presOf" srcId="{19DA625A-4571-4ECF-9118-523FA294E7F9}" destId="{C1A16641-E986-48C0-9DA1-4009CBF29D38}" srcOrd="0" destOrd="0" presId="urn:diagrams.loki3.com/VaryingWidthList"/>
    <dgm:cxn modelId="{19EB0CE4-7D23-4F02-B4D2-30959EB52EF4}" type="presOf" srcId="{0A0D2849-D7EA-44DA-9B60-2CBDC6F8F066}" destId="{809167BD-1F91-41B5-A2B3-ACA6747D1FD5}" srcOrd="0" destOrd="0" presId="urn:diagrams.loki3.com/VaryingWidthList"/>
    <dgm:cxn modelId="{741F85EB-92E7-4143-B774-271D398864C8}" srcId="{7FE65FD7-E986-403C-B88F-EF1254E00943}" destId="{D5992CB9-4B9C-4C9C-B61C-058FCCDB3083}" srcOrd="0" destOrd="0" parTransId="{09C66BC2-641A-44D7-B287-0AF173334353}" sibTransId="{822F414F-E366-4365-AB88-5452C413C96A}"/>
    <dgm:cxn modelId="{84085055-F09A-4F07-9C57-CB513E5DAD41}" type="presParOf" srcId="{FAB98A04-1DB5-4682-BACB-DF012B743CA0}" destId="{462D6F5D-A5D4-4331-8BDB-BD3AE96E634C}" srcOrd="0" destOrd="0" presId="urn:diagrams.loki3.com/VaryingWidthList"/>
    <dgm:cxn modelId="{0EB5713B-FDB2-4F5A-8396-3C00809608A2}" type="presParOf" srcId="{FAB98A04-1DB5-4682-BACB-DF012B743CA0}" destId="{BE1C7C0C-0A01-48DE-A082-95A0EEE2791F}" srcOrd="1" destOrd="0" presId="urn:diagrams.loki3.com/VaryingWidthList"/>
    <dgm:cxn modelId="{50DB8303-5467-4D02-A406-8A9AFD7D10B8}" type="presParOf" srcId="{FAB98A04-1DB5-4682-BACB-DF012B743CA0}" destId="{609BD1B3-7AF8-4EB8-B718-E456CB8BF597}" srcOrd="2" destOrd="0" presId="urn:diagrams.loki3.com/VaryingWidthList"/>
    <dgm:cxn modelId="{E099B46C-E65D-4353-B103-DC52F8711E8E}" type="presParOf" srcId="{FAB98A04-1DB5-4682-BACB-DF012B743CA0}" destId="{DE93564E-368B-46E5-9C1B-D00D1918BBD0}" srcOrd="3" destOrd="0" presId="urn:diagrams.loki3.com/VaryingWidthList"/>
    <dgm:cxn modelId="{A2714D57-07C5-4447-B642-62B39B9A5F52}" type="presParOf" srcId="{FAB98A04-1DB5-4682-BACB-DF012B743CA0}" destId="{809167BD-1F91-41B5-A2B3-ACA6747D1FD5}" srcOrd="4" destOrd="0" presId="urn:diagrams.loki3.com/VaryingWidthList"/>
    <dgm:cxn modelId="{EDA9728C-4528-41F8-9AF7-2D2B5DA35907}" type="presParOf" srcId="{FAB98A04-1DB5-4682-BACB-DF012B743CA0}" destId="{B2E4FF7C-301D-402B-B92E-A37B2F341E8E}" srcOrd="5" destOrd="0" presId="urn:diagrams.loki3.com/VaryingWidthList"/>
    <dgm:cxn modelId="{2A2F3E5B-F517-4583-A3B3-B233D8764A2F}" type="presParOf" srcId="{FAB98A04-1DB5-4682-BACB-DF012B743CA0}" destId="{4F16EFCB-67A8-4179-90F9-BA285487A9C3}" srcOrd="6" destOrd="0" presId="urn:diagrams.loki3.com/VaryingWidthList"/>
    <dgm:cxn modelId="{B65CBC23-7150-4390-A9DD-D11001B27473}" type="presParOf" srcId="{FAB98A04-1DB5-4682-BACB-DF012B743CA0}" destId="{1F3572B0-1A7F-4834-B928-DB3C6DC77676}" srcOrd="7" destOrd="0" presId="urn:diagrams.loki3.com/VaryingWidthList"/>
    <dgm:cxn modelId="{FEDF4D01-A7DF-4AA3-9E2C-4594FD7D712C}" type="presParOf" srcId="{FAB98A04-1DB5-4682-BACB-DF012B743CA0}" destId="{E2C7D9CE-847A-4BE2-8B04-161180FFF6AD}" srcOrd="8" destOrd="0" presId="urn:diagrams.loki3.com/VaryingWidthList"/>
    <dgm:cxn modelId="{9B3FB24E-81CD-4C10-9EDD-61DEE80A9DF1}" type="presParOf" srcId="{FAB98A04-1DB5-4682-BACB-DF012B743CA0}" destId="{E3C48673-FD7D-4049-9567-DE8192997958}" srcOrd="9" destOrd="0" presId="urn:diagrams.loki3.com/VaryingWidthList"/>
    <dgm:cxn modelId="{DD18E448-A9EC-4F22-96E4-ADBBF17F30EB}" type="presParOf" srcId="{FAB98A04-1DB5-4682-BACB-DF012B743CA0}" destId="{C1A16641-E986-48C0-9DA1-4009CBF29D38}" srcOrd="10" destOrd="0" presId="urn:diagrams.loki3.com/VaryingWidthList"/>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FE65FD7-E986-403C-B88F-EF1254E00943}" type="doc">
      <dgm:prSet loTypeId="urn:diagrams.loki3.com/VaryingWidthList" loCatId="list" qsTypeId="urn:microsoft.com/office/officeart/2005/8/quickstyle/simple1" qsCatId="simple" csTypeId="urn:microsoft.com/office/officeart/2005/8/colors/accent0_1" csCatId="mainScheme" phldr="1"/>
      <dgm:spPr/>
      <dgm:t>
        <a:bodyPr/>
        <a:lstStyle/>
        <a:p>
          <a:endParaRPr lang="en-US"/>
        </a:p>
      </dgm:t>
    </dgm:pt>
    <dgm:pt modelId="{DD706230-B23E-4430-9B53-07D5B9573F46}">
      <dgm:prSet phldrT="[Text]" custT="1"/>
      <dgm:spPr/>
      <dgm:t>
        <a:bodyPr/>
        <a:lstStyle/>
        <a:p>
          <a:r>
            <a:rPr lang="en-US" sz="800"/>
            <a:t>Send Vehicle Data( Speed and Coordinates)</a:t>
          </a:r>
        </a:p>
      </dgm:t>
    </dgm:pt>
    <dgm:pt modelId="{5D0D8762-8F34-437B-BD70-00BF88E0109C}" type="parTrans" cxnId="{DEFE929A-7DA4-494D-8FD7-CDE5C54EFDA6}">
      <dgm:prSet/>
      <dgm:spPr/>
      <dgm:t>
        <a:bodyPr/>
        <a:lstStyle/>
        <a:p>
          <a:endParaRPr lang="en-US" sz="800"/>
        </a:p>
      </dgm:t>
    </dgm:pt>
    <dgm:pt modelId="{6EB87824-6EE6-49B8-8E83-713D670B520F}" type="sibTrans" cxnId="{DEFE929A-7DA4-494D-8FD7-CDE5C54EFDA6}">
      <dgm:prSet custT="1"/>
      <dgm:spPr/>
      <dgm:t>
        <a:bodyPr/>
        <a:lstStyle/>
        <a:p>
          <a:endParaRPr lang="en-US" sz="800"/>
        </a:p>
      </dgm:t>
    </dgm:pt>
    <dgm:pt modelId="{0A0D2849-D7EA-44DA-9B60-2CBDC6F8F066}">
      <dgm:prSet phldrT="[Text]" custT="1"/>
      <dgm:spPr/>
      <dgm:t>
        <a:bodyPr/>
        <a:lstStyle/>
        <a:p>
          <a:r>
            <a:rPr lang="en-US" sz="800"/>
            <a:t>Receive response from RSU</a:t>
          </a:r>
        </a:p>
      </dgm:t>
    </dgm:pt>
    <dgm:pt modelId="{889E7136-B2A3-4E33-8FE6-9AB1501A51CC}" type="parTrans" cxnId="{FA59DBC6-7DF5-459C-BFA3-1A1C4D2E082A}">
      <dgm:prSet/>
      <dgm:spPr/>
      <dgm:t>
        <a:bodyPr/>
        <a:lstStyle/>
        <a:p>
          <a:endParaRPr lang="en-US" sz="800"/>
        </a:p>
      </dgm:t>
    </dgm:pt>
    <dgm:pt modelId="{35305553-377C-4C8C-8CFE-0180F99C696E}" type="sibTrans" cxnId="{FA59DBC6-7DF5-459C-BFA3-1A1C4D2E082A}">
      <dgm:prSet custT="1"/>
      <dgm:spPr/>
      <dgm:t>
        <a:bodyPr/>
        <a:lstStyle/>
        <a:p>
          <a:endParaRPr lang="en-US" sz="800"/>
        </a:p>
      </dgm:t>
    </dgm:pt>
    <dgm:pt modelId="{D5992CB9-4B9C-4C9C-B61C-058FCCDB3083}">
      <dgm:prSet phldrT="[Text]" custT="1"/>
      <dgm:spPr/>
      <dgm:t>
        <a:bodyPr/>
        <a:lstStyle/>
        <a:p>
          <a:r>
            <a:rPr lang="en-US" sz="800"/>
            <a:t>Establish Connection with RSU</a:t>
          </a:r>
        </a:p>
      </dgm:t>
    </dgm:pt>
    <dgm:pt modelId="{09C66BC2-641A-44D7-B287-0AF173334353}" type="parTrans" cxnId="{741F85EB-92E7-4143-B774-271D398864C8}">
      <dgm:prSet/>
      <dgm:spPr/>
      <dgm:t>
        <a:bodyPr/>
        <a:lstStyle/>
        <a:p>
          <a:endParaRPr lang="en-US" sz="800"/>
        </a:p>
      </dgm:t>
    </dgm:pt>
    <dgm:pt modelId="{822F414F-E366-4365-AB88-5452C413C96A}" type="sibTrans" cxnId="{741F85EB-92E7-4143-B774-271D398864C8}">
      <dgm:prSet custT="1"/>
      <dgm:spPr/>
      <dgm:t>
        <a:bodyPr/>
        <a:lstStyle/>
        <a:p>
          <a:endParaRPr lang="en-US" sz="800"/>
        </a:p>
      </dgm:t>
    </dgm:pt>
    <dgm:pt modelId="{15D53C91-B7DF-4AD8-A677-097644CC597B}" type="pres">
      <dgm:prSet presAssocID="{7FE65FD7-E986-403C-B88F-EF1254E00943}" presName="Name0" presStyleCnt="0">
        <dgm:presLayoutVars>
          <dgm:resizeHandles/>
        </dgm:presLayoutVars>
      </dgm:prSet>
      <dgm:spPr/>
    </dgm:pt>
    <dgm:pt modelId="{5C6C7F5F-D83E-4956-9CC2-3C357DD8537B}" type="pres">
      <dgm:prSet presAssocID="{D5992CB9-4B9C-4C9C-B61C-058FCCDB3083}" presName="text" presStyleLbl="node1" presStyleIdx="0" presStyleCnt="3">
        <dgm:presLayoutVars>
          <dgm:bulletEnabled val="1"/>
        </dgm:presLayoutVars>
      </dgm:prSet>
      <dgm:spPr/>
    </dgm:pt>
    <dgm:pt modelId="{284874C8-1A65-4FAD-8421-BD4FAA445244}" type="pres">
      <dgm:prSet presAssocID="{822F414F-E366-4365-AB88-5452C413C96A}" presName="space" presStyleCnt="0"/>
      <dgm:spPr/>
    </dgm:pt>
    <dgm:pt modelId="{B9449A87-ADE9-4C56-A948-CB374E9E588F}" type="pres">
      <dgm:prSet presAssocID="{DD706230-B23E-4430-9B53-07D5B9573F46}" presName="text" presStyleLbl="node1" presStyleIdx="1" presStyleCnt="3">
        <dgm:presLayoutVars>
          <dgm:bulletEnabled val="1"/>
        </dgm:presLayoutVars>
      </dgm:prSet>
      <dgm:spPr/>
    </dgm:pt>
    <dgm:pt modelId="{B28305C4-1BA0-40FD-9DED-805197386EBF}" type="pres">
      <dgm:prSet presAssocID="{6EB87824-6EE6-49B8-8E83-713D670B520F}" presName="space" presStyleCnt="0"/>
      <dgm:spPr/>
    </dgm:pt>
    <dgm:pt modelId="{F22E6EF9-5A45-42EA-A18B-29CD3E08D108}" type="pres">
      <dgm:prSet presAssocID="{0A0D2849-D7EA-44DA-9B60-2CBDC6F8F066}" presName="text" presStyleLbl="node1" presStyleIdx="2" presStyleCnt="3">
        <dgm:presLayoutVars>
          <dgm:bulletEnabled val="1"/>
        </dgm:presLayoutVars>
      </dgm:prSet>
      <dgm:spPr/>
    </dgm:pt>
  </dgm:ptLst>
  <dgm:cxnLst>
    <dgm:cxn modelId="{9D4D9602-5186-4C89-952A-3826972976E5}" type="presOf" srcId="{0A0D2849-D7EA-44DA-9B60-2CBDC6F8F066}" destId="{F22E6EF9-5A45-42EA-A18B-29CD3E08D108}" srcOrd="0" destOrd="0" presId="urn:diagrams.loki3.com/VaryingWidthList"/>
    <dgm:cxn modelId="{1C1BF048-AF33-4E5B-A982-A9CE61BFAE15}" type="presOf" srcId="{7FE65FD7-E986-403C-B88F-EF1254E00943}" destId="{15D53C91-B7DF-4AD8-A677-097644CC597B}" srcOrd="0" destOrd="0" presId="urn:diagrams.loki3.com/VaryingWidthList"/>
    <dgm:cxn modelId="{DEFE929A-7DA4-494D-8FD7-CDE5C54EFDA6}" srcId="{7FE65FD7-E986-403C-B88F-EF1254E00943}" destId="{DD706230-B23E-4430-9B53-07D5B9573F46}" srcOrd="1" destOrd="0" parTransId="{5D0D8762-8F34-437B-BD70-00BF88E0109C}" sibTransId="{6EB87824-6EE6-49B8-8E83-713D670B520F}"/>
    <dgm:cxn modelId="{116BB6A0-73AB-41EF-B693-5B86549B9B62}" type="presOf" srcId="{DD706230-B23E-4430-9B53-07D5B9573F46}" destId="{B9449A87-ADE9-4C56-A948-CB374E9E588F}" srcOrd="0" destOrd="0" presId="urn:diagrams.loki3.com/VaryingWidthList"/>
    <dgm:cxn modelId="{4C188ABA-27DA-4D80-AC83-EC553700C646}" type="presOf" srcId="{D5992CB9-4B9C-4C9C-B61C-058FCCDB3083}" destId="{5C6C7F5F-D83E-4956-9CC2-3C357DD8537B}" srcOrd="0" destOrd="0" presId="urn:diagrams.loki3.com/VaryingWidthList"/>
    <dgm:cxn modelId="{FA59DBC6-7DF5-459C-BFA3-1A1C4D2E082A}" srcId="{7FE65FD7-E986-403C-B88F-EF1254E00943}" destId="{0A0D2849-D7EA-44DA-9B60-2CBDC6F8F066}" srcOrd="2" destOrd="0" parTransId="{889E7136-B2A3-4E33-8FE6-9AB1501A51CC}" sibTransId="{35305553-377C-4C8C-8CFE-0180F99C696E}"/>
    <dgm:cxn modelId="{741F85EB-92E7-4143-B774-271D398864C8}" srcId="{7FE65FD7-E986-403C-B88F-EF1254E00943}" destId="{D5992CB9-4B9C-4C9C-B61C-058FCCDB3083}" srcOrd="0" destOrd="0" parTransId="{09C66BC2-641A-44D7-B287-0AF173334353}" sibTransId="{822F414F-E366-4365-AB88-5452C413C96A}"/>
    <dgm:cxn modelId="{50805CD5-9D23-4E92-AEAE-1AE6E817FA97}" type="presParOf" srcId="{15D53C91-B7DF-4AD8-A677-097644CC597B}" destId="{5C6C7F5F-D83E-4956-9CC2-3C357DD8537B}" srcOrd="0" destOrd="0" presId="urn:diagrams.loki3.com/VaryingWidthList"/>
    <dgm:cxn modelId="{E64BA70A-A0F7-40C1-9534-F46CFF0EDD34}" type="presParOf" srcId="{15D53C91-B7DF-4AD8-A677-097644CC597B}" destId="{284874C8-1A65-4FAD-8421-BD4FAA445244}" srcOrd="1" destOrd="0" presId="urn:diagrams.loki3.com/VaryingWidthList"/>
    <dgm:cxn modelId="{88714BFE-6546-4C72-BD55-4CBCE3E29B47}" type="presParOf" srcId="{15D53C91-B7DF-4AD8-A677-097644CC597B}" destId="{B9449A87-ADE9-4C56-A948-CB374E9E588F}" srcOrd="2" destOrd="0" presId="urn:diagrams.loki3.com/VaryingWidthList"/>
    <dgm:cxn modelId="{3FE86F4E-989E-45DD-963F-F6B0CE27B659}" type="presParOf" srcId="{15D53C91-B7DF-4AD8-A677-097644CC597B}" destId="{B28305C4-1BA0-40FD-9DED-805197386EBF}" srcOrd="3" destOrd="0" presId="urn:diagrams.loki3.com/VaryingWidthList"/>
    <dgm:cxn modelId="{A725658F-9E32-4ECD-8B11-234F92D9B60D}" type="presParOf" srcId="{15D53C91-B7DF-4AD8-A677-097644CC597B}" destId="{F22E6EF9-5A45-42EA-A18B-29CD3E08D108}" srcOrd="4" destOrd="0" presId="urn:diagrams.loki3.com/VaryingWidth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7FE65FD7-E986-403C-B88F-EF1254E00943}" type="doc">
      <dgm:prSet loTypeId="urn:diagrams.loki3.com/VaryingWidthList" loCatId="list" qsTypeId="urn:microsoft.com/office/officeart/2005/8/quickstyle/simple1" qsCatId="simple" csTypeId="urn:microsoft.com/office/officeart/2005/8/colors/accent0_1" csCatId="mainScheme" phldr="1"/>
      <dgm:spPr/>
      <dgm:t>
        <a:bodyPr/>
        <a:lstStyle/>
        <a:p>
          <a:endParaRPr lang="en-US"/>
        </a:p>
      </dgm:t>
    </dgm:pt>
    <dgm:pt modelId="{DD706230-B23E-4430-9B53-07D5B9573F46}">
      <dgm:prSet phldrT="[Text]" custT="1"/>
      <dgm:spPr/>
      <dgm:t>
        <a:bodyPr/>
        <a:lstStyle/>
        <a:p>
          <a:r>
            <a:rPr lang="en-US" sz="800"/>
            <a:t>Send Acquired Data from Detection Unit</a:t>
          </a:r>
        </a:p>
      </dgm:t>
    </dgm:pt>
    <dgm:pt modelId="{5D0D8762-8F34-437B-BD70-00BF88E0109C}" type="parTrans" cxnId="{DEFE929A-7DA4-494D-8FD7-CDE5C54EFDA6}">
      <dgm:prSet/>
      <dgm:spPr/>
      <dgm:t>
        <a:bodyPr/>
        <a:lstStyle/>
        <a:p>
          <a:endParaRPr lang="en-US" sz="800"/>
        </a:p>
      </dgm:t>
    </dgm:pt>
    <dgm:pt modelId="{6EB87824-6EE6-49B8-8E83-713D670B520F}" type="sibTrans" cxnId="{DEFE929A-7DA4-494D-8FD7-CDE5C54EFDA6}">
      <dgm:prSet custT="1"/>
      <dgm:spPr/>
      <dgm:t>
        <a:bodyPr/>
        <a:lstStyle/>
        <a:p>
          <a:endParaRPr lang="en-US" sz="800"/>
        </a:p>
      </dgm:t>
    </dgm:pt>
    <dgm:pt modelId="{0A0D2849-D7EA-44DA-9B60-2CBDC6F8F066}">
      <dgm:prSet phldrT="[Text]" custT="1"/>
      <dgm:spPr/>
      <dgm:t>
        <a:bodyPr/>
        <a:lstStyle/>
        <a:p>
          <a:r>
            <a:rPr lang="en-US" sz="800"/>
            <a:t>Receive Response from Detection Unit</a:t>
          </a:r>
        </a:p>
      </dgm:t>
    </dgm:pt>
    <dgm:pt modelId="{889E7136-B2A3-4E33-8FE6-9AB1501A51CC}" type="parTrans" cxnId="{FA59DBC6-7DF5-459C-BFA3-1A1C4D2E082A}">
      <dgm:prSet/>
      <dgm:spPr/>
      <dgm:t>
        <a:bodyPr/>
        <a:lstStyle/>
        <a:p>
          <a:endParaRPr lang="en-US" sz="800"/>
        </a:p>
      </dgm:t>
    </dgm:pt>
    <dgm:pt modelId="{35305553-377C-4C8C-8CFE-0180F99C696E}" type="sibTrans" cxnId="{FA59DBC6-7DF5-459C-BFA3-1A1C4D2E082A}">
      <dgm:prSet custT="1"/>
      <dgm:spPr/>
      <dgm:t>
        <a:bodyPr/>
        <a:lstStyle/>
        <a:p>
          <a:endParaRPr lang="en-US" sz="800"/>
        </a:p>
      </dgm:t>
    </dgm:pt>
    <dgm:pt modelId="{D5992CB9-4B9C-4C9C-B61C-058FCCDB3083}">
      <dgm:prSet phldrT="[Text]" custT="1"/>
      <dgm:spPr/>
      <dgm:t>
        <a:bodyPr/>
        <a:lstStyle/>
        <a:p>
          <a:r>
            <a:rPr lang="en-US" sz="800"/>
            <a:t>Receive request from </a:t>
          </a:r>
          <a:r>
            <a:rPr lang="en-US" sz="800" err="1"/>
            <a:t>vehice</a:t>
          </a:r>
          <a:endParaRPr lang="en-US" sz="800"/>
        </a:p>
      </dgm:t>
    </dgm:pt>
    <dgm:pt modelId="{09C66BC2-641A-44D7-B287-0AF173334353}" type="parTrans" cxnId="{741F85EB-92E7-4143-B774-271D398864C8}">
      <dgm:prSet/>
      <dgm:spPr/>
      <dgm:t>
        <a:bodyPr/>
        <a:lstStyle/>
        <a:p>
          <a:endParaRPr lang="en-US" sz="800"/>
        </a:p>
      </dgm:t>
    </dgm:pt>
    <dgm:pt modelId="{822F414F-E366-4365-AB88-5452C413C96A}" type="sibTrans" cxnId="{741F85EB-92E7-4143-B774-271D398864C8}">
      <dgm:prSet custT="1"/>
      <dgm:spPr/>
      <dgm:t>
        <a:bodyPr/>
        <a:lstStyle/>
        <a:p>
          <a:endParaRPr lang="en-US" sz="800"/>
        </a:p>
      </dgm:t>
    </dgm:pt>
    <dgm:pt modelId="{A5506F29-49D6-4F50-BB9C-A531EDD78FEE}">
      <dgm:prSet phldrT="[Text]" custT="1"/>
      <dgm:spPr/>
      <dgm:t>
        <a:bodyPr/>
        <a:lstStyle/>
        <a:p>
          <a:r>
            <a:rPr lang="en-US" sz="800"/>
            <a:t>‘Send response to vehicle</a:t>
          </a:r>
        </a:p>
      </dgm:t>
    </dgm:pt>
    <dgm:pt modelId="{EBBD2449-2593-4B5F-81C8-21C9694C9298}" type="parTrans" cxnId="{57E21935-1201-48BC-81E6-6C40DD6771BE}">
      <dgm:prSet/>
      <dgm:spPr/>
      <dgm:t>
        <a:bodyPr/>
        <a:lstStyle/>
        <a:p>
          <a:endParaRPr lang="en-US"/>
        </a:p>
      </dgm:t>
    </dgm:pt>
    <dgm:pt modelId="{D54959D5-D03D-41DA-A2D3-258D89920EEF}" type="sibTrans" cxnId="{57E21935-1201-48BC-81E6-6C40DD6771BE}">
      <dgm:prSet/>
      <dgm:spPr/>
      <dgm:t>
        <a:bodyPr/>
        <a:lstStyle/>
        <a:p>
          <a:endParaRPr lang="en-US"/>
        </a:p>
      </dgm:t>
    </dgm:pt>
    <dgm:pt modelId="{1AC38460-36B4-4ECE-8903-C74B24E6734A}" type="pres">
      <dgm:prSet presAssocID="{7FE65FD7-E986-403C-B88F-EF1254E00943}" presName="Name0" presStyleCnt="0">
        <dgm:presLayoutVars>
          <dgm:resizeHandles/>
        </dgm:presLayoutVars>
      </dgm:prSet>
      <dgm:spPr/>
    </dgm:pt>
    <dgm:pt modelId="{FF06092D-B224-4158-B004-B2A0249B2BB1}" type="pres">
      <dgm:prSet presAssocID="{D5992CB9-4B9C-4C9C-B61C-058FCCDB3083}" presName="text" presStyleLbl="node1" presStyleIdx="0" presStyleCnt="4">
        <dgm:presLayoutVars>
          <dgm:bulletEnabled val="1"/>
        </dgm:presLayoutVars>
      </dgm:prSet>
      <dgm:spPr/>
    </dgm:pt>
    <dgm:pt modelId="{2BA159E0-12C0-47F2-884C-FD45260D39EF}" type="pres">
      <dgm:prSet presAssocID="{822F414F-E366-4365-AB88-5452C413C96A}" presName="space" presStyleCnt="0"/>
      <dgm:spPr/>
    </dgm:pt>
    <dgm:pt modelId="{831B1523-BA36-43F8-903D-5D0BDB715A01}" type="pres">
      <dgm:prSet presAssocID="{DD706230-B23E-4430-9B53-07D5B9573F46}" presName="text" presStyleLbl="node1" presStyleIdx="1" presStyleCnt="4">
        <dgm:presLayoutVars>
          <dgm:bulletEnabled val="1"/>
        </dgm:presLayoutVars>
      </dgm:prSet>
      <dgm:spPr/>
    </dgm:pt>
    <dgm:pt modelId="{44AEE00A-E9CC-4292-ACF4-35BBF00D291A}" type="pres">
      <dgm:prSet presAssocID="{6EB87824-6EE6-49B8-8E83-713D670B520F}" presName="space" presStyleCnt="0"/>
      <dgm:spPr/>
    </dgm:pt>
    <dgm:pt modelId="{C99269AC-5095-4967-BFFB-E2B119E80EDE}" type="pres">
      <dgm:prSet presAssocID="{0A0D2849-D7EA-44DA-9B60-2CBDC6F8F066}" presName="text" presStyleLbl="node1" presStyleIdx="2" presStyleCnt="4">
        <dgm:presLayoutVars>
          <dgm:bulletEnabled val="1"/>
        </dgm:presLayoutVars>
      </dgm:prSet>
      <dgm:spPr/>
    </dgm:pt>
    <dgm:pt modelId="{BCD41E28-AA9D-46D5-96DB-11A0A760C6A1}" type="pres">
      <dgm:prSet presAssocID="{35305553-377C-4C8C-8CFE-0180F99C696E}" presName="space" presStyleCnt="0"/>
      <dgm:spPr/>
    </dgm:pt>
    <dgm:pt modelId="{B9BC44D5-9A2D-47B9-9D6C-A49AD7E4180A}" type="pres">
      <dgm:prSet presAssocID="{A5506F29-49D6-4F50-BB9C-A531EDD78FEE}" presName="text" presStyleLbl="node1" presStyleIdx="3" presStyleCnt="4">
        <dgm:presLayoutVars>
          <dgm:bulletEnabled val="1"/>
        </dgm:presLayoutVars>
      </dgm:prSet>
      <dgm:spPr/>
    </dgm:pt>
  </dgm:ptLst>
  <dgm:cxnLst>
    <dgm:cxn modelId="{286F9C00-8844-4C00-A8A4-4780C232CDB0}" type="presOf" srcId="{A5506F29-49D6-4F50-BB9C-A531EDD78FEE}" destId="{B9BC44D5-9A2D-47B9-9D6C-A49AD7E4180A}" srcOrd="0" destOrd="0" presId="urn:diagrams.loki3.com/VaryingWidthList"/>
    <dgm:cxn modelId="{57E21935-1201-48BC-81E6-6C40DD6771BE}" srcId="{7FE65FD7-E986-403C-B88F-EF1254E00943}" destId="{A5506F29-49D6-4F50-BB9C-A531EDD78FEE}" srcOrd="3" destOrd="0" parTransId="{EBBD2449-2593-4B5F-81C8-21C9694C9298}" sibTransId="{D54959D5-D03D-41DA-A2D3-258D89920EEF}"/>
    <dgm:cxn modelId="{7B178937-DF39-4CD0-80F6-2755D42CA96B}" type="presOf" srcId="{DD706230-B23E-4430-9B53-07D5B9573F46}" destId="{831B1523-BA36-43F8-903D-5D0BDB715A01}" srcOrd="0" destOrd="0" presId="urn:diagrams.loki3.com/VaryingWidthList"/>
    <dgm:cxn modelId="{38173254-9519-43AC-9033-0182C3BF1BED}" type="presOf" srcId="{0A0D2849-D7EA-44DA-9B60-2CBDC6F8F066}" destId="{C99269AC-5095-4967-BFFB-E2B119E80EDE}" srcOrd="0" destOrd="0" presId="urn:diagrams.loki3.com/VaryingWidthList"/>
    <dgm:cxn modelId="{DEFE929A-7DA4-494D-8FD7-CDE5C54EFDA6}" srcId="{7FE65FD7-E986-403C-B88F-EF1254E00943}" destId="{DD706230-B23E-4430-9B53-07D5B9573F46}" srcOrd="1" destOrd="0" parTransId="{5D0D8762-8F34-437B-BD70-00BF88E0109C}" sibTransId="{6EB87824-6EE6-49B8-8E83-713D670B520F}"/>
    <dgm:cxn modelId="{955142C4-4EF6-4466-8CD2-6D337FB2B385}" type="presOf" srcId="{7FE65FD7-E986-403C-B88F-EF1254E00943}" destId="{1AC38460-36B4-4ECE-8903-C74B24E6734A}" srcOrd="0" destOrd="0" presId="urn:diagrams.loki3.com/VaryingWidthList"/>
    <dgm:cxn modelId="{FA59DBC6-7DF5-459C-BFA3-1A1C4D2E082A}" srcId="{7FE65FD7-E986-403C-B88F-EF1254E00943}" destId="{0A0D2849-D7EA-44DA-9B60-2CBDC6F8F066}" srcOrd="2" destOrd="0" parTransId="{889E7136-B2A3-4E33-8FE6-9AB1501A51CC}" sibTransId="{35305553-377C-4C8C-8CFE-0180F99C696E}"/>
    <dgm:cxn modelId="{741F85EB-92E7-4143-B774-271D398864C8}" srcId="{7FE65FD7-E986-403C-B88F-EF1254E00943}" destId="{D5992CB9-4B9C-4C9C-B61C-058FCCDB3083}" srcOrd="0" destOrd="0" parTransId="{09C66BC2-641A-44D7-B287-0AF173334353}" sibTransId="{822F414F-E366-4365-AB88-5452C413C96A}"/>
    <dgm:cxn modelId="{A90064FB-544C-4BF5-9468-005DFFBC063B}" type="presOf" srcId="{D5992CB9-4B9C-4C9C-B61C-058FCCDB3083}" destId="{FF06092D-B224-4158-B004-B2A0249B2BB1}" srcOrd="0" destOrd="0" presId="urn:diagrams.loki3.com/VaryingWidthList"/>
    <dgm:cxn modelId="{31DCD0AA-A478-4A87-9ECD-CBA6FE536FCA}" type="presParOf" srcId="{1AC38460-36B4-4ECE-8903-C74B24E6734A}" destId="{FF06092D-B224-4158-B004-B2A0249B2BB1}" srcOrd="0" destOrd="0" presId="urn:diagrams.loki3.com/VaryingWidthList"/>
    <dgm:cxn modelId="{D4542620-DB83-4CFD-9D16-F490B11F42B4}" type="presParOf" srcId="{1AC38460-36B4-4ECE-8903-C74B24E6734A}" destId="{2BA159E0-12C0-47F2-884C-FD45260D39EF}" srcOrd="1" destOrd="0" presId="urn:diagrams.loki3.com/VaryingWidthList"/>
    <dgm:cxn modelId="{D9F5C1A5-51D8-481B-85FC-42EF086BB7D5}" type="presParOf" srcId="{1AC38460-36B4-4ECE-8903-C74B24E6734A}" destId="{831B1523-BA36-43F8-903D-5D0BDB715A01}" srcOrd="2" destOrd="0" presId="urn:diagrams.loki3.com/VaryingWidthList"/>
    <dgm:cxn modelId="{0FBD6886-7CD5-4ACE-B4D1-D0BD33A3E7F8}" type="presParOf" srcId="{1AC38460-36B4-4ECE-8903-C74B24E6734A}" destId="{44AEE00A-E9CC-4292-ACF4-35BBF00D291A}" srcOrd="3" destOrd="0" presId="urn:diagrams.loki3.com/VaryingWidthList"/>
    <dgm:cxn modelId="{349AFBF5-546A-468B-BC3E-116872A96A56}" type="presParOf" srcId="{1AC38460-36B4-4ECE-8903-C74B24E6734A}" destId="{C99269AC-5095-4967-BFFB-E2B119E80EDE}" srcOrd="4" destOrd="0" presId="urn:diagrams.loki3.com/VaryingWidthList"/>
    <dgm:cxn modelId="{790782D9-76A6-4B59-BC0C-43CDE6397EDF}" type="presParOf" srcId="{1AC38460-36B4-4ECE-8903-C74B24E6734A}" destId="{BCD41E28-AA9D-46D5-96DB-11A0A760C6A1}" srcOrd="5" destOrd="0" presId="urn:diagrams.loki3.com/VaryingWidthList"/>
    <dgm:cxn modelId="{24ABBA06-8B82-4BC6-B3E3-D7D16B938BAE}" type="presParOf" srcId="{1AC38460-36B4-4ECE-8903-C74B24E6734A}" destId="{B9BC44D5-9A2D-47B9-9D6C-A49AD7E4180A}" srcOrd="6" destOrd="0" presId="urn:diagrams.loki3.com/VaryingWidth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7FE65FD7-E986-403C-B88F-EF1254E00943}" type="doc">
      <dgm:prSet loTypeId="urn:diagrams.loki3.com/VaryingWidthList" loCatId="list" qsTypeId="urn:microsoft.com/office/officeart/2005/8/quickstyle/simple1" qsCatId="simple" csTypeId="urn:microsoft.com/office/officeart/2005/8/colors/accent0_1" csCatId="mainScheme" phldr="1"/>
      <dgm:spPr/>
      <dgm:t>
        <a:bodyPr/>
        <a:lstStyle/>
        <a:p>
          <a:endParaRPr lang="en-US"/>
        </a:p>
      </dgm:t>
    </dgm:pt>
    <dgm:pt modelId="{D5992CB9-4B9C-4C9C-B61C-058FCCDB3083}">
      <dgm:prSet phldrT="[Text]" custT="1"/>
      <dgm:spPr/>
      <dgm:t>
        <a:bodyPr/>
        <a:lstStyle/>
        <a:p>
          <a:r>
            <a:rPr lang="en-US" sz="800"/>
            <a:t>Data Acquisition from Camera</a:t>
          </a:r>
        </a:p>
      </dgm:t>
    </dgm:pt>
    <dgm:pt modelId="{09C66BC2-641A-44D7-B287-0AF173334353}" type="parTrans" cxnId="{741F85EB-92E7-4143-B774-271D398864C8}">
      <dgm:prSet/>
      <dgm:spPr/>
      <dgm:t>
        <a:bodyPr/>
        <a:lstStyle/>
        <a:p>
          <a:endParaRPr lang="en-US" sz="800"/>
        </a:p>
      </dgm:t>
    </dgm:pt>
    <dgm:pt modelId="{822F414F-E366-4365-AB88-5452C413C96A}" type="sibTrans" cxnId="{741F85EB-92E7-4143-B774-271D398864C8}">
      <dgm:prSet custT="1"/>
      <dgm:spPr/>
      <dgm:t>
        <a:bodyPr/>
        <a:lstStyle/>
        <a:p>
          <a:endParaRPr lang="en-US" sz="800"/>
        </a:p>
      </dgm:t>
    </dgm:pt>
    <dgm:pt modelId="{28CA9744-912F-47AA-BF83-B7FE7095D5BC}">
      <dgm:prSet phldrT="[Text]" custT="1"/>
      <dgm:spPr/>
      <dgm:t>
        <a:bodyPr/>
        <a:lstStyle/>
        <a:p>
          <a:r>
            <a:rPr lang="en-US" sz="800"/>
            <a:t>Data Preprocessing</a:t>
          </a:r>
        </a:p>
      </dgm:t>
    </dgm:pt>
    <dgm:pt modelId="{C3D32D20-5D11-4457-8739-54629E50DF34}" type="parTrans" cxnId="{C6078E85-1263-4897-B93A-DCFE7EFEA7FC}">
      <dgm:prSet/>
      <dgm:spPr/>
      <dgm:t>
        <a:bodyPr/>
        <a:lstStyle/>
        <a:p>
          <a:endParaRPr lang="en-US" sz="800"/>
        </a:p>
      </dgm:t>
    </dgm:pt>
    <dgm:pt modelId="{5304DDD7-0BE8-411C-9D3D-BD09729C591B}" type="sibTrans" cxnId="{C6078E85-1263-4897-B93A-DCFE7EFEA7FC}">
      <dgm:prSet custT="1"/>
      <dgm:spPr/>
      <dgm:t>
        <a:bodyPr/>
        <a:lstStyle/>
        <a:p>
          <a:endParaRPr lang="en-US" sz="800"/>
        </a:p>
      </dgm:t>
    </dgm:pt>
    <dgm:pt modelId="{C7CDDDE3-39E7-4C51-99B2-D975A9612BD3}">
      <dgm:prSet phldrT="[Text]" custT="1"/>
      <dgm:spPr/>
      <dgm:t>
        <a:bodyPr/>
        <a:lstStyle/>
        <a:p>
          <a:r>
            <a:rPr lang="en-US" sz="800"/>
            <a:t>Object</a:t>
          </a:r>
        </a:p>
      </dgm:t>
    </dgm:pt>
    <dgm:pt modelId="{E37EFD79-BCB3-4519-B31B-E20C158FFAF3}" type="parTrans" cxnId="{0CA24220-FCE1-4833-95F1-C84B2EACBC4F}">
      <dgm:prSet/>
      <dgm:spPr/>
      <dgm:t>
        <a:bodyPr/>
        <a:lstStyle/>
        <a:p>
          <a:endParaRPr lang="en-US" sz="800"/>
        </a:p>
      </dgm:t>
    </dgm:pt>
    <dgm:pt modelId="{33D88AAE-92D2-4D82-846E-951098E456FB}" type="sibTrans" cxnId="{0CA24220-FCE1-4833-95F1-C84B2EACBC4F}">
      <dgm:prSet custT="1"/>
      <dgm:spPr/>
      <dgm:t>
        <a:bodyPr/>
        <a:lstStyle/>
        <a:p>
          <a:endParaRPr lang="en-US" sz="800"/>
        </a:p>
      </dgm:t>
    </dgm:pt>
    <dgm:pt modelId="{6EE79C3A-5551-47A3-9B68-F1BE401FAD68}">
      <dgm:prSet phldrT="[Text]" custT="1"/>
      <dgm:spPr/>
      <dgm:t>
        <a:bodyPr/>
        <a:lstStyle/>
        <a:p>
          <a:r>
            <a:rPr lang="en-US" sz="800"/>
            <a:t>Detection</a:t>
          </a:r>
        </a:p>
      </dgm:t>
    </dgm:pt>
    <dgm:pt modelId="{27B6CC5A-14A9-434E-A9A7-BA4745653C3A}" type="parTrans" cxnId="{D0F0F362-B88E-497F-973D-16947ADA17B5}">
      <dgm:prSet/>
      <dgm:spPr/>
      <dgm:t>
        <a:bodyPr/>
        <a:lstStyle/>
        <a:p>
          <a:endParaRPr lang="en-US" sz="800"/>
        </a:p>
      </dgm:t>
    </dgm:pt>
    <dgm:pt modelId="{2483B853-9A5C-4A5A-AD1E-A81CFD9D7EDC}" type="sibTrans" cxnId="{D0F0F362-B88E-497F-973D-16947ADA17B5}">
      <dgm:prSet/>
      <dgm:spPr/>
      <dgm:t>
        <a:bodyPr/>
        <a:lstStyle/>
        <a:p>
          <a:endParaRPr lang="en-US" sz="800"/>
        </a:p>
      </dgm:t>
    </dgm:pt>
    <dgm:pt modelId="{FC49F5FF-F7AA-4F43-A17E-3D05832D4ABC}">
      <dgm:prSet phldrT="[Text]" custT="1"/>
      <dgm:spPr/>
      <dgm:t>
        <a:bodyPr/>
        <a:lstStyle/>
        <a:p>
          <a:r>
            <a:rPr lang="en-US" sz="800"/>
            <a:t>Classification</a:t>
          </a:r>
        </a:p>
      </dgm:t>
    </dgm:pt>
    <dgm:pt modelId="{97D0E5AB-9365-411F-B670-092A47284FA7}" type="parTrans" cxnId="{0530E491-226B-4A4D-A077-AFBCC4A91847}">
      <dgm:prSet/>
      <dgm:spPr/>
      <dgm:t>
        <a:bodyPr/>
        <a:lstStyle/>
        <a:p>
          <a:endParaRPr lang="en-US" sz="800"/>
        </a:p>
      </dgm:t>
    </dgm:pt>
    <dgm:pt modelId="{9349F52F-21E5-4F96-A8B5-2E4F657E0F68}" type="sibTrans" cxnId="{0530E491-226B-4A4D-A077-AFBCC4A91847}">
      <dgm:prSet/>
      <dgm:spPr/>
      <dgm:t>
        <a:bodyPr/>
        <a:lstStyle/>
        <a:p>
          <a:endParaRPr lang="en-US" sz="800"/>
        </a:p>
      </dgm:t>
    </dgm:pt>
    <dgm:pt modelId="{BBED5D94-86EE-474A-8714-3FB7DE8E0495}">
      <dgm:prSet phldrT="[Text]" custT="1"/>
      <dgm:spPr/>
      <dgm:t>
        <a:bodyPr/>
        <a:lstStyle/>
        <a:p>
          <a:r>
            <a:rPr lang="en-US" sz="800"/>
            <a:t>Tracking</a:t>
          </a:r>
        </a:p>
      </dgm:t>
    </dgm:pt>
    <dgm:pt modelId="{5790E005-67F6-4B08-A0D6-815A642236D8}" type="parTrans" cxnId="{15147660-28DB-4CB2-8976-2422C03242AA}">
      <dgm:prSet/>
      <dgm:spPr/>
      <dgm:t>
        <a:bodyPr/>
        <a:lstStyle/>
        <a:p>
          <a:endParaRPr lang="en-US" sz="800"/>
        </a:p>
      </dgm:t>
    </dgm:pt>
    <dgm:pt modelId="{7402EA1D-8D22-434B-8CCD-F20F11DF755E}" type="sibTrans" cxnId="{15147660-28DB-4CB2-8976-2422C03242AA}">
      <dgm:prSet/>
      <dgm:spPr/>
      <dgm:t>
        <a:bodyPr/>
        <a:lstStyle/>
        <a:p>
          <a:endParaRPr lang="en-US" sz="800"/>
        </a:p>
      </dgm:t>
    </dgm:pt>
    <dgm:pt modelId="{356A845E-56B1-4DEE-8038-F13F345904F4}">
      <dgm:prSet phldrT="[Text]" custT="1"/>
      <dgm:spPr/>
      <dgm:t>
        <a:bodyPr/>
        <a:lstStyle/>
        <a:p>
          <a:r>
            <a:rPr lang="en-US" sz="800"/>
            <a:t>Decision Making &amp; Response Generation</a:t>
          </a:r>
        </a:p>
      </dgm:t>
    </dgm:pt>
    <dgm:pt modelId="{A163E101-3C13-4B27-9950-9AA9B2EB3760}" type="parTrans" cxnId="{F5CC73C2-7D4C-4A22-9E23-8713FC479195}">
      <dgm:prSet/>
      <dgm:spPr/>
      <dgm:t>
        <a:bodyPr/>
        <a:lstStyle/>
        <a:p>
          <a:endParaRPr lang="en-US" sz="800"/>
        </a:p>
      </dgm:t>
    </dgm:pt>
    <dgm:pt modelId="{5B2E1D29-1CB0-44E5-9006-54E40918EB23}" type="sibTrans" cxnId="{F5CC73C2-7D4C-4A22-9E23-8713FC479195}">
      <dgm:prSet/>
      <dgm:spPr/>
      <dgm:t>
        <a:bodyPr/>
        <a:lstStyle/>
        <a:p>
          <a:endParaRPr lang="en-US" sz="800"/>
        </a:p>
      </dgm:t>
    </dgm:pt>
    <dgm:pt modelId="{EF4EA56D-F10C-4AE7-AF1E-A251C9C163F8}" type="pres">
      <dgm:prSet presAssocID="{7FE65FD7-E986-403C-B88F-EF1254E00943}" presName="Name0" presStyleCnt="0">
        <dgm:presLayoutVars>
          <dgm:resizeHandles/>
        </dgm:presLayoutVars>
      </dgm:prSet>
      <dgm:spPr/>
    </dgm:pt>
    <dgm:pt modelId="{9CE81BD1-D3F2-4321-AC63-C15B3BA63726}" type="pres">
      <dgm:prSet presAssocID="{D5992CB9-4B9C-4C9C-B61C-058FCCDB3083}" presName="text" presStyleLbl="node1" presStyleIdx="0" presStyleCnt="4">
        <dgm:presLayoutVars>
          <dgm:bulletEnabled val="1"/>
        </dgm:presLayoutVars>
      </dgm:prSet>
      <dgm:spPr/>
    </dgm:pt>
    <dgm:pt modelId="{0527B33E-50B0-4042-AE02-A587431C3E93}" type="pres">
      <dgm:prSet presAssocID="{822F414F-E366-4365-AB88-5452C413C96A}" presName="space" presStyleCnt="0"/>
      <dgm:spPr/>
    </dgm:pt>
    <dgm:pt modelId="{C3575FCE-1949-4FAC-9F2F-77E628B3E620}" type="pres">
      <dgm:prSet presAssocID="{28CA9744-912F-47AA-BF83-B7FE7095D5BC}" presName="text" presStyleLbl="node1" presStyleIdx="1" presStyleCnt="4">
        <dgm:presLayoutVars>
          <dgm:bulletEnabled val="1"/>
        </dgm:presLayoutVars>
      </dgm:prSet>
      <dgm:spPr/>
    </dgm:pt>
    <dgm:pt modelId="{F916D116-8147-4263-A9C7-03CDD039419F}" type="pres">
      <dgm:prSet presAssocID="{5304DDD7-0BE8-411C-9D3D-BD09729C591B}" presName="space" presStyleCnt="0"/>
      <dgm:spPr/>
    </dgm:pt>
    <dgm:pt modelId="{D88CA1E6-071B-413C-8ADB-5D1E119092B4}" type="pres">
      <dgm:prSet presAssocID="{C7CDDDE3-39E7-4C51-99B2-D975A9612BD3}" presName="text" presStyleLbl="node1" presStyleIdx="2" presStyleCnt="4">
        <dgm:presLayoutVars>
          <dgm:bulletEnabled val="1"/>
        </dgm:presLayoutVars>
      </dgm:prSet>
      <dgm:spPr/>
    </dgm:pt>
    <dgm:pt modelId="{AB262E52-80B8-417C-A572-9651F478F4D4}" type="pres">
      <dgm:prSet presAssocID="{33D88AAE-92D2-4D82-846E-951098E456FB}" presName="space" presStyleCnt="0"/>
      <dgm:spPr/>
    </dgm:pt>
    <dgm:pt modelId="{A255E889-474D-4510-ADC6-B2AA54845F6B}" type="pres">
      <dgm:prSet presAssocID="{356A845E-56B1-4DEE-8038-F13F345904F4}" presName="text" presStyleLbl="node1" presStyleIdx="3" presStyleCnt="4">
        <dgm:presLayoutVars>
          <dgm:bulletEnabled val="1"/>
        </dgm:presLayoutVars>
      </dgm:prSet>
      <dgm:spPr/>
    </dgm:pt>
  </dgm:ptLst>
  <dgm:cxnLst>
    <dgm:cxn modelId="{8D809318-B8D3-472C-887D-CF1BA58DFDFA}" type="presOf" srcId="{356A845E-56B1-4DEE-8038-F13F345904F4}" destId="{A255E889-474D-4510-ADC6-B2AA54845F6B}" srcOrd="0" destOrd="0" presId="urn:diagrams.loki3.com/VaryingWidthList"/>
    <dgm:cxn modelId="{0CA24220-FCE1-4833-95F1-C84B2EACBC4F}" srcId="{7FE65FD7-E986-403C-B88F-EF1254E00943}" destId="{C7CDDDE3-39E7-4C51-99B2-D975A9612BD3}" srcOrd="2" destOrd="0" parTransId="{E37EFD79-BCB3-4519-B31B-E20C158FFAF3}" sibTransId="{33D88AAE-92D2-4D82-846E-951098E456FB}"/>
    <dgm:cxn modelId="{FAA2BC24-A009-4121-A9C6-B7D92C14E4B9}" type="presOf" srcId="{D5992CB9-4B9C-4C9C-B61C-058FCCDB3083}" destId="{9CE81BD1-D3F2-4321-AC63-C15B3BA63726}" srcOrd="0" destOrd="0" presId="urn:diagrams.loki3.com/VaryingWidthList"/>
    <dgm:cxn modelId="{EE5E5628-E654-482B-9D9C-EC3DA8480BA1}" type="presOf" srcId="{FC49F5FF-F7AA-4F43-A17E-3D05832D4ABC}" destId="{D88CA1E6-071B-413C-8ADB-5D1E119092B4}" srcOrd="0" destOrd="2" presId="urn:diagrams.loki3.com/VaryingWidthList"/>
    <dgm:cxn modelId="{F4FC202B-A1D7-405C-B453-5A66C7970A25}" type="presOf" srcId="{C7CDDDE3-39E7-4C51-99B2-D975A9612BD3}" destId="{D88CA1E6-071B-413C-8ADB-5D1E119092B4}" srcOrd="0" destOrd="0" presId="urn:diagrams.loki3.com/VaryingWidthList"/>
    <dgm:cxn modelId="{8F7FE231-22C8-4BD3-8ACA-B4D35CF47740}" type="presOf" srcId="{7FE65FD7-E986-403C-B88F-EF1254E00943}" destId="{EF4EA56D-F10C-4AE7-AF1E-A251C9C163F8}" srcOrd="0" destOrd="0" presId="urn:diagrams.loki3.com/VaryingWidthList"/>
    <dgm:cxn modelId="{15147660-28DB-4CB2-8976-2422C03242AA}" srcId="{C7CDDDE3-39E7-4C51-99B2-D975A9612BD3}" destId="{BBED5D94-86EE-474A-8714-3FB7DE8E0495}" srcOrd="2" destOrd="0" parTransId="{5790E005-67F6-4B08-A0D6-815A642236D8}" sibTransId="{7402EA1D-8D22-434B-8CCD-F20F11DF755E}"/>
    <dgm:cxn modelId="{D0F0F362-B88E-497F-973D-16947ADA17B5}" srcId="{C7CDDDE3-39E7-4C51-99B2-D975A9612BD3}" destId="{6EE79C3A-5551-47A3-9B68-F1BE401FAD68}" srcOrd="0" destOrd="0" parTransId="{27B6CC5A-14A9-434E-A9A7-BA4745653C3A}" sibTransId="{2483B853-9A5C-4A5A-AD1E-A81CFD9D7EDC}"/>
    <dgm:cxn modelId="{10A44D48-311E-4CC3-8076-7151BF75B5E7}" type="presOf" srcId="{28CA9744-912F-47AA-BF83-B7FE7095D5BC}" destId="{C3575FCE-1949-4FAC-9F2F-77E628B3E620}" srcOrd="0" destOrd="0" presId="urn:diagrams.loki3.com/VaryingWidthList"/>
    <dgm:cxn modelId="{1C8E2549-8078-428C-962C-24F025E5FFFA}" type="presOf" srcId="{BBED5D94-86EE-474A-8714-3FB7DE8E0495}" destId="{D88CA1E6-071B-413C-8ADB-5D1E119092B4}" srcOrd="0" destOrd="3" presId="urn:diagrams.loki3.com/VaryingWidthList"/>
    <dgm:cxn modelId="{C6078E85-1263-4897-B93A-DCFE7EFEA7FC}" srcId="{7FE65FD7-E986-403C-B88F-EF1254E00943}" destId="{28CA9744-912F-47AA-BF83-B7FE7095D5BC}" srcOrd="1" destOrd="0" parTransId="{C3D32D20-5D11-4457-8739-54629E50DF34}" sibTransId="{5304DDD7-0BE8-411C-9D3D-BD09729C591B}"/>
    <dgm:cxn modelId="{0530E491-226B-4A4D-A077-AFBCC4A91847}" srcId="{C7CDDDE3-39E7-4C51-99B2-D975A9612BD3}" destId="{FC49F5FF-F7AA-4F43-A17E-3D05832D4ABC}" srcOrd="1" destOrd="0" parTransId="{97D0E5AB-9365-411F-B670-092A47284FA7}" sibTransId="{9349F52F-21E5-4F96-A8B5-2E4F657E0F68}"/>
    <dgm:cxn modelId="{F5CC73C2-7D4C-4A22-9E23-8713FC479195}" srcId="{7FE65FD7-E986-403C-B88F-EF1254E00943}" destId="{356A845E-56B1-4DEE-8038-F13F345904F4}" srcOrd="3" destOrd="0" parTransId="{A163E101-3C13-4B27-9950-9AA9B2EB3760}" sibTransId="{5B2E1D29-1CB0-44E5-9006-54E40918EB23}"/>
    <dgm:cxn modelId="{ECCCECE1-B675-406C-9D11-EF3C97AB197B}" type="presOf" srcId="{6EE79C3A-5551-47A3-9B68-F1BE401FAD68}" destId="{D88CA1E6-071B-413C-8ADB-5D1E119092B4}" srcOrd="0" destOrd="1" presId="urn:diagrams.loki3.com/VaryingWidthList"/>
    <dgm:cxn modelId="{741F85EB-92E7-4143-B774-271D398864C8}" srcId="{7FE65FD7-E986-403C-B88F-EF1254E00943}" destId="{D5992CB9-4B9C-4C9C-B61C-058FCCDB3083}" srcOrd="0" destOrd="0" parTransId="{09C66BC2-641A-44D7-B287-0AF173334353}" sibTransId="{822F414F-E366-4365-AB88-5452C413C96A}"/>
    <dgm:cxn modelId="{E9F984E8-2D47-46A6-A01A-30C11FACB1FF}" type="presParOf" srcId="{EF4EA56D-F10C-4AE7-AF1E-A251C9C163F8}" destId="{9CE81BD1-D3F2-4321-AC63-C15B3BA63726}" srcOrd="0" destOrd="0" presId="urn:diagrams.loki3.com/VaryingWidthList"/>
    <dgm:cxn modelId="{8101DCF1-9D4C-4575-A176-09A23AE45791}" type="presParOf" srcId="{EF4EA56D-F10C-4AE7-AF1E-A251C9C163F8}" destId="{0527B33E-50B0-4042-AE02-A587431C3E93}" srcOrd="1" destOrd="0" presId="urn:diagrams.loki3.com/VaryingWidthList"/>
    <dgm:cxn modelId="{499F2734-C255-42BD-B7E2-63EEDB716882}" type="presParOf" srcId="{EF4EA56D-F10C-4AE7-AF1E-A251C9C163F8}" destId="{C3575FCE-1949-4FAC-9F2F-77E628B3E620}" srcOrd="2" destOrd="0" presId="urn:diagrams.loki3.com/VaryingWidthList"/>
    <dgm:cxn modelId="{67EC2A95-C886-4CAE-A8D1-3E88ED780BBF}" type="presParOf" srcId="{EF4EA56D-F10C-4AE7-AF1E-A251C9C163F8}" destId="{F916D116-8147-4263-A9C7-03CDD039419F}" srcOrd="3" destOrd="0" presId="urn:diagrams.loki3.com/VaryingWidthList"/>
    <dgm:cxn modelId="{720AA0EC-7CEF-4EFC-8FFD-E60AC5F0D71E}" type="presParOf" srcId="{EF4EA56D-F10C-4AE7-AF1E-A251C9C163F8}" destId="{D88CA1E6-071B-413C-8ADB-5D1E119092B4}" srcOrd="4" destOrd="0" presId="urn:diagrams.loki3.com/VaryingWidthList"/>
    <dgm:cxn modelId="{F29B4733-DD14-4E2D-AEF7-C9D403D53461}" type="presParOf" srcId="{EF4EA56D-F10C-4AE7-AF1E-A251C9C163F8}" destId="{AB262E52-80B8-417C-A572-9651F478F4D4}" srcOrd="5" destOrd="0" presId="urn:diagrams.loki3.com/VaryingWidthList"/>
    <dgm:cxn modelId="{802D65C3-065F-4F3E-A6B5-8204D7F6DD9C}" type="presParOf" srcId="{EF4EA56D-F10C-4AE7-AF1E-A251C9C163F8}" destId="{A255E889-474D-4510-ADC6-B2AA54845F6B}" srcOrd="6" destOrd="0" presId="urn:diagrams.loki3.com/VaryingWidthList"/>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7FE65FD7-E986-403C-B88F-EF1254E00943}" type="doc">
      <dgm:prSet loTypeId="urn:diagrams.loki3.com/VaryingWidthList" loCatId="list" qsTypeId="urn:microsoft.com/office/officeart/2005/8/quickstyle/simple1" qsCatId="simple" csTypeId="urn:microsoft.com/office/officeart/2005/8/colors/accent0_1" csCatId="mainScheme" phldr="1"/>
      <dgm:spPr/>
      <dgm:t>
        <a:bodyPr/>
        <a:lstStyle/>
        <a:p>
          <a:endParaRPr lang="en-US"/>
        </a:p>
      </dgm:t>
    </dgm:pt>
    <dgm:pt modelId="{D5992CB9-4B9C-4C9C-B61C-058FCCDB3083}">
      <dgm:prSet phldrT="[Text]" custT="1"/>
      <dgm:spPr/>
      <dgm:t>
        <a:bodyPr/>
        <a:lstStyle/>
        <a:p>
          <a:r>
            <a:rPr lang="en-US" sz="800"/>
            <a:t>Receive Data from RSU</a:t>
          </a:r>
        </a:p>
      </dgm:t>
    </dgm:pt>
    <dgm:pt modelId="{09C66BC2-641A-44D7-B287-0AF173334353}" type="parTrans" cxnId="{741F85EB-92E7-4143-B774-271D398864C8}">
      <dgm:prSet/>
      <dgm:spPr/>
      <dgm:t>
        <a:bodyPr/>
        <a:lstStyle/>
        <a:p>
          <a:endParaRPr lang="en-US" sz="800"/>
        </a:p>
      </dgm:t>
    </dgm:pt>
    <dgm:pt modelId="{822F414F-E366-4365-AB88-5452C413C96A}" type="sibTrans" cxnId="{741F85EB-92E7-4143-B774-271D398864C8}">
      <dgm:prSet custT="1"/>
      <dgm:spPr/>
      <dgm:t>
        <a:bodyPr/>
        <a:lstStyle/>
        <a:p>
          <a:endParaRPr lang="en-US" sz="800"/>
        </a:p>
      </dgm:t>
    </dgm:pt>
    <dgm:pt modelId="{C420518F-6D30-40EF-BF17-C9EFC9B79929}">
      <dgm:prSet phldrT="[Text]" custT="1"/>
      <dgm:spPr/>
      <dgm:t>
        <a:bodyPr/>
        <a:lstStyle/>
        <a:p>
          <a:r>
            <a:rPr lang="en-US" sz="800"/>
            <a:t>Send Response to RSU</a:t>
          </a:r>
        </a:p>
      </dgm:t>
    </dgm:pt>
    <dgm:pt modelId="{93DCA366-CD32-44A2-BDEE-F076794E53DE}" type="parTrans" cxnId="{66F6A64D-913F-4DF2-9A44-8CDBEF65A28A}">
      <dgm:prSet/>
      <dgm:spPr/>
      <dgm:t>
        <a:bodyPr/>
        <a:lstStyle/>
        <a:p>
          <a:endParaRPr lang="en-US" sz="800"/>
        </a:p>
      </dgm:t>
    </dgm:pt>
    <dgm:pt modelId="{1BA4E728-856D-4092-A756-DB72CB4E17A7}" type="sibTrans" cxnId="{66F6A64D-913F-4DF2-9A44-8CDBEF65A28A}">
      <dgm:prSet custT="1"/>
      <dgm:spPr/>
      <dgm:t>
        <a:bodyPr/>
        <a:lstStyle/>
        <a:p>
          <a:endParaRPr lang="en-US" sz="800"/>
        </a:p>
      </dgm:t>
    </dgm:pt>
    <dgm:pt modelId="{19DA625A-4571-4ECF-9118-523FA294E7F9}">
      <dgm:prSet phldrT="[Text]" custT="1"/>
      <dgm:spPr/>
      <dgm:t>
        <a:bodyPr/>
        <a:lstStyle/>
        <a:p>
          <a:r>
            <a:rPr lang="en-US" sz="800"/>
            <a:t>Node </a:t>
          </a:r>
          <a:r>
            <a:rPr lang="en-US" sz="800" err="1"/>
            <a:t>Manageblity</a:t>
          </a:r>
          <a:r>
            <a:rPr lang="en-US" sz="800"/>
            <a:t> /Access Control</a:t>
          </a:r>
        </a:p>
      </dgm:t>
    </dgm:pt>
    <dgm:pt modelId="{BAC4D517-C8AF-4D87-BBB0-725056A7F522}" type="parTrans" cxnId="{1F10214F-DA45-47DD-AC87-3D067B7B57FE}">
      <dgm:prSet/>
      <dgm:spPr/>
      <dgm:t>
        <a:bodyPr/>
        <a:lstStyle/>
        <a:p>
          <a:endParaRPr lang="en-US" sz="800"/>
        </a:p>
      </dgm:t>
    </dgm:pt>
    <dgm:pt modelId="{386C10A3-A853-447F-A7A5-751EDBDF0AD5}" type="sibTrans" cxnId="{1F10214F-DA45-47DD-AC87-3D067B7B57FE}">
      <dgm:prSet/>
      <dgm:spPr/>
      <dgm:t>
        <a:bodyPr/>
        <a:lstStyle/>
        <a:p>
          <a:endParaRPr lang="en-US" sz="800"/>
        </a:p>
      </dgm:t>
    </dgm:pt>
    <dgm:pt modelId="{FAB98A04-1DB5-4682-BACB-DF012B743CA0}" type="pres">
      <dgm:prSet presAssocID="{7FE65FD7-E986-403C-B88F-EF1254E00943}" presName="Name0" presStyleCnt="0">
        <dgm:presLayoutVars>
          <dgm:resizeHandles/>
        </dgm:presLayoutVars>
      </dgm:prSet>
      <dgm:spPr/>
    </dgm:pt>
    <dgm:pt modelId="{462D6F5D-A5D4-4331-8BDB-BD3AE96E634C}" type="pres">
      <dgm:prSet presAssocID="{D5992CB9-4B9C-4C9C-B61C-058FCCDB3083}" presName="text" presStyleLbl="node1" presStyleIdx="0" presStyleCnt="3">
        <dgm:presLayoutVars>
          <dgm:bulletEnabled val="1"/>
        </dgm:presLayoutVars>
      </dgm:prSet>
      <dgm:spPr/>
    </dgm:pt>
    <dgm:pt modelId="{BE1C7C0C-0A01-48DE-A082-95A0EEE2791F}" type="pres">
      <dgm:prSet presAssocID="{822F414F-E366-4365-AB88-5452C413C96A}" presName="space" presStyleCnt="0"/>
      <dgm:spPr/>
    </dgm:pt>
    <dgm:pt modelId="{E2C7D9CE-847A-4BE2-8B04-161180FFF6AD}" type="pres">
      <dgm:prSet presAssocID="{C420518F-6D30-40EF-BF17-C9EFC9B79929}" presName="text" presStyleLbl="node1" presStyleIdx="1" presStyleCnt="3">
        <dgm:presLayoutVars>
          <dgm:bulletEnabled val="1"/>
        </dgm:presLayoutVars>
      </dgm:prSet>
      <dgm:spPr/>
    </dgm:pt>
    <dgm:pt modelId="{E3C48673-FD7D-4049-9567-DE8192997958}" type="pres">
      <dgm:prSet presAssocID="{1BA4E728-856D-4092-A756-DB72CB4E17A7}" presName="space" presStyleCnt="0"/>
      <dgm:spPr/>
    </dgm:pt>
    <dgm:pt modelId="{C1A16641-E986-48C0-9DA1-4009CBF29D38}" type="pres">
      <dgm:prSet presAssocID="{19DA625A-4571-4ECF-9118-523FA294E7F9}" presName="text" presStyleLbl="node1" presStyleIdx="2" presStyleCnt="3">
        <dgm:presLayoutVars>
          <dgm:bulletEnabled val="1"/>
        </dgm:presLayoutVars>
      </dgm:prSet>
      <dgm:spPr/>
    </dgm:pt>
  </dgm:ptLst>
  <dgm:cxnLst>
    <dgm:cxn modelId="{7848F543-23BF-4D32-8197-502C1BE1B1A2}" type="presOf" srcId="{D5992CB9-4B9C-4C9C-B61C-058FCCDB3083}" destId="{462D6F5D-A5D4-4331-8BDB-BD3AE96E634C}" srcOrd="0" destOrd="0" presId="urn:diagrams.loki3.com/VaryingWidthList"/>
    <dgm:cxn modelId="{66F6A64D-913F-4DF2-9A44-8CDBEF65A28A}" srcId="{7FE65FD7-E986-403C-B88F-EF1254E00943}" destId="{C420518F-6D30-40EF-BF17-C9EFC9B79929}" srcOrd="1" destOrd="0" parTransId="{93DCA366-CD32-44A2-BDEE-F076794E53DE}" sibTransId="{1BA4E728-856D-4092-A756-DB72CB4E17A7}"/>
    <dgm:cxn modelId="{1F10214F-DA45-47DD-AC87-3D067B7B57FE}" srcId="{7FE65FD7-E986-403C-B88F-EF1254E00943}" destId="{19DA625A-4571-4ECF-9118-523FA294E7F9}" srcOrd="2" destOrd="0" parTransId="{BAC4D517-C8AF-4D87-BBB0-725056A7F522}" sibTransId="{386C10A3-A853-447F-A7A5-751EDBDF0AD5}"/>
    <dgm:cxn modelId="{CD1DA28E-800D-44C5-BEA2-D2D57D274283}" type="presOf" srcId="{7FE65FD7-E986-403C-B88F-EF1254E00943}" destId="{FAB98A04-1DB5-4682-BACB-DF012B743CA0}" srcOrd="0" destOrd="0" presId="urn:diagrams.loki3.com/VaryingWidthList"/>
    <dgm:cxn modelId="{2A4A5A9C-7F25-4062-A9EA-2EE1F3D1FDBA}" type="presOf" srcId="{C420518F-6D30-40EF-BF17-C9EFC9B79929}" destId="{E2C7D9CE-847A-4BE2-8B04-161180FFF6AD}" srcOrd="0" destOrd="0" presId="urn:diagrams.loki3.com/VaryingWidthList"/>
    <dgm:cxn modelId="{D16F54CE-60CD-4EDE-805D-C1F709F3E918}" type="presOf" srcId="{19DA625A-4571-4ECF-9118-523FA294E7F9}" destId="{C1A16641-E986-48C0-9DA1-4009CBF29D38}" srcOrd="0" destOrd="0" presId="urn:diagrams.loki3.com/VaryingWidthList"/>
    <dgm:cxn modelId="{741F85EB-92E7-4143-B774-271D398864C8}" srcId="{7FE65FD7-E986-403C-B88F-EF1254E00943}" destId="{D5992CB9-4B9C-4C9C-B61C-058FCCDB3083}" srcOrd="0" destOrd="0" parTransId="{09C66BC2-641A-44D7-B287-0AF173334353}" sibTransId="{822F414F-E366-4365-AB88-5452C413C96A}"/>
    <dgm:cxn modelId="{84085055-F09A-4F07-9C57-CB513E5DAD41}" type="presParOf" srcId="{FAB98A04-1DB5-4682-BACB-DF012B743CA0}" destId="{462D6F5D-A5D4-4331-8BDB-BD3AE96E634C}" srcOrd="0" destOrd="0" presId="urn:diagrams.loki3.com/VaryingWidthList"/>
    <dgm:cxn modelId="{0EB5713B-FDB2-4F5A-8396-3C00809608A2}" type="presParOf" srcId="{FAB98A04-1DB5-4682-BACB-DF012B743CA0}" destId="{BE1C7C0C-0A01-48DE-A082-95A0EEE2791F}" srcOrd="1" destOrd="0" presId="urn:diagrams.loki3.com/VaryingWidthList"/>
    <dgm:cxn modelId="{FEDF4D01-A7DF-4AA3-9E2C-4594FD7D712C}" type="presParOf" srcId="{FAB98A04-1DB5-4682-BACB-DF012B743CA0}" destId="{E2C7D9CE-847A-4BE2-8B04-161180FFF6AD}" srcOrd="2" destOrd="0" presId="urn:diagrams.loki3.com/VaryingWidthList"/>
    <dgm:cxn modelId="{9B3FB24E-81CD-4C10-9EDD-61DEE80A9DF1}" type="presParOf" srcId="{FAB98A04-1DB5-4682-BACB-DF012B743CA0}" destId="{E3C48673-FD7D-4049-9567-DE8192997958}" srcOrd="3" destOrd="0" presId="urn:diagrams.loki3.com/VaryingWidthList"/>
    <dgm:cxn modelId="{DD18E448-A9EC-4F22-96E4-ADBBF17F30EB}" type="presParOf" srcId="{FAB98A04-1DB5-4682-BACB-DF012B743CA0}" destId="{C1A16641-E986-48C0-9DA1-4009CBF29D38}" srcOrd="4" destOrd="0" presId="urn:diagrams.loki3.com/VaryingWidthList"/>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7FE65FD7-E986-403C-B88F-EF1254E00943}" type="doc">
      <dgm:prSet loTypeId="urn:diagrams.loki3.com/VaryingWidthList" loCatId="list" qsTypeId="urn:microsoft.com/office/officeart/2005/8/quickstyle/simple1" qsCatId="simple" csTypeId="urn:microsoft.com/office/officeart/2005/8/colors/accent0_1" csCatId="mainScheme" phldr="1"/>
      <dgm:spPr/>
      <dgm:t>
        <a:bodyPr/>
        <a:lstStyle/>
        <a:p>
          <a:endParaRPr lang="en-US"/>
        </a:p>
      </dgm:t>
    </dgm:pt>
    <dgm:pt modelId="{DD706230-B23E-4430-9B53-07D5B9573F46}">
      <dgm:prSet phldrT="[Text]" custT="1"/>
      <dgm:spPr/>
      <dgm:t>
        <a:bodyPr/>
        <a:lstStyle/>
        <a:p>
          <a:r>
            <a:rPr lang="en-US" sz="800"/>
            <a:t>Send Vehicle Data( Speed and Coordinates)</a:t>
          </a:r>
        </a:p>
      </dgm:t>
    </dgm:pt>
    <dgm:pt modelId="{5D0D8762-8F34-437B-BD70-00BF88E0109C}" type="parTrans" cxnId="{DEFE929A-7DA4-494D-8FD7-CDE5C54EFDA6}">
      <dgm:prSet/>
      <dgm:spPr/>
      <dgm:t>
        <a:bodyPr/>
        <a:lstStyle/>
        <a:p>
          <a:endParaRPr lang="en-US" sz="800"/>
        </a:p>
      </dgm:t>
    </dgm:pt>
    <dgm:pt modelId="{6EB87824-6EE6-49B8-8E83-713D670B520F}" type="sibTrans" cxnId="{DEFE929A-7DA4-494D-8FD7-CDE5C54EFDA6}">
      <dgm:prSet custT="1"/>
      <dgm:spPr/>
      <dgm:t>
        <a:bodyPr/>
        <a:lstStyle/>
        <a:p>
          <a:endParaRPr lang="en-US" sz="800"/>
        </a:p>
      </dgm:t>
    </dgm:pt>
    <dgm:pt modelId="{0A0D2849-D7EA-44DA-9B60-2CBDC6F8F066}">
      <dgm:prSet phldrT="[Text]" custT="1"/>
      <dgm:spPr/>
      <dgm:t>
        <a:bodyPr/>
        <a:lstStyle/>
        <a:p>
          <a:r>
            <a:rPr lang="en-US" sz="800"/>
            <a:t>Receive response from RSU</a:t>
          </a:r>
        </a:p>
      </dgm:t>
    </dgm:pt>
    <dgm:pt modelId="{889E7136-B2A3-4E33-8FE6-9AB1501A51CC}" type="parTrans" cxnId="{FA59DBC6-7DF5-459C-BFA3-1A1C4D2E082A}">
      <dgm:prSet/>
      <dgm:spPr/>
      <dgm:t>
        <a:bodyPr/>
        <a:lstStyle/>
        <a:p>
          <a:endParaRPr lang="en-US" sz="800"/>
        </a:p>
      </dgm:t>
    </dgm:pt>
    <dgm:pt modelId="{35305553-377C-4C8C-8CFE-0180F99C696E}" type="sibTrans" cxnId="{FA59DBC6-7DF5-459C-BFA3-1A1C4D2E082A}">
      <dgm:prSet custT="1"/>
      <dgm:spPr/>
      <dgm:t>
        <a:bodyPr/>
        <a:lstStyle/>
        <a:p>
          <a:endParaRPr lang="en-US" sz="800"/>
        </a:p>
      </dgm:t>
    </dgm:pt>
    <dgm:pt modelId="{D5992CB9-4B9C-4C9C-B61C-058FCCDB3083}">
      <dgm:prSet phldrT="[Text]" custT="1"/>
      <dgm:spPr/>
      <dgm:t>
        <a:bodyPr/>
        <a:lstStyle/>
        <a:p>
          <a:r>
            <a:rPr lang="en-US" sz="800"/>
            <a:t>Establish Connection with RSU</a:t>
          </a:r>
        </a:p>
      </dgm:t>
    </dgm:pt>
    <dgm:pt modelId="{09C66BC2-641A-44D7-B287-0AF173334353}" type="parTrans" cxnId="{741F85EB-92E7-4143-B774-271D398864C8}">
      <dgm:prSet/>
      <dgm:spPr/>
      <dgm:t>
        <a:bodyPr/>
        <a:lstStyle/>
        <a:p>
          <a:endParaRPr lang="en-US" sz="800"/>
        </a:p>
      </dgm:t>
    </dgm:pt>
    <dgm:pt modelId="{822F414F-E366-4365-AB88-5452C413C96A}" type="sibTrans" cxnId="{741F85EB-92E7-4143-B774-271D398864C8}">
      <dgm:prSet custT="1"/>
      <dgm:spPr/>
      <dgm:t>
        <a:bodyPr/>
        <a:lstStyle/>
        <a:p>
          <a:endParaRPr lang="en-US" sz="800"/>
        </a:p>
      </dgm:t>
    </dgm:pt>
    <dgm:pt modelId="{15D53C91-B7DF-4AD8-A677-097644CC597B}" type="pres">
      <dgm:prSet presAssocID="{7FE65FD7-E986-403C-B88F-EF1254E00943}" presName="Name0" presStyleCnt="0">
        <dgm:presLayoutVars>
          <dgm:resizeHandles/>
        </dgm:presLayoutVars>
      </dgm:prSet>
      <dgm:spPr/>
    </dgm:pt>
    <dgm:pt modelId="{5C6C7F5F-D83E-4956-9CC2-3C357DD8537B}" type="pres">
      <dgm:prSet presAssocID="{D5992CB9-4B9C-4C9C-B61C-058FCCDB3083}" presName="text" presStyleLbl="node1" presStyleIdx="0" presStyleCnt="3">
        <dgm:presLayoutVars>
          <dgm:bulletEnabled val="1"/>
        </dgm:presLayoutVars>
      </dgm:prSet>
      <dgm:spPr/>
    </dgm:pt>
    <dgm:pt modelId="{284874C8-1A65-4FAD-8421-BD4FAA445244}" type="pres">
      <dgm:prSet presAssocID="{822F414F-E366-4365-AB88-5452C413C96A}" presName="space" presStyleCnt="0"/>
      <dgm:spPr/>
    </dgm:pt>
    <dgm:pt modelId="{B9449A87-ADE9-4C56-A948-CB374E9E588F}" type="pres">
      <dgm:prSet presAssocID="{DD706230-B23E-4430-9B53-07D5B9573F46}" presName="text" presStyleLbl="node1" presStyleIdx="1" presStyleCnt="3">
        <dgm:presLayoutVars>
          <dgm:bulletEnabled val="1"/>
        </dgm:presLayoutVars>
      </dgm:prSet>
      <dgm:spPr/>
    </dgm:pt>
    <dgm:pt modelId="{B28305C4-1BA0-40FD-9DED-805197386EBF}" type="pres">
      <dgm:prSet presAssocID="{6EB87824-6EE6-49B8-8E83-713D670B520F}" presName="space" presStyleCnt="0"/>
      <dgm:spPr/>
    </dgm:pt>
    <dgm:pt modelId="{F22E6EF9-5A45-42EA-A18B-29CD3E08D108}" type="pres">
      <dgm:prSet presAssocID="{0A0D2849-D7EA-44DA-9B60-2CBDC6F8F066}" presName="text" presStyleLbl="node1" presStyleIdx="2" presStyleCnt="3">
        <dgm:presLayoutVars>
          <dgm:bulletEnabled val="1"/>
        </dgm:presLayoutVars>
      </dgm:prSet>
      <dgm:spPr/>
    </dgm:pt>
  </dgm:ptLst>
  <dgm:cxnLst>
    <dgm:cxn modelId="{9D4D9602-5186-4C89-952A-3826972976E5}" type="presOf" srcId="{0A0D2849-D7EA-44DA-9B60-2CBDC6F8F066}" destId="{F22E6EF9-5A45-42EA-A18B-29CD3E08D108}" srcOrd="0" destOrd="0" presId="urn:diagrams.loki3.com/VaryingWidthList"/>
    <dgm:cxn modelId="{1C1BF048-AF33-4E5B-A982-A9CE61BFAE15}" type="presOf" srcId="{7FE65FD7-E986-403C-B88F-EF1254E00943}" destId="{15D53C91-B7DF-4AD8-A677-097644CC597B}" srcOrd="0" destOrd="0" presId="urn:diagrams.loki3.com/VaryingWidthList"/>
    <dgm:cxn modelId="{DEFE929A-7DA4-494D-8FD7-CDE5C54EFDA6}" srcId="{7FE65FD7-E986-403C-B88F-EF1254E00943}" destId="{DD706230-B23E-4430-9B53-07D5B9573F46}" srcOrd="1" destOrd="0" parTransId="{5D0D8762-8F34-437B-BD70-00BF88E0109C}" sibTransId="{6EB87824-6EE6-49B8-8E83-713D670B520F}"/>
    <dgm:cxn modelId="{116BB6A0-73AB-41EF-B693-5B86549B9B62}" type="presOf" srcId="{DD706230-B23E-4430-9B53-07D5B9573F46}" destId="{B9449A87-ADE9-4C56-A948-CB374E9E588F}" srcOrd="0" destOrd="0" presId="urn:diagrams.loki3.com/VaryingWidthList"/>
    <dgm:cxn modelId="{4C188ABA-27DA-4D80-AC83-EC553700C646}" type="presOf" srcId="{D5992CB9-4B9C-4C9C-B61C-058FCCDB3083}" destId="{5C6C7F5F-D83E-4956-9CC2-3C357DD8537B}" srcOrd="0" destOrd="0" presId="urn:diagrams.loki3.com/VaryingWidthList"/>
    <dgm:cxn modelId="{FA59DBC6-7DF5-459C-BFA3-1A1C4D2E082A}" srcId="{7FE65FD7-E986-403C-B88F-EF1254E00943}" destId="{0A0D2849-D7EA-44DA-9B60-2CBDC6F8F066}" srcOrd="2" destOrd="0" parTransId="{889E7136-B2A3-4E33-8FE6-9AB1501A51CC}" sibTransId="{35305553-377C-4C8C-8CFE-0180F99C696E}"/>
    <dgm:cxn modelId="{741F85EB-92E7-4143-B774-271D398864C8}" srcId="{7FE65FD7-E986-403C-B88F-EF1254E00943}" destId="{D5992CB9-4B9C-4C9C-B61C-058FCCDB3083}" srcOrd="0" destOrd="0" parTransId="{09C66BC2-641A-44D7-B287-0AF173334353}" sibTransId="{822F414F-E366-4365-AB88-5452C413C96A}"/>
    <dgm:cxn modelId="{50805CD5-9D23-4E92-AEAE-1AE6E817FA97}" type="presParOf" srcId="{15D53C91-B7DF-4AD8-A677-097644CC597B}" destId="{5C6C7F5F-D83E-4956-9CC2-3C357DD8537B}" srcOrd="0" destOrd="0" presId="urn:diagrams.loki3.com/VaryingWidthList"/>
    <dgm:cxn modelId="{E64BA70A-A0F7-40C1-9534-F46CFF0EDD34}" type="presParOf" srcId="{15D53C91-B7DF-4AD8-A677-097644CC597B}" destId="{284874C8-1A65-4FAD-8421-BD4FAA445244}" srcOrd="1" destOrd="0" presId="urn:diagrams.loki3.com/VaryingWidthList"/>
    <dgm:cxn modelId="{88714BFE-6546-4C72-BD55-4CBCE3E29B47}" type="presParOf" srcId="{15D53C91-B7DF-4AD8-A677-097644CC597B}" destId="{B9449A87-ADE9-4C56-A948-CB374E9E588F}" srcOrd="2" destOrd="0" presId="urn:diagrams.loki3.com/VaryingWidthList"/>
    <dgm:cxn modelId="{3FE86F4E-989E-45DD-963F-F6B0CE27B659}" type="presParOf" srcId="{15D53C91-B7DF-4AD8-A677-097644CC597B}" destId="{B28305C4-1BA0-40FD-9DED-805197386EBF}" srcOrd="3" destOrd="0" presId="urn:diagrams.loki3.com/VaryingWidthList"/>
    <dgm:cxn modelId="{A725658F-9E32-4ECD-8B11-234F92D9B60D}" type="presParOf" srcId="{15D53C91-B7DF-4AD8-A677-097644CC597B}" destId="{F22E6EF9-5A45-42EA-A18B-29CD3E08D108}" srcOrd="4" destOrd="0" presId="urn:diagrams.loki3.com/VaryingWidth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7FE65FD7-E986-403C-B88F-EF1254E00943}" type="doc">
      <dgm:prSet loTypeId="urn:diagrams.loki3.com/VaryingWidthList" loCatId="list" qsTypeId="urn:microsoft.com/office/officeart/2005/8/quickstyle/simple1" qsCatId="simple" csTypeId="urn:microsoft.com/office/officeart/2005/8/colors/accent0_1" csCatId="mainScheme" phldr="1"/>
      <dgm:spPr/>
      <dgm:t>
        <a:bodyPr/>
        <a:lstStyle/>
        <a:p>
          <a:endParaRPr lang="en-US"/>
        </a:p>
      </dgm:t>
    </dgm:pt>
    <dgm:pt modelId="{DD706230-B23E-4430-9B53-07D5B9573F46}">
      <dgm:prSet phldrT="[Text]" custT="1"/>
      <dgm:spPr/>
      <dgm:t>
        <a:bodyPr/>
        <a:lstStyle/>
        <a:p>
          <a:r>
            <a:rPr lang="en-US" sz="800"/>
            <a:t>Send Acquired Data from Detection Unit</a:t>
          </a:r>
        </a:p>
      </dgm:t>
    </dgm:pt>
    <dgm:pt modelId="{5D0D8762-8F34-437B-BD70-00BF88E0109C}" type="parTrans" cxnId="{DEFE929A-7DA4-494D-8FD7-CDE5C54EFDA6}">
      <dgm:prSet/>
      <dgm:spPr/>
      <dgm:t>
        <a:bodyPr/>
        <a:lstStyle/>
        <a:p>
          <a:endParaRPr lang="en-US" sz="800"/>
        </a:p>
      </dgm:t>
    </dgm:pt>
    <dgm:pt modelId="{6EB87824-6EE6-49B8-8E83-713D670B520F}" type="sibTrans" cxnId="{DEFE929A-7DA4-494D-8FD7-CDE5C54EFDA6}">
      <dgm:prSet custT="1"/>
      <dgm:spPr/>
      <dgm:t>
        <a:bodyPr/>
        <a:lstStyle/>
        <a:p>
          <a:endParaRPr lang="en-US" sz="800"/>
        </a:p>
      </dgm:t>
    </dgm:pt>
    <dgm:pt modelId="{0A0D2849-D7EA-44DA-9B60-2CBDC6F8F066}">
      <dgm:prSet phldrT="[Text]" custT="1"/>
      <dgm:spPr/>
      <dgm:t>
        <a:bodyPr/>
        <a:lstStyle/>
        <a:p>
          <a:r>
            <a:rPr lang="en-US" sz="800"/>
            <a:t>Receive Response from Detection Unit</a:t>
          </a:r>
        </a:p>
      </dgm:t>
    </dgm:pt>
    <dgm:pt modelId="{889E7136-B2A3-4E33-8FE6-9AB1501A51CC}" type="parTrans" cxnId="{FA59DBC6-7DF5-459C-BFA3-1A1C4D2E082A}">
      <dgm:prSet/>
      <dgm:spPr/>
      <dgm:t>
        <a:bodyPr/>
        <a:lstStyle/>
        <a:p>
          <a:endParaRPr lang="en-US" sz="800"/>
        </a:p>
      </dgm:t>
    </dgm:pt>
    <dgm:pt modelId="{35305553-377C-4C8C-8CFE-0180F99C696E}" type="sibTrans" cxnId="{FA59DBC6-7DF5-459C-BFA3-1A1C4D2E082A}">
      <dgm:prSet custT="1"/>
      <dgm:spPr/>
      <dgm:t>
        <a:bodyPr/>
        <a:lstStyle/>
        <a:p>
          <a:endParaRPr lang="en-US" sz="800"/>
        </a:p>
      </dgm:t>
    </dgm:pt>
    <dgm:pt modelId="{D5992CB9-4B9C-4C9C-B61C-058FCCDB3083}">
      <dgm:prSet phldrT="[Text]" custT="1"/>
      <dgm:spPr/>
      <dgm:t>
        <a:bodyPr/>
        <a:lstStyle/>
        <a:p>
          <a:r>
            <a:rPr lang="en-US" sz="800"/>
            <a:t>Receive request from </a:t>
          </a:r>
          <a:r>
            <a:rPr lang="en-US" sz="800" err="1"/>
            <a:t>vehice</a:t>
          </a:r>
          <a:endParaRPr lang="en-US" sz="800"/>
        </a:p>
      </dgm:t>
    </dgm:pt>
    <dgm:pt modelId="{09C66BC2-641A-44D7-B287-0AF173334353}" type="parTrans" cxnId="{741F85EB-92E7-4143-B774-271D398864C8}">
      <dgm:prSet/>
      <dgm:spPr/>
      <dgm:t>
        <a:bodyPr/>
        <a:lstStyle/>
        <a:p>
          <a:endParaRPr lang="en-US" sz="800"/>
        </a:p>
      </dgm:t>
    </dgm:pt>
    <dgm:pt modelId="{822F414F-E366-4365-AB88-5452C413C96A}" type="sibTrans" cxnId="{741F85EB-92E7-4143-B774-271D398864C8}">
      <dgm:prSet custT="1"/>
      <dgm:spPr/>
      <dgm:t>
        <a:bodyPr/>
        <a:lstStyle/>
        <a:p>
          <a:endParaRPr lang="en-US" sz="800"/>
        </a:p>
      </dgm:t>
    </dgm:pt>
    <dgm:pt modelId="{A5506F29-49D6-4F50-BB9C-A531EDD78FEE}">
      <dgm:prSet phldrT="[Text]" custT="1"/>
      <dgm:spPr/>
      <dgm:t>
        <a:bodyPr/>
        <a:lstStyle/>
        <a:p>
          <a:r>
            <a:rPr lang="en-US" sz="800"/>
            <a:t>‘Send response to vehicle</a:t>
          </a:r>
        </a:p>
      </dgm:t>
    </dgm:pt>
    <dgm:pt modelId="{EBBD2449-2593-4B5F-81C8-21C9694C9298}" type="parTrans" cxnId="{57E21935-1201-48BC-81E6-6C40DD6771BE}">
      <dgm:prSet/>
      <dgm:spPr/>
      <dgm:t>
        <a:bodyPr/>
        <a:lstStyle/>
        <a:p>
          <a:endParaRPr lang="en-US"/>
        </a:p>
      </dgm:t>
    </dgm:pt>
    <dgm:pt modelId="{D54959D5-D03D-41DA-A2D3-258D89920EEF}" type="sibTrans" cxnId="{57E21935-1201-48BC-81E6-6C40DD6771BE}">
      <dgm:prSet/>
      <dgm:spPr/>
      <dgm:t>
        <a:bodyPr/>
        <a:lstStyle/>
        <a:p>
          <a:endParaRPr lang="en-US"/>
        </a:p>
      </dgm:t>
    </dgm:pt>
    <dgm:pt modelId="{1AC38460-36B4-4ECE-8903-C74B24E6734A}" type="pres">
      <dgm:prSet presAssocID="{7FE65FD7-E986-403C-B88F-EF1254E00943}" presName="Name0" presStyleCnt="0">
        <dgm:presLayoutVars>
          <dgm:resizeHandles/>
        </dgm:presLayoutVars>
      </dgm:prSet>
      <dgm:spPr/>
    </dgm:pt>
    <dgm:pt modelId="{FF06092D-B224-4158-B004-B2A0249B2BB1}" type="pres">
      <dgm:prSet presAssocID="{D5992CB9-4B9C-4C9C-B61C-058FCCDB3083}" presName="text" presStyleLbl="node1" presStyleIdx="0" presStyleCnt="4">
        <dgm:presLayoutVars>
          <dgm:bulletEnabled val="1"/>
        </dgm:presLayoutVars>
      </dgm:prSet>
      <dgm:spPr/>
    </dgm:pt>
    <dgm:pt modelId="{2BA159E0-12C0-47F2-884C-FD45260D39EF}" type="pres">
      <dgm:prSet presAssocID="{822F414F-E366-4365-AB88-5452C413C96A}" presName="space" presStyleCnt="0"/>
      <dgm:spPr/>
    </dgm:pt>
    <dgm:pt modelId="{831B1523-BA36-43F8-903D-5D0BDB715A01}" type="pres">
      <dgm:prSet presAssocID="{DD706230-B23E-4430-9B53-07D5B9573F46}" presName="text" presStyleLbl="node1" presStyleIdx="1" presStyleCnt="4">
        <dgm:presLayoutVars>
          <dgm:bulletEnabled val="1"/>
        </dgm:presLayoutVars>
      </dgm:prSet>
      <dgm:spPr/>
    </dgm:pt>
    <dgm:pt modelId="{44AEE00A-E9CC-4292-ACF4-35BBF00D291A}" type="pres">
      <dgm:prSet presAssocID="{6EB87824-6EE6-49B8-8E83-713D670B520F}" presName="space" presStyleCnt="0"/>
      <dgm:spPr/>
    </dgm:pt>
    <dgm:pt modelId="{C99269AC-5095-4967-BFFB-E2B119E80EDE}" type="pres">
      <dgm:prSet presAssocID="{0A0D2849-D7EA-44DA-9B60-2CBDC6F8F066}" presName="text" presStyleLbl="node1" presStyleIdx="2" presStyleCnt="4">
        <dgm:presLayoutVars>
          <dgm:bulletEnabled val="1"/>
        </dgm:presLayoutVars>
      </dgm:prSet>
      <dgm:spPr/>
    </dgm:pt>
    <dgm:pt modelId="{BCD41E28-AA9D-46D5-96DB-11A0A760C6A1}" type="pres">
      <dgm:prSet presAssocID="{35305553-377C-4C8C-8CFE-0180F99C696E}" presName="space" presStyleCnt="0"/>
      <dgm:spPr/>
    </dgm:pt>
    <dgm:pt modelId="{B9BC44D5-9A2D-47B9-9D6C-A49AD7E4180A}" type="pres">
      <dgm:prSet presAssocID="{A5506F29-49D6-4F50-BB9C-A531EDD78FEE}" presName="text" presStyleLbl="node1" presStyleIdx="3" presStyleCnt="4">
        <dgm:presLayoutVars>
          <dgm:bulletEnabled val="1"/>
        </dgm:presLayoutVars>
      </dgm:prSet>
      <dgm:spPr/>
    </dgm:pt>
  </dgm:ptLst>
  <dgm:cxnLst>
    <dgm:cxn modelId="{286F9C00-8844-4C00-A8A4-4780C232CDB0}" type="presOf" srcId="{A5506F29-49D6-4F50-BB9C-A531EDD78FEE}" destId="{B9BC44D5-9A2D-47B9-9D6C-A49AD7E4180A}" srcOrd="0" destOrd="0" presId="urn:diagrams.loki3.com/VaryingWidthList"/>
    <dgm:cxn modelId="{57E21935-1201-48BC-81E6-6C40DD6771BE}" srcId="{7FE65FD7-E986-403C-B88F-EF1254E00943}" destId="{A5506F29-49D6-4F50-BB9C-A531EDD78FEE}" srcOrd="3" destOrd="0" parTransId="{EBBD2449-2593-4B5F-81C8-21C9694C9298}" sibTransId="{D54959D5-D03D-41DA-A2D3-258D89920EEF}"/>
    <dgm:cxn modelId="{7B178937-DF39-4CD0-80F6-2755D42CA96B}" type="presOf" srcId="{DD706230-B23E-4430-9B53-07D5B9573F46}" destId="{831B1523-BA36-43F8-903D-5D0BDB715A01}" srcOrd="0" destOrd="0" presId="urn:diagrams.loki3.com/VaryingWidthList"/>
    <dgm:cxn modelId="{38173254-9519-43AC-9033-0182C3BF1BED}" type="presOf" srcId="{0A0D2849-D7EA-44DA-9B60-2CBDC6F8F066}" destId="{C99269AC-5095-4967-BFFB-E2B119E80EDE}" srcOrd="0" destOrd="0" presId="urn:diagrams.loki3.com/VaryingWidthList"/>
    <dgm:cxn modelId="{DEFE929A-7DA4-494D-8FD7-CDE5C54EFDA6}" srcId="{7FE65FD7-E986-403C-B88F-EF1254E00943}" destId="{DD706230-B23E-4430-9B53-07D5B9573F46}" srcOrd="1" destOrd="0" parTransId="{5D0D8762-8F34-437B-BD70-00BF88E0109C}" sibTransId="{6EB87824-6EE6-49B8-8E83-713D670B520F}"/>
    <dgm:cxn modelId="{955142C4-4EF6-4466-8CD2-6D337FB2B385}" type="presOf" srcId="{7FE65FD7-E986-403C-B88F-EF1254E00943}" destId="{1AC38460-36B4-4ECE-8903-C74B24E6734A}" srcOrd="0" destOrd="0" presId="urn:diagrams.loki3.com/VaryingWidthList"/>
    <dgm:cxn modelId="{FA59DBC6-7DF5-459C-BFA3-1A1C4D2E082A}" srcId="{7FE65FD7-E986-403C-B88F-EF1254E00943}" destId="{0A0D2849-D7EA-44DA-9B60-2CBDC6F8F066}" srcOrd="2" destOrd="0" parTransId="{889E7136-B2A3-4E33-8FE6-9AB1501A51CC}" sibTransId="{35305553-377C-4C8C-8CFE-0180F99C696E}"/>
    <dgm:cxn modelId="{741F85EB-92E7-4143-B774-271D398864C8}" srcId="{7FE65FD7-E986-403C-B88F-EF1254E00943}" destId="{D5992CB9-4B9C-4C9C-B61C-058FCCDB3083}" srcOrd="0" destOrd="0" parTransId="{09C66BC2-641A-44D7-B287-0AF173334353}" sibTransId="{822F414F-E366-4365-AB88-5452C413C96A}"/>
    <dgm:cxn modelId="{A90064FB-544C-4BF5-9468-005DFFBC063B}" type="presOf" srcId="{D5992CB9-4B9C-4C9C-B61C-058FCCDB3083}" destId="{FF06092D-B224-4158-B004-B2A0249B2BB1}" srcOrd="0" destOrd="0" presId="urn:diagrams.loki3.com/VaryingWidthList"/>
    <dgm:cxn modelId="{31DCD0AA-A478-4A87-9ECD-CBA6FE536FCA}" type="presParOf" srcId="{1AC38460-36B4-4ECE-8903-C74B24E6734A}" destId="{FF06092D-B224-4158-B004-B2A0249B2BB1}" srcOrd="0" destOrd="0" presId="urn:diagrams.loki3.com/VaryingWidthList"/>
    <dgm:cxn modelId="{D4542620-DB83-4CFD-9D16-F490B11F42B4}" type="presParOf" srcId="{1AC38460-36B4-4ECE-8903-C74B24E6734A}" destId="{2BA159E0-12C0-47F2-884C-FD45260D39EF}" srcOrd="1" destOrd="0" presId="urn:diagrams.loki3.com/VaryingWidthList"/>
    <dgm:cxn modelId="{D9F5C1A5-51D8-481B-85FC-42EF086BB7D5}" type="presParOf" srcId="{1AC38460-36B4-4ECE-8903-C74B24E6734A}" destId="{831B1523-BA36-43F8-903D-5D0BDB715A01}" srcOrd="2" destOrd="0" presId="urn:diagrams.loki3.com/VaryingWidthList"/>
    <dgm:cxn modelId="{0FBD6886-7CD5-4ACE-B4D1-D0BD33A3E7F8}" type="presParOf" srcId="{1AC38460-36B4-4ECE-8903-C74B24E6734A}" destId="{44AEE00A-E9CC-4292-ACF4-35BBF00D291A}" srcOrd="3" destOrd="0" presId="urn:diagrams.loki3.com/VaryingWidthList"/>
    <dgm:cxn modelId="{349AFBF5-546A-468B-BC3E-116872A96A56}" type="presParOf" srcId="{1AC38460-36B4-4ECE-8903-C74B24E6734A}" destId="{C99269AC-5095-4967-BFFB-E2B119E80EDE}" srcOrd="4" destOrd="0" presId="urn:diagrams.loki3.com/VaryingWidthList"/>
    <dgm:cxn modelId="{790782D9-76A6-4B59-BC0C-43CDE6397EDF}" type="presParOf" srcId="{1AC38460-36B4-4ECE-8903-C74B24E6734A}" destId="{BCD41E28-AA9D-46D5-96DB-11A0A760C6A1}" srcOrd="5" destOrd="0" presId="urn:diagrams.loki3.com/VaryingWidthList"/>
    <dgm:cxn modelId="{24ABBA06-8B82-4BC6-B3E3-D7D16B938BAE}" type="presParOf" srcId="{1AC38460-36B4-4ECE-8903-C74B24E6734A}" destId="{B9BC44D5-9A2D-47B9-9D6C-A49AD7E4180A}" srcOrd="6" destOrd="0" presId="urn:diagrams.loki3.com/VaryingWidth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7FE65FD7-E986-403C-B88F-EF1254E00943}" type="doc">
      <dgm:prSet loTypeId="urn:diagrams.loki3.com/VaryingWidthList" loCatId="list" qsTypeId="urn:microsoft.com/office/officeart/2005/8/quickstyle/simple1" qsCatId="simple" csTypeId="urn:microsoft.com/office/officeart/2005/8/colors/accent0_1" csCatId="mainScheme" phldr="1"/>
      <dgm:spPr/>
      <dgm:t>
        <a:bodyPr/>
        <a:lstStyle/>
        <a:p>
          <a:endParaRPr lang="en-US"/>
        </a:p>
      </dgm:t>
    </dgm:pt>
    <dgm:pt modelId="{D5992CB9-4B9C-4C9C-B61C-058FCCDB3083}">
      <dgm:prSet phldrT="[Text]" custT="1"/>
      <dgm:spPr/>
      <dgm:t>
        <a:bodyPr/>
        <a:lstStyle/>
        <a:p>
          <a:r>
            <a:rPr lang="en-US" sz="800"/>
            <a:t>Data Acquisition from Camera</a:t>
          </a:r>
        </a:p>
      </dgm:t>
    </dgm:pt>
    <dgm:pt modelId="{09C66BC2-641A-44D7-B287-0AF173334353}" type="parTrans" cxnId="{741F85EB-92E7-4143-B774-271D398864C8}">
      <dgm:prSet/>
      <dgm:spPr/>
      <dgm:t>
        <a:bodyPr/>
        <a:lstStyle/>
        <a:p>
          <a:endParaRPr lang="en-US" sz="800"/>
        </a:p>
      </dgm:t>
    </dgm:pt>
    <dgm:pt modelId="{822F414F-E366-4365-AB88-5452C413C96A}" type="sibTrans" cxnId="{741F85EB-92E7-4143-B774-271D398864C8}">
      <dgm:prSet custT="1"/>
      <dgm:spPr/>
      <dgm:t>
        <a:bodyPr/>
        <a:lstStyle/>
        <a:p>
          <a:endParaRPr lang="en-US" sz="800"/>
        </a:p>
      </dgm:t>
    </dgm:pt>
    <dgm:pt modelId="{28CA9744-912F-47AA-BF83-B7FE7095D5BC}">
      <dgm:prSet phldrT="[Text]" custT="1"/>
      <dgm:spPr/>
      <dgm:t>
        <a:bodyPr/>
        <a:lstStyle/>
        <a:p>
          <a:r>
            <a:rPr lang="en-US" sz="800"/>
            <a:t>Data Preprocessing</a:t>
          </a:r>
        </a:p>
      </dgm:t>
    </dgm:pt>
    <dgm:pt modelId="{C3D32D20-5D11-4457-8739-54629E50DF34}" type="parTrans" cxnId="{C6078E85-1263-4897-B93A-DCFE7EFEA7FC}">
      <dgm:prSet/>
      <dgm:spPr/>
      <dgm:t>
        <a:bodyPr/>
        <a:lstStyle/>
        <a:p>
          <a:endParaRPr lang="en-US" sz="800"/>
        </a:p>
      </dgm:t>
    </dgm:pt>
    <dgm:pt modelId="{5304DDD7-0BE8-411C-9D3D-BD09729C591B}" type="sibTrans" cxnId="{C6078E85-1263-4897-B93A-DCFE7EFEA7FC}">
      <dgm:prSet custT="1"/>
      <dgm:spPr/>
      <dgm:t>
        <a:bodyPr/>
        <a:lstStyle/>
        <a:p>
          <a:endParaRPr lang="en-US" sz="800"/>
        </a:p>
      </dgm:t>
    </dgm:pt>
    <dgm:pt modelId="{C7CDDDE3-39E7-4C51-99B2-D975A9612BD3}">
      <dgm:prSet phldrT="[Text]" custT="1"/>
      <dgm:spPr/>
      <dgm:t>
        <a:bodyPr/>
        <a:lstStyle/>
        <a:p>
          <a:r>
            <a:rPr lang="en-US" sz="800"/>
            <a:t>Object</a:t>
          </a:r>
        </a:p>
      </dgm:t>
    </dgm:pt>
    <dgm:pt modelId="{E37EFD79-BCB3-4519-B31B-E20C158FFAF3}" type="parTrans" cxnId="{0CA24220-FCE1-4833-95F1-C84B2EACBC4F}">
      <dgm:prSet/>
      <dgm:spPr/>
      <dgm:t>
        <a:bodyPr/>
        <a:lstStyle/>
        <a:p>
          <a:endParaRPr lang="en-US" sz="800"/>
        </a:p>
      </dgm:t>
    </dgm:pt>
    <dgm:pt modelId="{33D88AAE-92D2-4D82-846E-951098E456FB}" type="sibTrans" cxnId="{0CA24220-FCE1-4833-95F1-C84B2EACBC4F}">
      <dgm:prSet custT="1"/>
      <dgm:spPr/>
      <dgm:t>
        <a:bodyPr/>
        <a:lstStyle/>
        <a:p>
          <a:endParaRPr lang="en-US" sz="800"/>
        </a:p>
      </dgm:t>
    </dgm:pt>
    <dgm:pt modelId="{6EE79C3A-5551-47A3-9B68-F1BE401FAD68}">
      <dgm:prSet phldrT="[Text]" custT="1"/>
      <dgm:spPr/>
      <dgm:t>
        <a:bodyPr/>
        <a:lstStyle/>
        <a:p>
          <a:r>
            <a:rPr lang="en-US" sz="800"/>
            <a:t>Detection</a:t>
          </a:r>
        </a:p>
      </dgm:t>
    </dgm:pt>
    <dgm:pt modelId="{27B6CC5A-14A9-434E-A9A7-BA4745653C3A}" type="parTrans" cxnId="{D0F0F362-B88E-497F-973D-16947ADA17B5}">
      <dgm:prSet/>
      <dgm:spPr/>
      <dgm:t>
        <a:bodyPr/>
        <a:lstStyle/>
        <a:p>
          <a:endParaRPr lang="en-US" sz="800"/>
        </a:p>
      </dgm:t>
    </dgm:pt>
    <dgm:pt modelId="{2483B853-9A5C-4A5A-AD1E-A81CFD9D7EDC}" type="sibTrans" cxnId="{D0F0F362-B88E-497F-973D-16947ADA17B5}">
      <dgm:prSet/>
      <dgm:spPr/>
      <dgm:t>
        <a:bodyPr/>
        <a:lstStyle/>
        <a:p>
          <a:endParaRPr lang="en-US" sz="800"/>
        </a:p>
      </dgm:t>
    </dgm:pt>
    <dgm:pt modelId="{FC49F5FF-F7AA-4F43-A17E-3D05832D4ABC}">
      <dgm:prSet phldrT="[Text]" custT="1"/>
      <dgm:spPr/>
      <dgm:t>
        <a:bodyPr/>
        <a:lstStyle/>
        <a:p>
          <a:r>
            <a:rPr lang="en-US" sz="800"/>
            <a:t>Classification</a:t>
          </a:r>
        </a:p>
      </dgm:t>
    </dgm:pt>
    <dgm:pt modelId="{97D0E5AB-9365-411F-B670-092A47284FA7}" type="parTrans" cxnId="{0530E491-226B-4A4D-A077-AFBCC4A91847}">
      <dgm:prSet/>
      <dgm:spPr/>
      <dgm:t>
        <a:bodyPr/>
        <a:lstStyle/>
        <a:p>
          <a:endParaRPr lang="en-US" sz="800"/>
        </a:p>
      </dgm:t>
    </dgm:pt>
    <dgm:pt modelId="{9349F52F-21E5-4F96-A8B5-2E4F657E0F68}" type="sibTrans" cxnId="{0530E491-226B-4A4D-A077-AFBCC4A91847}">
      <dgm:prSet/>
      <dgm:spPr/>
      <dgm:t>
        <a:bodyPr/>
        <a:lstStyle/>
        <a:p>
          <a:endParaRPr lang="en-US" sz="800"/>
        </a:p>
      </dgm:t>
    </dgm:pt>
    <dgm:pt modelId="{BBED5D94-86EE-474A-8714-3FB7DE8E0495}">
      <dgm:prSet phldrT="[Text]" custT="1"/>
      <dgm:spPr/>
      <dgm:t>
        <a:bodyPr/>
        <a:lstStyle/>
        <a:p>
          <a:r>
            <a:rPr lang="en-US" sz="800"/>
            <a:t>Tracking</a:t>
          </a:r>
        </a:p>
      </dgm:t>
    </dgm:pt>
    <dgm:pt modelId="{5790E005-67F6-4B08-A0D6-815A642236D8}" type="parTrans" cxnId="{15147660-28DB-4CB2-8976-2422C03242AA}">
      <dgm:prSet/>
      <dgm:spPr/>
      <dgm:t>
        <a:bodyPr/>
        <a:lstStyle/>
        <a:p>
          <a:endParaRPr lang="en-US" sz="800"/>
        </a:p>
      </dgm:t>
    </dgm:pt>
    <dgm:pt modelId="{7402EA1D-8D22-434B-8CCD-F20F11DF755E}" type="sibTrans" cxnId="{15147660-28DB-4CB2-8976-2422C03242AA}">
      <dgm:prSet/>
      <dgm:spPr/>
      <dgm:t>
        <a:bodyPr/>
        <a:lstStyle/>
        <a:p>
          <a:endParaRPr lang="en-US" sz="800"/>
        </a:p>
      </dgm:t>
    </dgm:pt>
    <dgm:pt modelId="{356A845E-56B1-4DEE-8038-F13F345904F4}">
      <dgm:prSet phldrT="[Text]" custT="1"/>
      <dgm:spPr/>
      <dgm:t>
        <a:bodyPr/>
        <a:lstStyle/>
        <a:p>
          <a:r>
            <a:rPr lang="en-US" sz="800"/>
            <a:t>Decision Making &amp; Response Generation</a:t>
          </a:r>
        </a:p>
      </dgm:t>
    </dgm:pt>
    <dgm:pt modelId="{A163E101-3C13-4B27-9950-9AA9B2EB3760}" type="parTrans" cxnId="{F5CC73C2-7D4C-4A22-9E23-8713FC479195}">
      <dgm:prSet/>
      <dgm:spPr/>
      <dgm:t>
        <a:bodyPr/>
        <a:lstStyle/>
        <a:p>
          <a:endParaRPr lang="en-US" sz="800"/>
        </a:p>
      </dgm:t>
    </dgm:pt>
    <dgm:pt modelId="{5B2E1D29-1CB0-44E5-9006-54E40918EB23}" type="sibTrans" cxnId="{F5CC73C2-7D4C-4A22-9E23-8713FC479195}">
      <dgm:prSet/>
      <dgm:spPr/>
      <dgm:t>
        <a:bodyPr/>
        <a:lstStyle/>
        <a:p>
          <a:endParaRPr lang="en-US" sz="800"/>
        </a:p>
      </dgm:t>
    </dgm:pt>
    <dgm:pt modelId="{EF4EA56D-F10C-4AE7-AF1E-A251C9C163F8}" type="pres">
      <dgm:prSet presAssocID="{7FE65FD7-E986-403C-B88F-EF1254E00943}" presName="Name0" presStyleCnt="0">
        <dgm:presLayoutVars>
          <dgm:resizeHandles/>
        </dgm:presLayoutVars>
      </dgm:prSet>
      <dgm:spPr/>
    </dgm:pt>
    <dgm:pt modelId="{9CE81BD1-D3F2-4321-AC63-C15B3BA63726}" type="pres">
      <dgm:prSet presAssocID="{D5992CB9-4B9C-4C9C-B61C-058FCCDB3083}" presName="text" presStyleLbl="node1" presStyleIdx="0" presStyleCnt="4">
        <dgm:presLayoutVars>
          <dgm:bulletEnabled val="1"/>
        </dgm:presLayoutVars>
      </dgm:prSet>
      <dgm:spPr/>
    </dgm:pt>
    <dgm:pt modelId="{0527B33E-50B0-4042-AE02-A587431C3E93}" type="pres">
      <dgm:prSet presAssocID="{822F414F-E366-4365-AB88-5452C413C96A}" presName="space" presStyleCnt="0"/>
      <dgm:spPr/>
    </dgm:pt>
    <dgm:pt modelId="{C3575FCE-1949-4FAC-9F2F-77E628B3E620}" type="pres">
      <dgm:prSet presAssocID="{28CA9744-912F-47AA-BF83-B7FE7095D5BC}" presName="text" presStyleLbl="node1" presStyleIdx="1" presStyleCnt="4">
        <dgm:presLayoutVars>
          <dgm:bulletEnabled val="1"/>
        </dgm:presLayoutVars>
      </dgm:prSet>
      <dgm:spPr/>
    </dgm:pt>
    <dgm:pt modelId="{F916D116-8147-4263-A9C7-03CDD039419F}" type="pres">
      <dgm:prSet presAssocID="{5304DDD7-0BE8-411C-9D3D-BD09729C591B}" presName="space" presStyleCnt="0"/>
      <dgm:spPr/>
    </dgm:pt>
    <dgm:pt modelId="{D88CA1E6-071B-413C-8ADB-5D1E119092B4}" type="pres">
      <dgm:prSet presAssocID="{C7CDDDE3-39E7-4C51-99B2-D975A9612BD3}" presName="text" presStyleLbl="node1" presStyleIdx="2" presStyleCnt="4">
        <dgm:presLayoutVars>
          <dgm:bulletEnabled val="1"/>
        </dgm:presLayoutVars>
      </dgm:prSet>
      <dgm:spPr/>
    </dgm:pt>
    <dgm:pt modelId="{AB262E52-80B8-417C-A572-9651F478F4D4}" type="pres">
      <dgm:prSet presAssocID="{33D88AAE-92D2-4D82-846E-951098E456FB}" presName="space" presStyleCnt="0"/>
      <dgm:spPr/>
    </dgm:pt>
    <dgm:pt modelId="{A255E889-474D-4510-ADC6-B2AA54845F6B}" type="pres">
      <dgm:prSet presAssocID="{356A845E-56B1-4DEE-8038-F13F345904F4}" presName="text" presStyleLbl="node1" presStyleIdx="3" presStyleCnt="4">
        <dgm:presLayoutVars>
          <dgm:bulletEnabled val="1"/>
        </dgm:presLayoutVars>
      </dgm:prSet>
      <dgm:spPr/>
    </dgm:pt>
  </dgm:ptLst>
  <dgm:cxnLst>
    <dgm:cxn modelId="{8D809318-B8D3-472C-887D-CF1BA58DFDFA}" type="presOf" srcId="{356A845E-56B1-4DEE-8038-F13F345904F4}" destId="{A255E889-474D-4510-ADC6-B2AA54845F6B}" srcOrd="0" destOrd="0" presId="urn:diagrams.loki3.com/VaryingWidthList"/>
    <dgm:cxn modelId="{0CA24220-FCE1-4833-95F1-C84B2EACBC4F}" srcId="{7FE65FD7-E986-403C-B88F-EF1254E00943}" destId="{C7CDDDE3-39E7-4C51-99B2-D975A9612BD3}" srcOrd="2" destOrd="0" parTransId="{E37EFD79-BCB3-4519-B31B-E20C158FFAF3}" sibTransId="{33D88AAE-92D2-4D82-846E-951098E456FB}"/>
    <dgm:cxn modelId="{FAA2BC24-A009-4121-A9C6-B7D92C14E4B9}" type="presOf" srcId="{D5992CB9-4B9C-4C9C-B61C-058FCCDB3083}" destId="{9CE81BD1-D3F2-4321-AC63-C15B3BA63726}" srcOrd="0" destOrd="0" presId="urn:diagrams.loki3.com/VaryingWidthList"/>
    <dgm:cxn modelId="{EE5E5628-E654-482B-9D9C-EC3DA8480BA1}" type="presOf" srcId="{FC49F5FF-F7AA-4F43-A17E-3D05832D4ABC}" destId="{D88CA1E6-071B-413C-8ADB-5D1E119092B4}" srcOrd="0" destOrd="2" presId="urn:diagrams.loki3.com/VaryingWidthList"/>
    <dgm:cxn modelId="{F4FC202B-A1D7-405C-B453-5A66C7970A25}" type="presOf" srcId="{C7CDDDE3-39E7-4C51-99B2-D975A9612BD3}" destId="{D88CA1E6-071B-413C-8ADB-5D1E119092B4}" srcOrd="0" destOrd="0" presId="urn:diagrams.loki3.com/VaryingWidthList"/>
    <dgm:cxn modelId="{8F7FE231-22C8-4BD3-8ACA-B4D35CF47740}" type="presOf" srcId="{7FE65FD7-E986-403C-B88F-EF1254E00943}" destId="{EF4EA56D-F10C-4AE7-AF1E-A251C9C163F8}" srcOrd="0" destOrd="0" presId="urn:diagrams.loki3.com/VaryingWidthList"/>
    <dgm:cxn modelId="{15147660-28DB-4CB2-8976-2422C03242AA}" srcId="{C7CDDDE3-39E7-4C51-99B2-D975A9612BD3}" destId="{BBED5D94-86EE-474A-8714-3FB7DE8E0495}" srcOrd="2" destOrd="0" parTransId="{5790E005-67F6-4B08-A0D6-815A642236D8}" sibTransId="{7402EA1D-8D22-434B-8CCD-F20F11DF755E}"/>
    <dgm:cxn modelId="{D0F0F362-B88E-497F-973D-16947ADA17B5}" srcId="{C7CDDDE3-39E7-4C51-99B2-D975A9612BD3}" destId="{6EE79C3A-5551-47A3-9B68-F1BE401FAD68}" srcOrd="0" destOrd="0" parTransId="{27B6CC5A-14A9-434E-A9A7-BA4745653C3A}" sibTransId="{2483B853-9A5C-4A5A-AD1E-A81CFD9D7EDC}"/>
    <dgm:cxn modelId="{10A44D48-311E-4CC3-8076-7151BF75B5E7}" type="presOf" srcId="{28CA9744-912F-47AA-BF83-B7FE7095D5BC}" destId="{C3575FCE-1949-4FAC-9F2F-77E628B3E620}" srcOrd="0" destOrd="0" presId="urn:diagrams.loki3.com/VaryingWidthList"/>
    <dgm:cxn modelId="{1C8E2549-8078-428C-962C-24F025E5FFFA}" type="presOf" srcId="{BBED5D94-86EE-474A-8714-3FB7DE8E0495}" destId="{D88CA1E6-071B-413C-8ADB-5D1E119092B4}" srcOrd="0" destOrd="3" presId="urn:diagrams.loki3.com/VaryingWidthList"/>
    <dgm:cxn modelId="{C6078E85-1263-4897-B93A-DCFE7EFEA7FC}" srcId="{7FE65FD7-E986-403C-B88F-EF1254E00943}" destId="{28CA9744-912F-47AA-BF83-B7FE7095D5BC}" srcOrd="1" destOrd="0" parTransId="{C3D32D20-5D11-4457-8739-54629E50DF34}" sibTransId="{5304DDD7-0BE8-411C-9D3D-BD09729C591B}"/>
    <dgm:cxn modelId="{0530E491-226B-4A4D-A077-AFBCC4A91847}" srcId="{C7CDDDE3-39E7-4C51-99B2-D975A9612BD3}" destId="{FC49F5FF-F7AA-4F43-A17E-3D05832D4ABC}" srcOrd="1" destOrd="0" parTransId="{97D0E5AB-9365-411F-B670-092A47284FA7}" sibTransId="{9349F52F-21E5-4F96-A8B5-2E4F657E0F68}"/>
    <dgm:cxn modelId="{F5CC73C2-7D4C-4A22-9E23-8713FC479195}" srcId="{7FE65FD7-E986-403C-B88F-EF1254E00943}" destId="{356A845E-56B1-4DEE-8038-F13F345904F4}" srcOrd="3" destOrd="0" parTransId="{A163E101-3C13-4B27-9950-9AA9B2EB3760}" sibTransId="{5B2E1D29-1CB0-44E5-9006-54E40918EB23}"/>
    <dgm:cxn modelId="{ECCCECE1-B675-406C-9D11-EF3C97AB197B}" type="presOf" srcId="{6EE79C3A-5551-47A3-9B68-F1BE401FAD68}" destId="{D88CA1E6-071B-413C-8ADB-5D1E119092B4}" srcOrd="0" destOrd="1" presId="urn:diagrams.loki3.com/VaryingWidthList"/>
    <dgm:cxn modelId="{741F85EB-92E7-4143-B774-271D398864C8}" srcId="{7FE65FD7-E986-403C-B88F-EF1254E00943}" destId="{D5992CB9-4B9C-4C9C-B61C-058FCCDB3083}" srcOrd="0" destOrd="0" parTransId="{09C66BC2-641A-44D7-B287-0AF173334353}" sibTransId="{822F414F-E366-4365-AB88-5452C413C96A}"/>
    <dgm:cxn modelId="{E9F984E8-2D47-46A6-A01A-30C11FACB1FF}" type="presParOf" srcId="{EF4EA56D-F10C-4AE7-AF1E-A251C9C163F8}" destId="{9CE81BD1-D3F2-4321-AC63-C15B3BA63726}" srcOrd="0" destOrd="0" presId="urn:diagrams.loki3.com/VaryingWidthList"/>
    <dgm:cxn modelId="{8101DCF1-9D4C-4575-A176-09A23AE45791}" type="presParOf" srcId="{EF4EA56D-F10C-4AE7-AF1E-A251C9C163F8}" destId="{0527B33E-50B0-4042-AE02-A587431C3E93}" srcOrd="1" destOrd="0" presId="urn:diagrams.loki3.com/VaryingWidthList"/>
    <dgm:cxn modelId="{499F2734-C255-42BD-B7E2-63EEDB716882}" type="presParOf" srcId="{EF4EA56D-F10C-4AE7-AF1E-A251C9C163F8}" destId="{C3575FCE-1949-4FAC-9F2F-77E628B3E620}" srcOrd="2" destOrd="0" presId="urn:diagrams.loki3.com/VaryingWidthList"/>
    <dgm:cxn modelId="{67EC2A95-C886-4CAE-A8D1-3E88ED780BBF}" type="presParOf" srcId="{EF4EA56D-F10C-4AE7-AF1E-A251C9C163F8}" destId="{F916D116-8147-4263-A9C7-03CDD039419F}" srcOrd="3" destOrd="0" presId="urn:diagrams.loki3.com/VaryingWidthList"/>
    <dgm:cxn modelId="{720AA0EC-7CEF-4EFC-8FFD-E60AC5F0D71E}" type="presParOf" srcId="{EF4EA56D-F10C-4AE7-AF1E-A251C9C163F8}" destId="{D88CA1E6-071B-413C-8ADB-5D1E119092B4}" srcOrd="4" destOrd="0" presId="urn:diagrams.loki3.com/VaryingWidthList"/>
    <dgm:cxn modelId="{F29B4733-DD14-4E2D-AEF7-C9D403D53461}" type="presParOf" srcId="{EF4EA56D-F10C-4AE7-AF1E-A251C9C163F8}" destId="{AB262E52-80B8-417C-A572-9651F478F4D4}" srcOrd="5" destOrd="0" presId="urn:diagrams.loki3.com/VaryingWidthList"/>
    <dgm:cxn modelId="{802D65C3-065F-4F3E-A6B5-8204D7F6DD9C}" type="presParOf" srcId="{EF4EA56D-F10C-4AE7-AF1E-A251C9C163F8}" destId="{A255E889-474D-4510-ADC6-B2AA54845F6B}" srcOrd="6" destOrd="0" presId="urn:diagrams.loki3.com/VaryingWidthList"/>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7FE65FD7-E986-403C-B88F-EF1254E00943}" type="doc">
      <dgm:prSet loTypeId="urn:diagrams.loki3.com/VaryingWidthList" loCatId="list" qsTypeId="urn:microsoft.com/office/officeart/2005/8/quickstyle/simple1" qsCatId="simple" csTypeId="urn:microsoft.com/office/officeart/2005/8/colors/accent0_1" csCatId="mainScheme" phldr="1"/>
      <dgm:spPr/>
      <dgm:t>
        <a:bodyPr/>
        <a:lstStyle/>
        <a:p>
          <a:endParaRPr lang="en-US"/>
        </a:p>
      </dgm:t>
    </dgm:pt>
    <dgm:pt modelId="{DD706230-B23E-4430-9B53-07D5B9573F46}">
      <dgm:prSet phldrT="[Text]" custT="1"/>
      <dgm:spPr/>
      <dgm:t>
        <a:bodyPr/>
        <a:lstStyle/>
        <a:p>
          <a:r>
            <a:rPr lang="en-US" sz="800"/>
            <a:t>Data Preprocessing</a:t>
          </a:r>
        </a:p>
      </dgm:t>
    </dgm:pt>
    <dgm:pt modelId="{5D0D8762-8F34-437B-BD70-00BF88E0109C}" type="parTrans" cxnId="{DEFE929A-7DA4-494D-8FD7-CDE5C54EFDA6}">
      <dgm:prSet/>
      <dgm:spPr/>
      <dgm:t>
        <a:bodyPr/>
        <a:lstStyle/>
        <a:p>
          <a:endParaRPr lang="en-US" sz="800"/>
        </a:p>
      </dgm:t>
    </dgm:pt>
    <dgm:pt modelId="{6EB87824-6EE6-49B8-8E83-713D670B520F}" type="sibTrans" cxnId="{DEFE929A-7DA4-494D-8FD7-CDE5C54EFDA6}">
      <dgm:prSet custT="1"/>
      <dgm:spPr/>
      <dgm:t>
        <a:bodyPr/>
        <a:lstStyle/>
        <a:p>
          <a:endParaRPr lang="en-US" sz="800"/>
        </a:p>
      </dgm:t>
    </dgm:pt>
    <dgm:pt modelId="{0A0D2849-D7EA-44DA-9B60-2CBDC6F8F066}">
      <dgm:prSet phldrT="[Text]" custT="1"/>
      <dgm:spPr/>
      <dgm:t>
        <a:bodyPr/>
        <a:lstStyle/>
        <a:p>
          <a:r>
            <a:rPr lang="en-US" sz="800"/>
            <a:t>Object</a:t>
          </a:r>
        </a:p>
      </dgm:t>
    </dgm:pt>
    <dgm:pt modelId="{889E7136-B2A3-4E33-8FE6-9AB1501A51CC}" type="parTrans" cxnId="{FA59DBC6-7DF5-459C-BFA3-1A1C4D2E082A}">
      <dgm:prSet/>
      <dgm:spPr/>
      <dgm:t>
        <a:bodyPr/>
        <a:lstStyle/>
        <a:p>
          <a:endParaRPr lang="en-US" sz="800"/>
        </a:p>
      </dgm:t>
    </dgm:pt>
    <dgm:pt modelId="{35305553-377C-4C8C-8CFE-0180F99C696E}" type="sibTrans" cxnId="{FA59DBC6-7DF5-459C-BFA3-1A1C4D2E082A}">
      <dgm:prSet custT="1"/>
      <dgm:spPr/>
      <dgm:t>
        <a:bodyPr/>
        <a:lstStyle/>
        <a:p>
          <a:endParaRPr lang="en-US" sz="800"/>
        </a:p>
      </dgm:t>
    </dgm:pt>
    <dgm:pt modelId="{70DDE4E4-0A59-42E6-99CA-83FA405F402C}">
      <dgm:prSet phldrT="[Text]" custT="1"/>
      <dgm:spPr/>
      <dgm:t>
        <a:bodyPr/>
        <a:lstStyle/>
        <a:p>
          <a:r>
            <a:rPr lang="en-US" sz="800"/>
            <a:t>Detection</a:t>
          </a:r>
        </a:p>
      </dgm:t>
    </dgm:pt>
    <dgm:pt modelId="{B389C4D9-FFBD-40C4-A0CB-15A46671C150}" type="parTrans" cxnId="{9DE0F466-40A2-4DB2-BAD5-B74793F6415B}">
      <dgm:prSet/>
      <dgm:spPr/>
      <dgm:t>
        <a:bodyPr/>
        <a:lstStyle/>
        <a:p>
          <a:endParaRPr lang="en-US" sz="800"/>
        </a:p>
      </dgm:t>
    </dgm:pt>
    <dgm:pt modelId="{2892A48F-1A7A-4D4A-BA81-7DB1DF6395AB}" type="sibTrans" cxnId="{9DE0F466-40A2-4DB2-BAD5-B74793F6415B}">
      <dgm:prSet/>
      <dgm:spPr/>
      <dgm:t>
        <a:bodyPr/>
        <a:lstStyle/>
        <a:p>
          <a:endParaRPr lang="en-US" sz="800"/>
        </a:p>
      </dgm:t>
    </dgm:pt>
    <dgm:pt modelId="{D5992CB9-4B9C-4C9C-B61C-058FCCDB3083}">
      <dgm:prSet phldrT="[Text]" custT="1"/>
      <dgm:spPr/>
      <dgm:t>
        <a:bodyPr/>
        <a:lstStyle/>
        <a:p>
          <a:r>
            <a:rPr lang="en-US" sz="800"/>
            <a:t>Receive Data from RSU</a:t>
          </a:r>
        </a:p>
      </dgm:t>
    </dgm:pt>
    <dgm:pt modelId="{09C66BC2-641A-44D7-B287-0AF173334353}" type="parTrans" cxnId="{741F85EB-92E7-4143-B774-271D398864C8}">
      <dgm:prSet/>
      <dgm:spPr/>
      <dgm:t>
        <a:bodyPr/>
        <a:lstStyle/>
        <a:p>
          <a:endParaRPr lang="en-US" sz="800"/>
        </a:p>
      </dgm:t>
    </dgm:pt>
    <dgm:pt modelId="{822F414F-E366-4365-AB88-5452C413C96A}" type="sibTrans" cxnId="{741F85EB-92E7-4143-B774-271D398864C8}">
      <dgm:prSet custT="1"/>
      <dgm:spPr/>
      <dgm:t>
        <a:bodyPr/>
        <a:lstStyle/>
        <a:p>
          <a:endParaRPr lang="en-US" sz="800"/>
        </a:p>
      </dgm:t>
    </dgm:pt>
    <dgm:pt modelId="{4EB7CB43-E46E-4884-BB9B-99F7502F595E}">
      <dgm:prSet phldrT="[Text]" custT="1"/>
      <dgm:spPr/>
      <dgm:t>
        <a:bodyPr/>
        <a:lstStyle/>
        <a:p>
          <a:r>
            <a:rPr lang="en-US" sz="800"/>
            <a:t>Decision Making &amp; Response Generation</a:t>
          </a:r>
        </a:p>
      </dgm:t>
    </dgm:pt>
    <dgm:pt modelId="{161A5BC6-44A7-4EA4-91AD-3DEB57815C2E}" type="parTrans" cxnId="{0AEEE478-B87D-40B7-85BE-3367939E2AC0}">
      <dgm:prSet/>
      <dgm:spPr/>
      <dgm:t>
        <a:bodyPr/>
        <a:lstStyle/>
        <a:p>
          <a:endParaRPr lang="en-US" sz="800"/>
        </a:p>
      </dgm:t>
    </dgm:pt>
    <dgm:pt modelId="{877E5277-423C-41AE-8051-449B4B467D80}" type="sibTrans" cxnId="{0AEEE478-B87D-40B7-85BE-3367939E2AC0}">
      <dgm:prSet custT="1"/>
      <dgm:spPr/>
      <dgm:t>
        <a:bodyPr/>
        <a:lstStyle/>
        <a:p>
          <a:endParaRPr lang="en-US" sz="800"/>
        </a:p>
      </dgm:t>
    </dgm:pt>
    <dgm:pt modelId="{0BA554F8-79C7-4761-AA2F-870507272DA8}">
      <dgm:prSet phldrT="[Text]" custT="1"/>
      <dgm:spPr/>
      <dgm:t>
        <a:bodyPr/>
        <a:lstStyle/>
        <a:p>
          <a:r>
            <a:rPr lang="en-US" sz="800"/>
            <a:t>Classification</a:t>
          </a:r>
        </a:p>
      </dgm:t>
    </dgm:pt>
    <dgm:pt modelId="{32465985-8D9B-4164-914F-AE40C5F4A154}" type="parTrans" cxnId="{F72FDF3D-D880-4D38-B236-D90226CAC25D}">
      <dgm:prSet/>
      <dgm:spPr/>
      <dgm:t>
        <a:bodyPr/>
        <a:lstStyle/>
        <a:p>
          <a:endParaRPr lang="en-US" sz="800"/>
        </a:p>
      </dgm:t>
    </dgm:pt>
    <dgm:pt modelId="{C57EBA9C-EC3B-4F89-902A-DDAD49B4A49B}" type="sibTrans" cxnId="{F72FDF3D-D880-4D38-B236-D90226CAC25D}">
      <dgm:prSet/>
      <dgm:spPr/>
      <dgm:t>
        <a:bodyPr/>
        <a:lstStyle/>
        <a:p>
          <a:endParaRPr lang="en-US" sz="800"/>
        </a:p>
      </dgm:t>
    </dgm:pt>
    <dgm:pt modelId="{6839D7A4-574A-49DB-8E7A-CEFCA194001F}">
      <dgm:prSet phldrT="[Text]" custT="1"/>
      <dgm:spPr/>
      <dgm:t>
        <a:bodyPr/>
        <a:lstStyle/>
        <a:p>
          <a:r>
            <a:rPr lang="en-US" sz="800"/>
            <a:t>Tracking</a:t>
          </a:r>
        </a:p>
      </dgm:t>
    </dgm:pt>
    <dgm:pt modelId="{D3D84051-D4D0-4E07-B3CE-D47C7117E1C1}" type="parTrans" cxnId="{CB4DFE59-0FC2-417A-AF65-D8F687683D52}">
      <dgm:prSet/>
      <dgm:spPr/>
      <dgm:t>
        <a:bodyPr/>
        <a:lstStyle/>
        <a:p>
          <a:endParaRPr lang="en-US" sz="800"/>
        </a:p>
      </dgm:t>
    </dgm:pt>
    <dgm:pt modelId="{4FF65897-B7C0-4303-A424-F7F446286A03}" type="sibTrans" cxnId="{CB4DFE59-0FC2-417A-AF65-D8F687683D52}">
      <dgm:prSet/>
      <dgm:spPr/>
      <dgm:t>
        <a:bodyPr/>
        <a:lstStyle/>
        <a:p>
          <a:endParaRPr lang="en-US" sz="800"/>
        </a:p>
      </dgm:t>
    </dgm:pt>
    <dgm:pt modelId="{C420518F-6D30-40EF-BF17-C9EFC9B79929}">
      <dgm:prSet phldrT="[Text]" custT="1"/>
      <dgm:spPr/>
      <dgm:t>
        <a:bodyPr/>
        <a:lstStyle/>
        <a:p>
          <a:r>
            <a:rPr lang="en-US" sz="800"/>
            <a:t>Send Response to RSU</a:t>
          </a:r>
        </a:p>
      </dgm:t>
    </dgm:pt>
    <dgm:pt modelId="{93DCA366-CD32-44A2-BDEE-F076794E53DE}" type="parTrans" cxnId="{66F6A64D-913F-4DF2-9A44-8CDBEF65A28A}">
      <dgm:prSet/>
      <dgm:spPr/>
      <dgm:t>
        <a:bodyPr/>
        <a:lstStyle/>
        <a:p>
          <a:endParaRPr lang="en-US" sz="800"/>
        </a:p>
      </dgm:t>
    </dgm:pt>
    <dgm:pt modelId="{1BA4E728-856D-4092-A756-DB72CB4E17A7}" type="sibTrans" cxnId="{66F6A64D-913F-4DF2-9A44-8CDBEF65A28A}">
      <dgm:prSet custT="1"/>
      <dgm:spPr/>
      <dgm:t>
        <a:bodyPr/>
        <a:lstStyle/>
        <a:p>
          <a:endParaRPr lang="en-US" sz="800"/>
        </a:p>
      </dgm:t>
    </dgm:pt>
    <dgm:pt modelId="{19DA625A-4571-4ECF-9118-523FA294E7F9}">
      <dgm:prSet phldrT="[Text]" custT="1"/>
      <dgm:spPr/>
      <dgm:t>
        <a:bodyPr/>
        <a:lstStyle/>
        <a:p>
          <a:r>
            <a:rPr lang="en-US" sz="800"/>
            <a:t>Node </a:t>
          </a:r>
          <a:r>
            <a:rPr lang="en-US" sz="800" err="1"/>
            <a:t>Manageblity</a:t>
          </a:r>
          <a:r>
            <a:rPr lang="en-US" sz="800"/>
            <a:t> /Access Control</a:t>
          </a:r>
        </a:p>
      </dgm:t>
    </dgm:pt>
    <dgm:pt modelId="{BAC4D517-C8AF-4D87-BBB0-725056A7F522}" type="parTrans" cxnId="{1F10214F-DA45-47DD-AC87-3D067B7B57FE}">
      <dgm:prSet/>
      <dgm:spPr/>
      <dgm:t>
        <a:bodyPr/>
        <a:lstStyle/>
        <a:p>
          <a:endParaRPr lang="en-US" sz="800"/>
        </a:p>
      </dgm:t>
    </dgm:pt>
    <dgm:pt modelId="{386C10A3-A853-447F-A7A5-751EDBDF0AD5}" type="sibTrans" cxnId="{1F10214F-DA45-47DD-AC87-3D067B7B57FE}">
      <dgm:prSet/>
      <dgm:spPr/>
      <dgm:t>
        <a:bodyPr/>
        <a:lstStyle/>
        <a:p>
          <a:endParaRPr lang="en-US" sz="800"/>
        </a:p>
      </dgm:t>
    </dgm:pt>
    <dgm:pt modelId="{FAB98A04-1DB5-4682-BACB-DF012B743CA0}" type="pres">
      <dgm:prSet presAssocID="{7FE65FD7-E986-403C-B88F-EF1254E00943}" presName="Name0" presStyleCnt="0">
        <dgm:presLayoutVars>
          <dgm:resizeHandles/>
        </dgm:presLayoutVars>
      </dgm:prSet>
      <dgm:spPr/>
    </dgm:pt>
    <dgm:pt modelId="{462D6F5D-A5D4-4331-8BDB-BD3AE96E634C}" type="pres">
      <dgm:prSet presAssocID="{D5992CB9-4B9C-4C9C-B61C-058FCCDB3083}" presName="text" presStyleLbl="node1" presStyleIdx="0" presStyleCnt="6">
        <dgm:presLayoutVars>
          <dgm:bulletEnabled val="1"/>
        </dgm:presLayoutVars>
      </dgm:prSet>
      <dgm:spPr/>
    </dgm:pt>
    <dgm:pt modelId="{BE1C7C0C-0A01-48DE-A082-95A0EEE2791F}" type="pres">
      <dgm:prSet presAssocID="{822F414F-E366-4365-AB88-5452C413C96A}" presName="space" presStyleCnt="0"/>
      <dgm:spPr/>
    </dgm:pt>
    <dgm:pt modelId="{609BD1B3-7AF8-4EB8-B718-E456CB8BF597}" type="pres">
      <dgm:prSet presAssocID="{DD706230-B23E-4430-9B53-07D5B9573F46}" presName="text" presStyleLbl="node1" presStyleIdx="1" presStyleCnt="6">
        <dgm:presLayoutVars>
          <dgm:bulletEnabled val="1"/>
        </dgm:presLayoutVars>
      </dgm:prSet>
      <dgm:spPr/>
    </dgm:pt>
    <dgm:pt modelId="{DE93564E-368B-46E5-9C1B-D00D1918BBD0}" type="pres">
      <dgm:prSet presAssocID="{6EB87824-6EE6-49B8-8E83-713D670B520F}" presName="space" presStyleCnt="0"/>
      <dgm:spPr/>
    </dgm:pt>
    <dgm:pt modelId="{809167BD-1F91-41B5-A2B3-ACA6747D1FD5}" type="pres">
      <dgm:prSet presAssocID="{0A0D2849-D7EA-44DA-9B60-2CBDC6F8F066}" presName="text" presStyleLbl="node1" presStyleIdx="2" presStyleCnt="6">
        <dgm:presLayoutVars>
          <dgm:bulletEnabled val="1"/>
        </dgm:presLayoutVars>
      </dgm:prSet>
      <dgm:spPr/>
    </dgm:pt>
    <dgm:pt modelId="{B2E4FF7C-301D-402B-B92E-A37B2F341E8E}" type="pres">
      <dgm:prSet presAssocID="{35305553-377C-4C8C-8CFE-0180F99C696E}" presName="space" presStyleCnt="0"/>
      <dgm:spPr/>
    </dgm:pt>
    <dgm:pt modelId="{4F16EFCB-67A8-4179-90F9-BA285487A9C3}" type="pres">
      <dgm:prSet presAssocID="{4EB7CB43-E46E-4884-BB9B-99F7502F595E}" presName="text" presStyleLbl="node1" presStyleIdx="3" presStyleCnt="6">
        <dgm:presLayoutVars>
          <dgm:bulletEnabled val="1"/>
        </dgm:presLayoutVars>
      </dgm:prSet>
      <dgm:spPr/>
    </dgm:pt>
    <dgm:pt modelId="{1F3572B0-1A7F-4834-B928-DB3C6DC77676}" type="pres">
      <dgm:prSet presAssocID="{877E5277-423C-41AE-8051-449B4B467D80}" presName="space" presStyleCnt="0"/>
      <dgm:spPr/>
    </dgm:pt>
    <dgm:pt modelId="{E2C7D9CE-847A-4BE2-8B04-161180FFF6AD}" type="pres">
      <dgm:prSet presAssocID="{C420518F-6D30-40EF-BF17-C9EFC9B79929}" presName="text" presStyleLbl="node1" presStyleIdx="4" presStyleCnt="6">
        <dgm:presLayoutVars>
          <dgm:bulletEnabled val="1"/>
        </dgm:presLayoutVars>
      </dgm:prSet>
      <dgm:spPr/>
    </dgm:pt>
    <dgm:pt modelId="{E3C48673-FD7D-4049-9567-DE8192997958}" type="pres">
      <dgm:prSet presAssocID="{1BA4E728-856D-4092-A756-DB72CB4E17A7}" presName="space" presStyleCnt="0"/>
      <dgm:spPr/>
    </dgm:pt>
    <dgm:pt modelId="{C1A16641-E986-48C0-9DA1-4009CBF29D38}" type="pres">
      <dgm:prSet presAssocID="{19DA625A-4571-4ECF-9118-523FA294E7F9}" presName="text" presStyleLbl="node1" presStyleIdx="5" presStyleCnt="6">
        <dgm:presLayoutVars>
          <dgm:bulletEnabled val="1"/>
        </dgm:presLayoutVars>
      </dgm:prSet>
      <dgm:spPr/>
    </dgm:pt>
  </dgm:ptLst>
  <dgm:cxnLst>
    <dgm:cxn modelId="{8DEF7207-12EB-47C3-B885-27433530B4A5}" type="presOf" srcId="{0BA554F8-79C7-4761-AA2F-870507272DA8}" destId="{809167BD-1F91-41B5-A2B3-ACA6747D1FD5}" srcOrd="0" destOrd="2" presId="urn:diagrams.loki3.com/VaryingWidthList"/>
    <dgm:cxn modelId="{B2008A1A-198E-4BA2-9F2D-07EF71E6C78E}" type="presOf" srcId="{70DDE4E4-0A59-42E6-99CA-83FA405F402C}" destId="{809167BD-1F91-41B5-A2B3-ACA6747D1FD5}" srcOrd="0" destOrd="1" presId="urn:diagrams.loki3.com/VaryingWidthList"/>
    <dgm:cxn modelId="{815A4A20-7CC9-4BB5-B68C-E85C082646F2}" type="presOf" srcId="{4EB7CB43-E46E-4884-BB9B-99F7502F595E}" destId="{4F16EFCB-67A8-4179-90F9-BA285487A9C3}" srcOrd="0" destOrd="0" presId="urn:diagrams.loki3.com/VaryingWidthList"/>
    <dgm:cxn modelId="{F72FDF3D-D880-4D38-B236-D90226CAC25D}" srcId="{0A0D2849-D7EA-44DA-9B60-2CBDC6F8F066}" destId="{0BA554F8-79C7-4761-AA2F-870507272DA8}" srcOrd="1" destOrd="0" parTransId="{32465985-8D9B-4164-914F-AE40C5F4A154}" sibTransId="{C57EBA9C-EC3B-4F89-902A-DDAD49B4A49B}"/>
    <dgm:cxn modelId="{7848F543-23BF-4D32-8197-502C1BE1B1A2}" type="presOf" srcId="{D5992CB9-4B9C-4C9C-B61C-058FCCDB3083}" destId="{462D6F5D-A5D4-4331-8BDB-BD3AE96E634C}" srcOrd="0" destOrd="0" presId="urn:diagrams.loki3.com/VaryingWidthList"/>
    <dgm:cxn modelId="{9DE0F466-40A2-4DB2-BAD5-B74793F6415B}" srcId="{0A0D2849-D7EA-44DA-9B60-2CBDC6F8F066}" destId="{70DDE4E4-0A59-42E6-99CA-83FA405F402C}" srcOrd="0" destOrd="0" parTransId="{B389C4D9-FFBD-40C4-A0CB-15A46671C150}" sibTransId="{2892A48F-1A7A-4D4A-BA81-7DB1DF6395AB}"/>
    <dgm:cxn modelId="{E4F4004B-2AC5-4AF3-9198-DC1EE1AB72CA}" type="presOf" srcId="{6839D7A4-574A-49DB-8E7A-CEFCA194001F}" destId="{809167BD-1F91-41B5-A2B3-ACA6747D1FD5}" srcOrd="0" destOrd="3" presId="urn:diagrams.loki3.com/VaryingWidthList"/>
    <dgm:cxn modelId="{66F6A64D-913F-4DF2-9A44-8CDBEF65A28A}" srcId="{7FE65FD7-E986-403C-B88F-EF1254E00943}" destId="{C420518F-6D30-40EF-BF17-C9EFC9B79929}" srcOrd="4" destOrd="0" parTransId="{93DCA366-CD32-44A2-BDEE-F076794E53DE}" sibTransId="{1BA4E728-856D-4092-A756-DB72CB4E17A7}"/>
    <dgm:cxn modelId="{1F10214F-DA45-47DD-AC87-3D067B7B57FE}" srcId="{7FE65FD7-E986-403C-B88F-EF1254E00943}" destId="{19DA625A-4571-4ECF-9118-523FA294E7F9}" srcOrd="5" destOrd="0" parTransId="{BAC4D517-C8AF-4D87-BBB0-725056A7F522}" sibTransId="{386C10A3-A853-447F-A7A5-751EDBDF0AD5}"/>
    <dgm:cxn modelId="{4F55C072-E24B-41A1-9AE3-C3D1B60C772C}" type="presOf" srcId="{DD706230-B23E-4430-9B53-07D5B9573F46}" destId="{609BD1B3-7AF8-4EB8-B718-E456CB8BF597}" srcOrd="0" destOrd="0" presId="urn:diagrams.loki3.com/VaryingWidthList"/>
    <dgm:cxn modelId="{0AEEE478-B87D-40B7-85BE-3367939E2AC0}" srcId="{7FE65FD7-E986-403C-B88F-EF1254E00943}" destId="{4EB7CB43-E46E-4884-BB9B-99F7502F595E}" srcOrd="3" destOrd="0" parTransId="{161A5BC6-44A7-4EA4-91AD-3DEB57815C2E}" sibTransId="{877E5277-423C-41AE-8051-449B4B467D80}"/>
    <dgm:cxn modelId="{CB4DFE59-0FC2-417A-AF65-D8F687683D52}" srcId="{0A0D2849-D7EA-44DA-9B60-2CBDC6F8F066}" destId="{6839D7A4-574A-49DB-8E7A-CEFCA194001F}" srcOrd="2" destOrd="0" parTransId="{D3D84051-D4D0-4E07-B3CE-D47C7117E1C1}" sibTransId="{4FF65897-B7C0-4303-A424-F7F446286A03}"/>
    <dgm:cxn modelId="{CD1DA28E-800D-44C5-BEA2-D2D57D274283}" type="presOf" srcId="{7FE65FD7-E986-403C-B88F-EF1254E00943}" destId="{FAB98A04-1DB5-4682-BACB-DF012B743CA0}" srcOrd="0" destOrd="0" presId="urn:diagrams.loki3.com/VaryingWidthList"/>
    <dgm:cxn modelId="{DEFE929A-7DA4-494D-8FD7-CDE5C54EFDA6}" srcId="{7FE65FD7-E986-403C-B88F-EF1254E00943}" destId="{DD706230-B23E-4430-9B53-07D5B9573F46}" srcOrd="1" destOrd="0" parTransId="{5D0D8762-8F34-437B-BD70-00BF88E0109C}" sibTransId="{6EB87824-6EE6-49B8-8E83-713D670B520F}"/>
    <dgm:cxn modelId="{2A4A5A9C-7F25-4062-A9EA-2EE1F3D1FDBA}" type="presOf" srcId="{C420518F-6D30-40EF-BF17-C9EFC9B79929}" destId="{E2C7D9CE-847A-4BE2-8B04-161180FFF6AD}" srcOrd="0" destOrd="0" presId="urn:diagrams.loki3.com/VaryingWidthList"/>
    <dgm:cxn modelId="{FA59DBC6-7DF5-459C-BFA3-1A1C4D2E082A}" srcId="{7FE65FD7-E986-403C-B88F-EF1254E00943}" destId="{0A0D2849-D7EA-44DA-9B60-2CBDC6F8F066}" srcOrd="2" destOrd="0" parTransId="{889E7136-B2A3-4E33-8FE6-9AB1501A51CC}" sibTransId="{35305553-377C-4C8C-8CFE-0180F99C696E}"/>
    <dgm:cxn modelId="{D16F54CE-60CD-4EDE-805D-C1F709F3E918}" type="presOf" srcId="{19DA625A-4571-4ECF-9118-523FA294E7F9}" destId="{C1A16641-E986-48C0-9DA1-4009CBF29D38}" srcOrd="0" destOrd="0" presId="urn:diagrams.loki3.com/VaryingWidthList"/>
    <dgm:cxn modelId="{19EB0CE4-7D23-4F02-B4D2-30959EB52EF4}" type="presOf" srcId="{0A0D2849-D7EA-44DA-9B60-2CBDC6F8F066}" destId="{809167BD-1F91-41B5-A2B3-ACA6747D1FD5}" srcOrd="0" destOrd="0" presId="urn:diagrams.loki3.com/VaryingWidthList"/>
    <dgm:cxn modelId="{741F85EB-92E7-4143-B774-271D398864C8}" srcId="{7FE65FD7-E986-403C-B88F-EF1254E00943}" destId="{D5992CB9-4B9C-4C9C-B61C-058FCCDB3083}" srcOrd="0" destOrd="0" parTransId="{09C66BC2-641A-44D7-B287-0AF173334353}" sibTransId="{822F414F-E366-4365-AB88-5452C413C96A}"/>
    <dgm:cxn modelId="{84085055-F09A-4F07-9C57-CB513E5DAD41}" type="presParOf" srcId="{FAB98A04-1DB5-4682-BACB-DF012B743CA0}" destId="{462D6F5D-A5D4-4331-8BDB-BD3AE96E634C}" srcOrd="0" destOrd="0" presId="urn:diagrams.loki3.com/VaryingWidthList"/>
    <dgm:cxn modelId="{0EB5713B-FDB2-4F5A-8396-3C00809608A2}" type="presParOf" srcId="{FAB98A04-1DB5-4682-BACB-DF012B743CA0}" destId="{BE1C7C0C-0A01-48DE-A082-95A0EEE2791F}" srcOrd="1" destOrd="0" presId="urn:diagrams.loki3.com/VaryingWidthList"/>
    <dgm:cxn modelId="{50DB8303-5467-4D02-A406-8A9AFD7D10B8}" type="presParOf" srcId="{FAB98A04-1DB5-4682-BACB-DF012B743CA0}" destId="{609BD1B3-7AF8-4EB8-B718-E456CB8BF597}" srcOrd="2" destOrd="0" presId="urn:diagrams.loki3.com/VaryingWidthList"/>
    <dgm:cxn modelId="{E099B46C-E65D-4353-B103-DC52F8711E8E}" type="presParOf" srcId="{FAB98A04-1DB5-4682-BACB-DF012B743CA0}" destId="{DE93564E-368B-46E5-9C1B-D00D1918BBD0}" srcOrd="3" destOrd="0" presId="urn:diagrams.loki3.com/VaryingWidthList"/>
    <dgm:cxn modelId="{A2714D57-07C5-4447-B642-62B39B9A5F52}" type="presParOf" srcId="{FAB98A04-1DB5-4682-BACB-DF012B743CA0}" destId="{809167BD-1F91-41B5-A2B3-ACA6747D1FD5}" srcOrd="4" destOrd="0" presId="urn:diagrams.loki3.com/VaryingWidthList"/>
    <dgm:cxn modelId="{EDA9728C-4528-41F8-9AF7-2D2B5DA35907}" type="presParOf" srcId="{FAB98A04-1DB5-4682-BACB-DF012B743CA0}" destId="{B2E4FF7C-301D-402B-B92E-A37B2F341E8E}" srcOrd="5" destOrd="0" presId="urn:diagrams.loki3.com/VaryingWidthList"/>
    <dgm:cxn modelId="{2A2F3E5B-F517-4583-A3B3-B233D8764A2F}" type="presParOf" srcId="{FAB98A04-1DB5-4682-BACB-DF012B743CA0}" destId="{4F16EFCB-67A8-4179-90F9-BA285487A9C3}" srcOrd="6" destOrd="0" presId="urn:diagrams.loki3.com/VaryingWidthList"/>
    <dgm:cxn modelId="{B65CBC23-7150-4390-A9DD-D11001B27473}" type="presParOf" srcId="{FAB98A04-1DB5-4682-BACB-DF012B743CA0}" destId="{1F3572B0-1A7F-4834-B928-DB3C6DC77676}" srcOrd="7" destOrd="0" presId="urn:diagrams.loki3.com/VaryingWidthList"/>
    <dgm:cxn modelId="{FEDF4D01-A7DF-4AA3-9E2C-4594FD7D712C}" type="presParOf" srcId="{FAB98A04-1DB5-4682-BACB-DF012B743CA0}" destId="{E2C7D9CE-847A-4BE2-8B04-161180FFF6AD}" srcOrd="8" destOrd="0" presId="urn:diagrams.loki3.com/VaryingWidthList"/>
    <dgm:cxn modelId="{9B3FB24E-81CD-4C10-9EDD-61DEE80A9DF1}" type="presParOf" srcId="{FAB98A04-1DB5-4682-BACB-DF012B743CA0}" destId="{E3C48673-FD7D-4049-9567-DE8192997958}" srcOrd="9" destOrd="0" presId="urn:diagrams.loki3.com/VaryingWidthList"/>
    <dgm:cxn modelId="{DD18E448-A9EC-4F22-96E4-ADBBF17F30EB}" type="presParOf" srcId="{FAB98A04-1DB5-4682-BACB-DF012B743CA0}" destId="{C1A16641-E986-48C0-9DA1-4009CBF29D38}" srcOrd="10" destOrd="0" presId="urn:diagrams.loki3.com/VaryingWidthList"/>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CD27D827-6436-47B5-9762-FED58E5B81CA}"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14E11BE9-2BE9-408C-8251-8B1EEA2AC115}">
      <dgm:prSet/>
      <dgm:spPr/>
      <dgm:t>
        <a:bodyPr/>
        <a:lstStyle/>
        <a:p>
          <a:pPr>
            <a:lnSpc>
              <a:spcPct val="100000"/>
            </a:lnSpc>
          </a:pPr>
          <a:r>
            <a:rPr lang="en-US"/>
            <a:t>Started implementing ML models on dummy dataset for</a:t>
          </a:r>
          <a:br>
            <a:rPr lang="en-US"/>
          </a:br>
          <a:r>
            <a:rPr lang="en-US"/>
            <a:t>-Detecting Pedestrians</a:t>
          </a:r>
          <a:br>
            <a:rPr lang="en-US"/>
          </a:br>
          <a:r>
            <a:rPr lang="en-US"/>
            <a:t>-Counting Pedestrians</a:t>
          </a:r>
        </a:p>
      </dgm:t>
    </dgm:pt>
    <dgm:pt modelId="{26698456-1C17-49AC-84B3-4CA3E5916709}" type="parTrans" cxnId="{4EE1A075-87B4-4DF4-B5FA-0B213A7061E7}">
      <dgm:prSet/>
      <dgm:spPr/>
      <dgm:t>
        <a:bodyPr/>
        <a:lstStyle/>
        <a:p>
          <a:endParaRPr lang="en-US"/>
        </a:p>
      </dgm:t>
    </dgm:pt>
    <dgm:pt modelId="{223DFD5B-40B7-4625-A9A9-8BF53408DF9D}" type="sibTrans" cxnId="{4EE1A075-87B4-4DF4-B5FA-0B213A7061E7}">
      <dgm:prSet/>
      <dgm:spPr/>
      <dgm:t>
        <a:bodyPr/>
        <a:lstStyle/>
        <a:p>
          <a:pPr>
            <a:lnSpc>
              <a:spcPct val="100000"/>
            </a:lnSpc>
          </a:pPr>
          <a:endParaRPr lang="en-US"/>
        </a:p>
      </dgm:t>
    </dgm:pt>
    <dgm:pt modelId="{BA91D7B2-AC82-49CA-A3A3-C546D4DB58AC}">
      <dgm:prSet phldr="0"/>
      <dgm:spPr/>
      <dgm:t>
        <a:bodyPr/>
        <a:lstStyle/>
        <a:p>
          <a:pPr>
            <a:lnSpc>
              <a:spcPct val="100000"/>
            </a:lnSpc>
          </a:pPr>
          <a:r>
            <a:rPr lang="en-GB">
              <a:latin typeface="Calibri Light" panose="020F0302020204030204"/>
            </a:rPr>
            <a:t> Start implementation of client – server architecture</a:t>
          </a:r>
          <a:endParaRPr lang="en-GB"/>
        </a:p>
      </dgm:t>
    </dgm:pt>
    <dgm:pt modelId="{238D346C-1335-4DF8-BCC6-708075936C4E}" type="parTrans" cxnId="{E6E6BD4D-BB6B-4FA6-AE13-56483DCFD339}">
      <dgm:prSet/>
      <dgm:spPr/>
      <dgm:t>
        <a:bodyPr/>
        <a:lstStyle/>
        <a:p>
          <a:endParaRPr lang="en-US"/>
        </a:p>
      </dgm:t>
    </dgm:pt>
    <dgm:pt modelId="{6BA164F8-D309-4D28-B54A-8024A1892DCF}" type="sibTrans" cxnId="{E6E6BD4D-BB6B-4FA6-AE13-56483DCFD339}">
      <dgm:prSet/>
      <dgm:spPr/>
      <dgm:t>
        <a:bodyPr/>
        <a:lstStyle/>
        <a:p>
          <a:pPr>
            <a:lnSpc>
              <a:spcPct val="100000"/>
            </a:lnSpc>
          </a:pPr>
          <a:endParaRPr lang="en-US"/>
        </a:p>
      </dgm:t>
    </dgm:pt>
    <dgm:pt modelId="{63D16F6C-30A0-4CDE-A56B-D962CC1ED9FA}">
      <dgm:prSet/>
      <dgm:spPr/>
      <dgm:t>
        <a:bodyPr/>
        <a:lstStyle/>
        <a:p>
          <a:pPr>
            <a:lnSpc>
              <a:spcPct val="100000"/>
            </a:lnSpc>
          </a:pPr>
          <a:r>
            <a:rPr lang="en-US">
              <a:latin typeface="Calibri Light" panose="020F0302020204030204"/>
            </a:rPr>
            <a:t>Research security</a:t>
          </a:r>
          <a:r>
            <a:rPr lang="en-US"/>
            <a:t> aspects: i.e</a:t>
          </a:r>
          <a:r>
            <a:rPr lang="en-US">
              <a:latin typeface="Calibri Light" panose="020F0302020204030204"/>
            </a:rPr>
            <a:t>.</a:t>
          </a:r>
          <a:r>
            <a:rPr lang="en-US"/>
            <a:t> Threat models, policies</a:t>
          </a:r>
          <a:endParaRPr lang="en-GB"/>
        </a:p>
      </dgm:t>
    </dgm:pt>
    <dgm:pt modelId="{B4C85EFA-99F2-48D4-B8A1-9ED69CE71E5E}" type="sibTrans" cxnId="{F01FD401-CDCA-407C-8B6D-1182C6F0ACE9}">
      <dgm:prSet/>
      <dgm:spPr/>
      <dgm:t>
        <a:bodyPr/>
        <a:lstStyle/>
        <a:p>
          <a:pPr>
            <a:lnSpc>
              <a:spcPct val="100000"/>
            </a:lnSpc>
          </a:pPr>
          <a:endParaRPr lang="en-US"/>
        </a:p>
      </dgm:t>
    </dgm:pt>
    <dgm:pt modelId="{470EA167-3313-472B-9FC8-F89BE72EF829}" type="parTrans" cxnId="{F01FD401-CDCA-407C-8B6D-1182C6F0ACE9}">
      <dgm:prSet/>
      <dgm:spPr/>
      <dgm:t>
        <a:bodyPr/>
        <a:lstStyle/>
        <a:p>
          <a:endParaRPr lang="en-US"/>
        </a:p>
      </dgm:t>
    </dgm:pt>
    <dgm:pt modelId="{F2B09733-8174-4FBD-940D-F3653C58FB55}" type="pres">
      <dgm:prSet presAssocID="{CD27D827-6436-47B5-9762-FED58E5B81CA}" presName="root" presStyleCnt="0">
        <dgm:presLayoutVars>
          <dgm:dir/>
          <dgm:resizeHandles val="exact"/>
        </dgm:presLayoutVars>
      </dgm:prSet>
      <dgm:spPr/>
    </dgm:pt>
    <dgm:pt modelId="{E1E835CB-79EF-42E5-8759-505086E87F52}" type="pres">
      <dgm:prSet presAssocID="{14E11BE9-2BE9-408C-8251-8B1EEA2AC115}" presName="compNode" presStyleCnt="0"/>
      <dgm:spPr/>
    </dgm:pt>
    <dgm:pt modelId="{96609F21-E516-466B-A225-941487C35E77}" type="pres">
      <dgm:prSet presAssocID="{14E11BE9-2BE9-408C-8251-8B1EEA2AC115}" presName="iconRect" presStyleLbl="node1" presStyleIdx="0" presStyleCnt="3"/>
      <dgm:spPr>
        <a:blipFill rotWithShape="1">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Check List"/>
        </a:ext>
      </dgm:extLst>
    </dgm:pt>
    <dgm:pt modelId="{45527EAF-AD5F-4F62-84FC-6768FD82254F}" type="pres">
      <dgm:prSet presAssocID="{14E11BE9-2BE9-408C-8251-8B1EEA2AC115}" presName="spaceRect" presStyleCnt="0"/>
      <dgm:spPr/>
    </dgm:pt>
    <dgm:pt modelId="{FAC76675-862B-412B-9834-DADCD2492A61}" type="pres">
      <dgm:prSet presAssocID="{14E11BE9-2BE9-408C-8251-8B1EEA2AC115}" presName="textRect" presStyleLbl="revTx" presStyleIdx="0" presStyleCnt="3">
        <dgm:presLayoutVars>
          <dgm:chMax val="1"/>
          <dgm:chPref val="1"/>
        </dgm:presLayoutVars>
      </dgm:prSet>
      <dgm:spPr/>
    </dgm:pt>
    <dgm:pt modelId="{4D52BDE7-830F-4629-AEF1-11DE56DA1F12}" type="pres">
      <dgm:prSet presAssocID="{223DFD5B-40B7-4625-A9A9-8BF53408DF9D}" presName="sibTrans" presStyleCnt="0"/>
      <dgm:spPr/>
    </dgm:pt>
    <dgm:pt modelId="{94B1D251-9D11-4E66-8DC8-8669206CBA3D}" type="pres">
      <dgm:prSet presAssocID="{63D16F6C-30A0-4CDE-A56B-D962CC1ED9FA}" presName="compNode" presStyleCnt="0"/>
      <dgm:spPr/>
    </dgm:pt>
    <dgm:pt modelId="{9A82CBF7-06BC-44C9-9D78-9ADC219B2709}" type="pres">
      <dgm:prSet presAssocID="{63D16F6C-30A0-4CDE-A56B-D962CC1ED9FA}" presName="iconRect" presStyleLbl="node1" presStyleIdx="1" presStyleCnt="3"/>
      <dgm:spPr>
        <a:blipFill rotWithShape="1">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List"/>
        </a:ext>
      </dgm:extLst>
    </dgm:pt>
    <dgm:pt modelId="{7007A564-B18D-442B-91EA-02912DCFABB3}" type="pres">
      <dgm:prSet presAssocID="{63D16F6C-30A0-4CDE-A56B-D962CC1ED9FA}" presName="spaceRect" presStyleCnt="0"/>
      <dgm:spPr/>
    </dgm:pt>
    <dgm:pt modelId="{8BF95A4F-3FC2-442B-9D4A-6CBDFA667111}" type="pres">
      <dgm:prSet presAssocID="{63D16F6C-30A0-4CDE-A56B-D962CC1ED9FA}" presName="textRect" presStyleLbl="revTx" presStyleIdx="1" presStyleCnt="3">
        <dgm:presLayoutVars>
          <dgm:chMax val="1"/>
          <dgm:chPref val="1"/>
        </dgm:presLayoutVars>
      </dgm:prSet>
      <dgm:spPr/>
    </dgm:pt>
    <dgm:pt modelId="{D1F96F99-3A2A-4D82-B221-A5C262AF9E3D}" type="pres">
      <dgm:prSet presAssocID="{B4C85EFA-99F2-48D4-B8A1-9ED69CE71E5E}" presName="sibTrans" presStyleCnt="0"/>
      <dgm:spPr/>
    </dgm:pt>
    <dgm:pt modelId="{A480DA92-0EE1-4D03-8821-5556E2BF7BC6}" type="pres">
      <dgm:prSet presAssocID="{BA91D7B2-AC82-49CA-A3A3-C546D4DB58AC}" presName="compNode" presStyleCnt="0"/>
      <dgm:spPr/>
    </dgm:pt>
    <dgm:pt modelId="{BA64DB8E-15C5-4FB5-83A8-16F099D3FAD7}" type="pres">
      <dgm:prSet presAssocID="{BA91D7B2-AC82-49CA-A3A3-C546D4DB58AC}"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loud Computing"/>
        </a:ext>
      </dgm:extLst>
    </dgm:pt>
    <dgm:pt modelId="{3EF60175-CCD2-46CA-865E-9F59954F6BC0}" type="pres">
      <dgm:prSet presAssocID="{BA91D7B2-AC82-49CA-A3A3-C546D4DB58AC}" presName="spaceRect" presStyleCnt="0"/>
      <dgm:spPr/>
    </dgm:pt>
    <dgm:pt modelId="{14683A56-34CA-4F6C-977D-98B840872623}" type="pres">
      <dgm:prSet presAssocID="{BA91D7B2-AC82-49CA-A3A3-C546D4DB58AC}" presName="textRect" presStyleLbl="revTx" presStyleIdx="2" presStyleCnt="3">
        <dgm:presLayoutVars>
          <dgm:chMax val="1"/>
          <dgm:chPref val="1"/>
        </dgm:presLayoutVars>
      </dgm:prSet>
      <dgm:spPr/>
    </dgm:pt>
  </dgm:ptLst>
  <dgm:cxnLst>
    <dgm:cxn modelId="{F01FD401-CDCA-407C-8B6D-1182C6F0ACE9}" srcId="{CD27D827-6436-47B5-9762-FED58E5B81CA}" destId="{63D16F6C-30A0-4CDE-A56B-D962CC1ED9FA}" srcOrd="1" destOrd="0" parTransId="{470EA167-3313-472B-9FC8-F89BE72EF829}" sibTransId="{B4C85EFA-99F2-48D4-B8A1-9ED69CE71E5E}"/>
    <dgm:cxn modelId="{81DC6D15-6D2E-4732-B1BB-E5DF149ECA2C}" type="presOf" srcId="{BA91D7B2-AC82-49CA-A3A3-C546D4DB58AC}" destId="{14683A56-34CA-4F6C-977D-98B840872623}" srcOrd="0" destOrd="0" presId="urn:microsoft.com/office/officeart/2018/2/layout/IconLabelList"/>
    <dgm:cxn modelId="{D430F942-83D8-4BE8-8228-B047AA033A10}" type="presOf" srcId="{14E11BE9-2BE9-408C-8251-8B1EEA2AC115}" destId="{FAC76675-862B-412B-9834-DADCD2492A61}" srcOrd="0" destOrd="0" presId="urn:microsoft.com/office/officeart/2018/2/layout/IconLabelList"/>
    <dgm:cxn modelId="{E6E6BD4D-BB6B-4FA6-AE13-56483DCFD339}" srcId="{CD27D827-6436-47B5-9762-FED58E5B81CA}" destId="{BA91D7B2-AC82-49CA-A3A3-C546D4DB58AC}" srcOrd="2" destOrd="0" parTransId="{238D346C-1335-4DF8-BCC6-708075936C4E}" sibTransId="{6BA164F8-D309-4D28-B54A-8024A1892DCF}"/>
    <dgm:cxn modelId="{4EE1A075-87B4-4DF4-B5FA-0B213A7061E7}" srcId="{CD27D827-6436-47B5-9762-FED58E5B81CA}" destId="{14E11BE9-2BE9-408C-8251-8B1EEA2AC115}" srcOrd="0" destOrd="0" parTransId="{26698456-1C17-49AC-84B3-4CA3E5916709}" sibTransId="{223DFD5B-40B7-4625-A9A9-8BF53408DF9D}"/>
    <dgm:cxn modelId="{5703F28B-D15F-4902-ABFF-77B5C2CF2273}" type="presOf" srcId="{63D16F6C-30A0-4CDE-A56B-D962CC1ED9FA}" destId="{8BF95A4F-3FC2-442B-9D4A-6CBDFA667111}" srcOrd="0" destOrd="0" presId="urn:microsoft.com/office/officeart/2018/2/layout/IconLabelList"/>
    <dgm:cxn modelId="{2A7C3BF4-AD53-4AF7-A5B9-4CE1F62FDF10}" type="presOf" srcId="{CD27D827-6436-47B5-9762-FED58E5B81CA}" destId="{F2B09733-8174-4FBD-940D-F3653C58FB55}" srcOrd="0" destOrd="0" presId="urn:microsoft.com/office/officeart/2018/2/layout/IconLabelList"/>
    <dgm:cxn modelId="{CA37747D-F76A-413F-B51B-56E2852A24BD}" type="presParOf" srcId="{F2B09733-8174-4FBD-940D-F3653C58FB55}" destId="{E1E835CB-79EF-42E5-8759-505086E87F52}" srcOrd="0" destOrd="0" presId="urn:microsoft.com/office/officeart/2018/2/layout/IconLabelList"/>
    <dgm:cxn modelId="{C4BD6E4C-0B78-432F-AD62-DC6EBA06A63C}" type="presParOf" srcId="{E1E835CB-79EF-42E5-8759-505086E87F52}" destId="{96609F21-E516-466B-A225-941487C35E77}" srcOrd="0" destOrd="0" presId="urn:microsoft.com/office/officeart/2018/2/layout/IconLabelList"/>
    <dgm:cxn modelId="{054056DB-0397-4E47-A665-81C898929339}" type="presParOf" srcId="{E1E835CB-79EF-42E5-8759-505086E87F52}" destId="{45527EAF-AD5F-4F62-84FC-6768FD82254F}" srcOrd="1" destOrd="0" presId="urn:microsoft.com/office/officeart/2018/2/layout/IconLabelList"/>
    <dgm:cxn modelId="{E5D123C5-CB64-4878-9544-A3289C900A6F}" type="presParOf" srcId="{E1E835CB-79EF-42E5-8759-505086E87F52}" destId="{FAC76675-862B-412B-9834-DADCD2492A61}" srcOrd="2" destOrd="0" presId="urn:microsoft.com/office/officeart/2018/2/layout/IconLabelList"/>
    <dgm:cxn modelId="{E1D385E0-CBCE-4B65-A714-3AFD667606A7}" type="presParOf" srcId="{F2B09733-8174-4FBD-940D-F3653C58FB55}" destId="{4D52BDE7-830F-4629-AEF1-11DE56DA1F12}" srcOrd="1" destOrd="0" presId="urn:microsoft.com/office/officeart/2018/2/layout/IconLabelList"/>
    <dgm:cxn modelId="{9AD8FAE1-4CA8-4AAC-BCC4-92E949D13872}" type="presParOf" srcId="{F2B09733-8174-4FBD-940D-F3653C58FB55}" destId="{94B1D251-9D11-4E66-8DC8-8669206CBA3D}" srcOrd="2" destOrd="0" presId="urn:microsoft.com/office/officeart/2018/2/layout/IconLabelList"/>
    <dgm:cxn modelId="{839E6C80-FD4B-4431-ACA1-6B235B7AAABB}" type="presParOf" srcId="{94B1D251-9D11-4E66-8DC8-8669206CBA3D}" destId="{9A82CBF7-06BC-44C9-9D78-9ADC219B2709}" srcOrd="0" destOrd="0" presId="urn:microsoft.com/office/officeart/2018/2/layout/IconLabelList"/>
    <dgm:cxn modelId="{34F2695C-7A74-4876-8824-5D17BFA723C2}" type="presParOf" srcId="{94B1D251-9D11-4E66-8DC8-8669206CBA3D}" destId="{7007A564-B18D-442B-91EA-02912DCFABB3}" srcOrd="1" destOrd="0" presId="urn:microsoft.com/office/officeart/2018/2/layout/IconLabelList"/>
    <dgm:cxn modelId="{3E6F0785-465C-4B4E-A713-A6306312AFCD}" type="presParOf" srcId="{94B1D251-9D11-4E66-8DC8-8669206CBA3D}" destId="{8BF95A4F-3FC2-442B-9D4A-6CBDFA667111}" srcOrd="2" destOrd="0" presId="urn:microsoft.com/office/officeart/2018/2/layout/IconLabelList"/>
    <dgm:cxn modelId="{A54DA743-30A3-4A60-9F3D-B4DB830BD478}" type="presParOf" srcId="{F2B09733-8174-4FBD-940D-F3653C58FB55}" destId="{D1F96F99-3A2A-4D82-B221-A5C262AF9E3D}" srcOrd="3" destOrd="0" presId="urn:microsoft.com/office/officeart/2018/2/layout/IconLabelList"/>
    <dgm:cxn modelId="{68376DE8-417B-434C-842F-CE8E617F74C0}" type="presParOf" srcId="{F2B09733-8174-4FBD-940D-F3653C58FB55}" destId="{A480DA92-0EE1-4D03-8821-5556E2BF7BC6}" srcOrd="4" destOrd="0" presId="urn:microsoft.com/office/officeart/2018/2/layout/IconLabelList"/>
    <dgm:cxn modelId="{577DE137-1932-46F6-8A33-182B5F43EAD6}" type="presParOf" srcId="{A480DA92-0EE1-4D03-8821-5556E2BF7BC6}" destId="{BA64DB8E-15C5-4FB5-83A8-16F099D3FAD7}" srcOrd="0" destOrd="0" presId="urn:microsoft.com/office/officeart/2018/2/layout/IconLabelList"/>
    <dgm:cxn modelId="{84C7E44D-D783-45C8-9FF2-C57DAD7A750A}" type="presParOf" srcId="{A480DA92-0EE1-4D03-8821-5556E2BF7BC6}" destId="{3EF60175-CCD2-46CA-865E-9F59954F6BC0}" srcOrd="1" destOrd="0" presId="urn:microsoft.com/office/officeart/2018/2/layout/IconLabelList"/>
    <dgm:cxn modelId="{454C318B-DE5A-4CD1-BD7D-5E5D6B6AC323}" type="presParOf" srcId="{A480DA92-0EE1-4D03-8821-5556E2BF7BC6}" destId="{14683A56-34CA-4F6C-977D-98B840872623}" srcOrd="2" destOrd="0" presId="urn:microsoft.com/office/officeart/2018/2/layout/IconLabelList"/>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609F21-E516-466B-A225-941487C35E77}">
      <dsp:nvSpPr>
        <dsp:cNvPr id="0" name=""/>
        <dsp:cNvSpPr/>
      </dsp:nvSpPr>
      <dsp:spPr>
        <a:xfrm>
          <a:off x="1076213" y="326402"/>
          <a:ext cx="1207710" cy="1207710"/>
        </a:xfrm>
        <a:prstGeom prst="rect">
          <a:avLst/>
        </a:prstGeom>
        <a:blipFill rotWithShape="1">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AC76675-862B-412B-9834-DADCD2492A61}">
      <dsp:nvSpPr>
        <dsp:cNvPr id="0" name=""/>
        <dsp:cNvSpPr/>
      </dsp:nvSpPr>
      <dsp:spPr>
        <a:xfrm>
          <a:off x="338168" y="1887237"/>
          <a:ext cx="26838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a:t>Survey existing</a:t>
          </a:r>
          <a:r>
            <a:rPr lang="en-US" sz="1500" kern="1200">
              <a:latin typeface="Calibri Light" panose="020F0302020204030204"/>
            </a:rPr>
            <a:t> concepts</a:t>
          </a:r>
          <a:r>
            <a:rPr lang="en-US" sz="1500" kern="1200"/>
            <a:t> of </a:t>
          </a:r>
          <a:r>
            <a:rPr lang="en-US" sz="1500" kern="1200">
              <a:latin typeface="Calibri Light" panose="020F0302020204030204"/>
            </a:rPr>
            <a:t>Intelligent Transportation System</a:t>
          </a:r>
          <a:endParaRPr lang="en-US" sz="1500" kern="1200"/>
        </a:p>
      </dsp:txBody>
      <dsp:txXfrm>
        <a:off x="338168" y="1887237"/>
        <a:ext cx="2683800" cy="720000"/>
      </dsp:txXfrm>
    </dsp:sp>
    <dsp:sp modelId="{9A82CBF7-06BC-44C9-9D78-9ADC219B2709}">
      <dsp:nvSpPr>
        <dsp:cNvPr id="0" name=""/>
        <dsp:cNvSpPr/>
      </dsp:nvSpPr>
      <dsp:spPr>
        <a:xfrm>
          <a:off x="4229679" y="326402"/>
          <a:ext cx="1207710" cy="1207710"/>
        </a:xfrm>
        <a:prstGeom prst="rect">
          <a:avLst/>
        </a:prstGeom>
        <a:blipFill rotWithShape="1">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BF95A4F-3FC2-442B-9D4A-6CBDFA667111}">
      <dsp:nvSpPr>
        <dsp:cNvPr id="0" name=""/>
        <dsp:cNvSpPr/>
      </dsp:nvSpPr>
      <dsp:spPr>
        <a:xfrm>
          <a:off x="3491634" y="1887237"/>
          <a:ext cx="26838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GB" sz="1500" kern="1200"/>
            <a:t>Gather information about communication techniques employed</a:t>
          </a:r>
          <a:r>
            <a:rPr lang="en-GB" sz="1500" kern="1200">
              <a:latin typeface="Calibri Light" panose="020F0302020204030204"/>
            </a:rPr>
            <a:t> in IoV</a:t>
          </a:r>
          <a:endParaRPr lang="en-GB" sz="1500" kern="1200" err="1"/>
        </a:p>
      </dsp:txBody>
      <dsp:txXfrm>
        <a:off x="3491634" y="1887237"/>
        <a:ext cx="2683800" cy="720000"/>
      </dsp:txXfrm>
    </dsp:sp>
    <dsp:sp modelId="{BA64DB8E-15C5-4FB5-83A8-16F099D3FAD7}">
      <dsp:nvSpPr>
        <dsp:cNvPr id="0" name=""/>
        <dsp:cNvSpPr/>
      </dsp:nvSpPr>
      <dsp:spPr>
        <a:xfrm>
          <a:off x="1076213" y="3278188"/>
          <a:ext cx="1207710" cy="120771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4683A56-34CA-4F6C-977D-98B840872623}">
      <dsp:nvSpPr>
        <dsp:cNvPr id="0" name=""/>
        <dsp:cNvSpPr/>
      </dsp:nvSpPr>
      <dsp:spPr>
        <a:xfrm>
          <a:off x="338168" y="4839023"/>
          <a:ext cx="26838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GB" sz="1500" kern="1200"/>
            <a:t>Identify safety metrics and communication latency</a:t>
          </a:r>
          <a:r>
            <a:rPr lang="en-GB" sz="1500" kern="1200">
              <a:latin typeface="Calibri Light" panose="020F0302020204030204"/>
            </a:rPr>
            <a:t> to meet safety requirements</a:t>
          </a:r>
          <a:endParaRPr lang="en-GB" sz="1500" kern="1200"/>
        </a:p>
      </dsp:txBody>
      <dsp:txXfrm>
        <a:off x="338168" y="4839023"/>
        <a:ext cx="2683800" cy="720000"/>
      </dsp:txXfrm>
    </dsp:sp>
    <dsp:sp modelId="{CA7B92D2-CB8D-4008-A7A2-C9EA92E8DDD8}">
      <dsp:nvSpPr>
        <dsp:cNvPr id="0" name=""/>
        <dsp:cNvSpPr/>
      </dsp:nvSpPr>
      <dsp:spPr>
        <a:xfrm>
          <a:off x="4229679" y="3278188"/>
          <a:ext cx="1207710" cy="120771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BF564FF-5FB1-4D23-A94E-41D40F26C686}">
      <dsp:nvSpPr>
        <dsp:cNvPr id="0" name=""/>
        <dsp:cNvSpPr/>
      </dsp:nvSpPr>
      <dsp:spPr>
        <a:xfrm>
          <a:off x="3491634" y="4839023"/>
          <a:ext cx="26838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a:t>Survey </a:t>
          </a:r>
          <a:r>
            <a:rPr lang="en-US" sz="1500" kern="1200">
              <a:latin typeface="Calibri Light" panose="020F0302020204030204"/>
            </a:rPr>
            <a:t>components to determine</a:t>
          </a:r>
          <a:r>
            <a:rPr lang="en-US" sz="1500" kern="1200"/>
            <a:t> </a:t>
          </a:r>
          <a:r>
            <a:rPr lang="en-US" sz="1500" kern="1200">
              <a:latin typeface="Calibri Light" panose="020F0302020204030204"/>
            </a:rPr>
            <a:t>a </a:t>
          </a:r>
          <a:r>
            <a:rPr lang="en-US" sz="1500" kern="1200"/>
            <a:t>working prototype</a:t>
          </a:r>
        </a:p>
      </dsp:txBody>
      <dsp:txXfrm>
        <a:off x="3491634" y="4839023"/>
        <a:ext cx="268380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A8FB98-7166-4862-968D-2EC6ABBBA89E}">
      <dsp:nvSpPr>
        <dsp:cNvPr id="0" name=""/>
        <dsp:cNvSpPr/>
      </dsp:nvSpPr>
      <dsp:spPr>
        <a:xfrm>
          <a:off x="0" y="159356"/>
          <a:ext cx="1743235" cy="257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33020" rIns="92456" bIns="33020" numCol="1" spcCol="1270" anchor="ctr" anchorCtr="0">
          <a:noAutofit/>
        </a:bodyPr>
        <a:lstStyle/>
        <a:p>
          <a:pPr marL="0" lvl="0" indent="0" algn="r" defTabSz="577850">
            <a:lnSpc>
              <a:spcPct val="90000"/>
            </a:lnSpc>
            <a:spcBef>
              <a:spcPct val="0"/>
            </a:spcBef>
            <a:spcAft>
              <a:spcPct val="35000"/>
            </a:spcAft>
            <a:buNone/>
          </a:pPr>
          <a:r>
            <a:rPr lang="en-US" sz="1300" kern="1200">
              <a:solidFill>
                <a:sysClr val="windowText" lastClr="000000">
                  <a:hueOff val="0"/>
                  <a:satOff val="0"/>
                  <a:lumOff val="0"/>
                  <a:alphaOff val="0"/>
                </a:sysClr>
              </a:solidFill>
              <a:latin typeface="Times New Roman" panose="02020603050405020304" pitchFamily="18" charset="0"/>
              <a:ea typeface="+mn-ea"/>
              <a:cs typeface="Times New Roman" panose="02020603050405020304" pitchFamily="18" charset="0"/>
            </a:rPr>
            <a:t>Layer</a:t>
          </a:r>
        </a:p>
      </dsp:txBody>
      <dsp:txXfrm>
        <a:off x="0" y="159356"/>
        <a:ext cx="1743235" cy="257400"/>
      </dsp:txXfrm>
    </dsp:sp>
    <dsp:sp modelId="{1D610170-755D-4115-978F-B93D3606466B}">
      <dsp:nvSpPr>
        <dsp:cNvPr id="0" name=""/>
        <dsp:cNvSpPr/>
      </dsp:nvSpPr>
      <dsp:spPr>
        <a:xfrm>
          <a:off x="1743235" y="135224"/>
          <a:ext cx="348647" cy="305662"/>
        </a:xfrm>
        <a:prstGeom prst="leftBrace">
          <a:avLst>
            <a:gd name="adj1" fmla="val 35000"/>
            <a:gd name="adj2" fmla="val 50000"/>
          </a:avLst>
        </a:prstGeom>
        <a:noFill/>
        <a:ln w="12700" cap="flat" cmpd="sng" algn="ctr">
          <a:noFill/>
          <a:prstDash val="solid"/>
          <a:miter lim="800000"/>
        </a:ln>
        <a:effectLst/>
      </dsp:spPr>
      <dsp:style>
        <a:lnRef idx="2">
          <a:scrgbClr r="0" g="0" b="0"/>
        </a:lnRef>
        <a:fillRef idx="0">
          <a:scrgbClr r="0" g="0" b="0"/>
        </a:fillRef>
        <a:effectRef idx="0">
          <a:scrgbClr r="0" g="0" b="0"/>
        </a:effectRef>
        <a:fontRef idx="minor"/>
      </dsp:style>
    </dsp:sp>
    <dsp:sp modelId="{E2EFFDE9-4832-4274-91D9-31E980B1F17E}">
      <dsp:nvSpPr>
        <dsp:cNvPr id="0" name=""/>
        <dsp:cNvSpPr/>
      </dsp:nvSpPr>
      <dsp:spPr>
        <a:xfrm>
          <a:off x="2231341" y="135224"/>
          <a:ext cx="4741601" cy="305662"/>
        </a:xfrm>
        <a:prstGeom prst="roundRect">
          <a:avLst/>
        </a:prstGeom>
        <a:solidFill>
          <a:sysClr val="window" lastClr="FFFFFF"/>
        </a:solidFill>
        <a:ln w="12700" cap="flat" cmpd="sng" algn="ctr">
          <a:no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49530" tIns="49530" rIns="49530" bIns="49530" numCol="1" spcCol="1270" anchor="ctr" anchorCtr="0">
          <a:noAutofit/>
        </a:bodyPr>
        <a:lstStyle/>
        <a:p>
          <a:pPr marL="114300" lvl="1" indent="-114300" algn="ctr" defTabSz="577850">
            <a:lnSpc>
              <a:spcPct val="90000"/>
            </a:lnSpc>
            <a:spcBef>
              <a:spcPct val="0"/>
            </a:spcBef>
            <a:spcAft>
              <a:spcPct val="15000"/>
            </a:spcAft>
            <a:buNone/>
          </a:pPr>
          <a:r>
            <a:rPr lang="en-US" sz="1300" kern="1200">
              <a:solidFill>
                <a:sysClr val="windowText" lastClr="000000"/>
              </a:solidFill>
              <a:latin typeface="Times New Roman" panose="02020603050405020304" pitchFamily="18" charset="0"/>
              <a:ea typeface="+mn-ea"/>
              <a:cs typeface="Times New Roman" panose="02020603050405020304" pitchFamily="18" charset="0"/>
            </a:rPr>
            <a:t>Functionality</a:t>
          </a:r>
        </a:p>
      </dsp:txBody>
      <dsp:txXfrm>
        <a:off x="2246262" y="150145"/>
        <a:ext cx="4711759" cy="275820"/>
      </dsp:txXfrm>
    </dsp:sp>
    <dsp:sp modelId="{A15BE7F3-9F9D-45F8-BA60-8E1A85F12357}">
      <dsp:nvSpPr>
        <dsp:cNvPr id="0" name=""/>
        <dsp:cNvSpPr/>
      </dsp:nvSpPr>
      <dsp:spPr>
        <a:xfrm>
          <a:off x="0" y="720956"/>
          <a:ext cx="1741533" cy="257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33020" rIns="92456" bIns="33020" numCol="1" spcCol="1270" anchor="ctr" anchorCtr="0">
          <a:noAutofit/>
        </a:bodyPr>
        <a:lstStyle/>
        <a:p>
          <a:pPr marL="0" lvl="0" indent="0" algn="r" defTabSz="577850">
            <a:lnSpc>
              <a:spcPct val="90000"/>
            </a:lnSpc>
            <a:spcBef>
              <a:spcPct val="0"/>
            </a:spcBef>
            <a:spcAft>
              <a:spcPct val="35000"/>
            </a:spcAft>
            <a:buNone/>
          </a:pPr>
          <a:r>
            <a:rPr lang="en-US" sz="1300" kern="1200">
              <a:solidFill>
                <a:sysClr val="windowText" lastClr="000000">
                  <a:hueOff val="0"/>
                  <a:satOff val="0"/>
                  <a:lumOff val="0"/>
                  <a:alphaOff val="0"/>
                </a:sysClr>
              </a:solidFill>
              <a:latin typeface="Times New Roman" panose="02020603050405020304" pitchFamily="18" charset="0"/>
              <a:ea typeface="+mn-ea"/>
              <a:cs typeface="Times New Roman" panose="02020603050405020304" pitchFamily="18" charset="0"/>
            </a:rPr>
            <a:t>Perception</a:t>
          </a:r>
        </a:p>
      </dsp:txBody>
      <dsp:txXfrm>
        <a:off x="0" y="720956"/>
        <a:ext cx="1741533" cy="257400"/>
      </dsp:txXfrm>
    </dsp:sp>
    <dsp:sp modelId="{D9142C9A-1E0E-41F2-B00E-97345C9E3937}">
      <dsp:nvSpPr>
        <dsp:cNvPr id="0" name=""/>
        <dsp:cNvSpPr/>
      </dsp:nvSpPr>
      <dsp:spPr>
        <a:xfrm>
          <a:off x="1741533" y="487687"/>
          <a:ext cx="348306" cy="723937"/>
        </a:xfrm>
        <a:prstGeom prst="leftBrace">
          <a:avLst>
            <a:gd name="adj1" fmla="val 35000"/>
            <a:gd name="adj2" fmla="val 50000"/>
          </a:avLst>
        </a:prstGeom>
        <a:noFill/>
        <a:ln w="12700" cap="flat" cmpd="sng" algn="ctr">
          <a:solidFill>
            <a:srgbClr val="4472C4">
              <a:shade val="6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00019D20-7726-4E78-AC3F-AFD6F3146D33}">
      <dsp:nvSpPr>
        <dsp:cNvPr id="0" name=""/>
        <dsp:cNvSpPr/>
      </dsp:nvSpPr>
      <dsp:spPr>
        <a:xfrm>
          <a:off x="2229162" y="487687"/>
          <a:ext cx="4736970" cy="723937"/>
        </a:xfrm>
        <a:prstGeom prst="roundRect">
          <a:avLst/>
        </a:prstGeom>
        <a:solidFill>
          <a:sysClr val="window" lastClr="FFFFFF"/>
        </a:solidFill>
        <a:ln w="12700" cap="flat" cmpd="sng" algn="ctr">
          <a:solidFill>
            <a:sysClr val="windowText" lastClr="000000"/>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49530" tIns="49530" rIns="49530" bIns="49530" numCol="1" spcCol="1270" anchor="ctr" anchorCtr="0">
          <a:noAutofit/>
        </a:bodyPr>
        <a:lstStyle/>
        <a:p>
          <a:pPr marL="114300" lvl="1" indent="-114300" algn="l" defTabSz="577850">
            <a:lnSpc>
              <a:spcPct val="90000"/>
            </a:lnSpc>
            <a:spcBef>
              <a:spcPct val="0"/>
            </a:spcBef>
            <a:spcAft>
              <a:spcPct val="15000"/>
            </a:spcAft>
            <a:buChar char="•"/>
          </a:pPr>
          <a:r>
            <a:rPr lang="en-US" sz="1300" kern="1200">
              <a:solidFill>
                <a:sysClr val="windowText" lastClr="000000"/>
              </a:solidFill>
              <a:latin typeface="Times New Roman" panose="02020603050405020304" pitchFamily="18" charset="0"/>
              <a:ea typeface="+mn-ea"/>
              <a:cs typeface="Times New Roman" panose="02020603050405020304" pitchFamily="18" charset="0"/>
            </a:rPr>
            <a:t>Data Gathering: Crosswalk Camera feed, position &amp; speed of vehicles</a:t>
          </a:r>
        </a:p>
        <a:p>
          <a:pPr marL="114300" lvl="1" indent="-114300" algn="l" defTabSz="577850">
            <a:lnSpc>
              <a:spcPct val="90000"/>
            </a:lnSpc>
            <a:spcBef>
              <a:spcPct val="0"/>
            </a:spcBef>
            <a:spcAft>
              <a:spcPct val="15000"/>
            </a:spcAft>
            <a:buChar char="•"/>
          </a:pPr>
          <a:r>
            <a:rPr lang="en-US" sz="1300" kern="1200">
              <a:solidFill>
                <a:sysClr val="windowText" lastClr="000000"/>
              </a:solidFill>
              <a:latin typeface="Times New Roman" panose="02020603050405020304" pitchFamily="18" charset="0"/>
              <a:ea typeface="+mn-ea"/>
              <a:cs typeface="Times New Roman" panose="02020603050405020304" pitchFamily="18" charset="0"/>
            </a:rPr>
            <a:t>Day/Night perception</a:t>
          </a:r>
        </a:p>
      </dsp:txBody>
      <dsp:txXfrm>
        <a:off x="2264502" y="523027"/>
        <a:ext cx="4666290" cy="653257"/>
      </dsp:txXfrm>
    </dsp:sp>
    <dsp:sp modelId="{7D75174F-E85A-416A-9625-907BA2625702}">
      <dsp:nvSpPr>
        <dsp:cNvPr id="0" name=""/>
        <dsp:cNvSpPr/>
      </dsp:nvSpPr>
      <dsp:spPr>
        <a:xfrm>
          <a:off x="0" y="1395168"/>
          <a:ext cx="1741533" cy="257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33020" rIns="92456" bIns="33020" numCol="1" spcCol="1270" anchor="ctr" anchorCtr="0">
          <a:noAutofit/>
        </a:bodyPr>
        <a:lstStyle/>
        <a:p>
          <a:pPr marL="0" lvl="0" indent="0" algn="r" defTabSz="577850">
            <a:lnSpc>
              <a:spcPct val="90000"/>
            </a:lnSpc>
            <a:spcBef>
              <a:spcPct val="0"/>
            </a:spcBef>
            <a:spcAft>
              <a:spcPct val="35000"/>
            </a:spcAft>
            <a:buNone/>
          </a:pPr>
          <a:r>
            <a:rPr lang="en-US" sz="1300" kern="1200">
              <a:solidFill>
                <a:sysClr val="windowText" lastClr="000000">
                  <a:hueOff val="0"/>
                  <a:satOff val="0"/>
                  <a:lumOff val="0"/>
                  <a:alphaOff val="0"/>
                </a:sysClr>
              </a:solidFill>
              <a:latin typeface="Times New Roman" panose="02020603050405020304" pitchFamily="18" charset="0"/>
              <a:ea typeface="+mn-ea"/>
              <a:cs typeface="Times New Roman" panose="02020603050405020304" pitchFamily="18" charset="0"/>
            </a:rPr>
            <a:t>Coordination/Network</a:t>
          </a:r>
        </a:p>
      </dsp:txBody>
      <dsp:txXfrm>
        <a:off x="0" y="1395168"/>
        <a:ext cx="1741533" cy="257400"/>
      </dsp:txXfrm>
    </dsp:sp>
    <dsp:sp modelId="{10E38121-06AE-42A8-817D-11F74ED62258}">
      <dsp:nvSpPr>
        <dsp:cNvPr id="0" name=""/>
        <dsp:cNvSpPr/>
      </dsp:nvSpPr>
      <dsp:spPr>
        <a:xfrm>
          <a:off x="1741533" y="1258425"/>
          <a:ext cx="348306" cy="530887"/>
        </a:xfrm>
        <a:prstGeom prst="leftBrace">
          <a:avLst>
            <a:gd name="adj1" fmla="val 35000"/>
            <a:gd name="adj2" fmla="val 50000"/>
          </a:avLst>
        </a:prstGeom>
        <a:noFill/>
        <a:ln w="12700" cap="flat" cmpd="sng" algn="ctr">
          <a:solidFill>
            <a:srgbClr val="4472C4">
              <a:shade val="6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C3D96C8C-73B8-4DEF-A083-6DED1864AEF8}">
      <dsp:nvSpPr>
        <dsp:cNvPr id="0" name=""/>
        <dsp:cNvSpPr/>
      </dsp:nvSpPr>
      <dsp:spPr>
        <a:xfrm>
          <a:off x="2229162" y="1258425"/>
          <a:ext cx="4736970" cy="530887"/>
        </a:xfrm>
        <a:prstGeom prst="roundRect">
          <a:avLst/>
        </a:prstGeom>
        <a:solidFill>
          <a:sysClr val="window" lastClr="FFFFFF"/>
        </a:solidFill>
        <a:ln w="12700" cap="flat" cmpd="sng" algn="ctr">
          <a:solidFill>
            <a:sysClr val="windowText" lastClr="000000"/>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49530" tIns="49530" rIns="49530" bIns="49530" numCol="1" spcCol="1270" anchor="ctr" anchorCtr="0">
          <a:noAutofit/>
        </a:bodyPr>
        <a:lstStyle/>
        <a:p>
          <a:pPr marL="114300" lvl="1" indent="-114300" algn="l" defTabSz="577850">
            <a:lnSpc>
              <a:spcPct val="90000"/>
            </a:lnSpc>
            <a:spcBef>
              <a:spcPct val="0"/>
            </a:spcBef>
            <a:spcAft>
              <a:spcPct val="15000"/>
            </a:spcAft>
            <a:buChar char="•"/>
          </a:pPr>
          <a:r>
            <a:rPr lang="en-US" sz="1300" kern="1200">
              <a:solidFill>
                <a:sysClr val="windowText" lastClr="000000"/>
              </a:solidFill>
              <a:latin typeface="Times New Roman" panose="02020603050405020304" pitchFamily="18" charset="0"/>
              <a:ea typeface="+mn-ea"/>
              <a:cs typeface="Times New Roman" panose="02020603050405020304" pitchFamily="18" charset="0"/>
            </a:rPr>
            <a:t>Secure Transmission of information</a:t>
          </a:r>
        </a:p>
        <a:p>
          <a:pPr marL="114300" lvl="1" indent="-114300" algn="l" defTabSz="577850">
            <a:lnSpc>
              <a:spcPct val="90000"/>
            </a:lnSpc>
            <a:spcBef>
              <a:spcPct val="0"/>
            </a:spcBef>
            <a:spcAft>
              <a:spcPct val="15000"/>
            </a:spcAft>
            <a:buChar char="•"/>
          </a:pPr>
          <a:r>
            <a:rPr lang="en-US" sz="1300" kern="1200">
              <a:solidFill>
                <a:sysClr val="windowText" lastClr="000000"/>
              </a:solidFill>
              <a:latin typeface="Times New Roman" panose="02020603050405020304" pitchFamily="18" charset="0"/>
              <a:ea typeface="+mn-ea"/>
              <a:cs typeface="Times New Roman" panose="02020603050405020304" pitchFamily="18" charset="0"/>
            </a:rPr>
            <a:t>Inter-operability provision between different networks</a:t>
          </a:r>
        </a:p>
      </dsp:txBody>
      <dsp:txXfrm>
        <a:off x="2255078" y="1284341"/>
        <a:ext cx="4685138" cy="479055"/>
      </dsp:txXfrm>
    </dsp:sp>
    <dsp:sp modelId="{4BA2EFBB-EAB1-4E75-96ED-BB7DBBAFD41D}">
      <dsp:nvSpPr>
        <dsp:cNvPr id="0" name=""/>
        <dsp:cNvSpPr/>
      </dsp:nvSpPr>
      <dsp:spPr>
        <a:xfrm>
          <a:off x="0" y="1972856"/>
          <a:ext cx="1741533" cy="257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33020" rIns="92456" bIns="33020" numCol="1" spcCol="1270" anchor="ctr" anchorCtr="0">
          <a:noAutofit/>
        </a:bodyPr>
        <a:lstStyle/>
        <a:p>
          <a:pPr marL="0" lvl="0" indent="0" algn="r" defTabSz="577850">
            <a:lnSpc>
              <a:spcPct val="90000"/>
            </a:lnSpc>
            <a:spcBef>
              <a:spcPct val="0"/>
            </a:spcBef>
            <a:spcAft>
              <a:spcPct val="35000"/>
            </a:spcAft>
            <a:buNone/>
          </a:pPr>
          <a:r>
            <a:rPr lang="en-US" sz="1300" kern="1200">
              <a:solidFill>
                <a:sysClr val="windowText" lastClr="000000">
                  <a:hueOff val="0"/>
                  <a:satOff val="0"/>
                  <a:lumOff val="0"/>
                  <a:alphaOff val="0"/>
                </a:sysClr>
              </a:solidFill>
              <a:latin typeface="Times New Roman" panose="02020603050405020304" pitchFamily="18" charset="0"/>
              <a:ea typeface="+mn-ea"/>
              <a:cs typeface="Times New Roman" panose="02020603050405020304" pitchFamily="18" charset="0"/>
            </a:rPr>
            <a:t>Artificial Intelligence</a:t>
          </a:r>
        </a:p>
      </dsp:txBody>
      <dsp:txXfrm>
        <a:off x="0" y="1972856"/>
        <a:ext cx="1741533" cy="257400"/>
      </dsp:txXfrm>
    </dsp:sp>
    <dsp:sp modelId="{5B5A7FCD-7481-4A53-83F6-65340C48EEE2}">
      <dsp:nvSpPr>
        <dsp:cNvPr id="0" name=""/>
        <dsp:cNvSpPr/>
      </dsp:nvSpPr>
      <dsp:spPr>
        <a:xfrm>
          <a:off x="1741533" y="1836112"/>
          <a:ext cx="348306" cy="530887"/>
        </a:xfrm>
        <a:prstGeom prst="leftBrace">
          <a:avLst>
            <a:gd name="adj1" fmla="val 35000"/>
            <a:gd name="adj2" fmla="val 50000"/>
          </a:avLst>
        </a:prstGeom>
        <a:noFill/>
        <a:ln w="12700" cap="flat" cmpd="sng" algn="ctr">
          <a:solidFill>
            <a:srgbClr val="4472C4">
              <a:shade val="6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7F63D3C9-E315-4C3E-BFCF-339F726E0AB0}">
      <dsp:nvSpPr>
        <dsp:cNvPr id="0" name=""/>
        <dsp:cNvSpPr/>
      </dsp:nvSpPr>
      <dsp:spPr>
        <a:xfrm>
          <a:off x="2229162" y="1836112"/>
          <a:ext cx="4736970" cy="530887"/>
        </a:xfrm>
        <a:prstGeom prst="roundRect">
          <a:avLst/>
        </a:prstGeom>
        <a:solidFill>
          <a:sysClr val="window" lastClr="FFFFFF"/>
        </a:solidFill>
        <a:ln w="12700" cap="flat" cmpd="sng" algn="ctr">
          <a:solidFill>
            <a:sysClr val="windowText" lastClr="000000"/>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49530" tIns="49530" rIns="49530" bIns="49530" numCol="1" spcCol="1270" anchor="ctr" anchorCtr="0">
          <a:noAutofit/>
        </a:bodyPr>
        <a:lstStyle/>
        <a:p>
          <a:pPr marL="114300" lvl="1" indent="-114300" algn="l" defTabSz="577850">
            <a:lnSpc>
              <a:spcPct val="90000"/>
            </a:lnSpc>
            <a:spcBef>
              <a:spcPct val="0"/>
            </a:spcBef>
            <a:spcAft>
              <a:spcPct val="15000"/>
            </a:spcAft>
            <a:buChar char="•"/>
          </a:pPr>
          <a:r>
            <a:rPr lang="en-US" sz="1300" kern="1200">
              <a:solidFill>
                <a:sysClr val="windowText" lastClr="000000"/>
              </a:solidFill>
              <a:latin typeface="Times New Roman" panose="02020603050405020304" pitchFamily="18" charset="0"/>
              <a:ea typeface="+mn-ea"/>
              <a:cs typeface="Times New Roman" panose="02020603050405020304" pitchFamily="18" charset="0"/>
            </a:rPr>
            <a:t>Processing and analysis of data</a:t>
          </a:r>
        </a:p>
        <a:p>
          <a:pPr marL="114300" lvl="1" indent="-114300" algn="l" defTabSz="577850">
            <a:lnSpc>
              <a:spcPct val="90000"/>
            </a:lnSpc>
            <a:spcBef>
              <a:spcPct val="0"/>
            </a:spcBef>
            <a:spcAft>
              <a:spcPct val="15000"/>
            </a:spcAft>
            <a:buChar char="•"/>
          </a:pPr>
          <a:r>
            <a:rPr lang="en-US" sz="1300" kern="1200">
              <a:solidFill>
                <a:sysClr val="windowText" lastClr="000000"/>
              </a:solidFill>
              <a:latin typeface="Times New Roman" panose="02020603050405020304" pitchFamily="18" charset="0"/>
              <a:ea typeface="+mn-ea"/>
              <a:cs typeface="Times New Roman" panose="02020603050405020304" pitchFamily="18" charset="0"/>
            </a:rPr>
            <a:t>Analysis based decision making (pedestrian detection/tracking</a:t>
          </a:r>
        </a:p>
      </dsp:txBody>
      <dsp:txXfrm>
        <a:off x="2255078" y="1862028"/>
        <a:ext cx="4685138" cy="479055"/>
      </dsp:txXfrm>
    </dsp:sp>
    <dsp:sp modelId="{EEECD2F6-9134-4AF6-9A2F-72408C40497C}">
      <dsp:nvSpPr>
        <dsp:cNvPr id="0" name=""/>
        <dsp:cNvSpPr/>
      </dsp:nvSpPr>
      <dsp:spPr>
        <a:xfrm>
          <a:off x="0" y="2550543"/>
          <a:ext cx="1741533" cy="257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33020" rIns="92456" bIns="33020" numCol="1" spcCol="1270" anchor="ctr" anchorCtr="0">
          <a:noAutofit/>
        </a:bodyPr>
        <a:lstStyle/>
        <a:p>
          <a:pPr marL="0" lvl="0" indent="0" algn="r" defTabSz="577850">
            <a:lnSpc>
              <a:spcPct val="90000"/>
            </a:lnSpc>
            <a:spcBef>
              <a:spcPct val="0"/>
            </a:spcBef>
            <a:spcAft>
              <a:spcPct val="35000"/>
            </a:spcAft>
            <a:buNone/>
          </a:pPr>
          <a:r>
            <a:rPr lang="en-US" sz="1300" kern="1200">
              <a:solidFill>
                <a:sysClr val="windowText" lastClr="000000">
                  <a:hueOff val="0"/>
                  <a:satOff val="0"/>
                  <a:lumOff val="0"/>
                  <a:alphaOff val="0"/>
                </a:sysClr>
              </a:solidFill>
              <a:latin typeface="Times New Roman" panose="02020603050405020304" pitchFamily="18" charset="0"/>
              <a:ea typeface="+mn-ea"/>
              <a:cs typeface="Times New Roman" panose="02020603050405020304" pitchFamily="18" charset="0"/>
            </a:rPr>
            <a:t>Application</a:t>
          </a:r>
        </a:p>
      </dsp:txBody>
      <dsp:txXfrm>
        <a:off x="0" y="2550543"/>
        <a:ext cx="1741533" cy="257400"/>
      </dsp:txXfrm>
    </dsp:sp>
    <dsp:sp modelId="{2C2E7805-7FE5-4FBA-9B16-AF85894A225F}">
      <dsp:nvSpPr>
        <dsp:cNvPr id="0" name=""/>
        <dsp:cNvSpPr/>
      </dsp:nvSpPr>
      <dsp:spPr>
        <a:xfrm>
          <a:off x="1741533" y="2413800"/>
          <a:ext cx="348306" cy="530887"/>
        </a:xfrm>
        <a:prstGeom prst="leftBrace">
          <a:avLst>
            <a:gd name="adj1" fmla="val 35000"/>
            <a:gd name="adj2" fmla="val 50000"/>
          </a:avLst>
        </a:prstGeom>
        <a:noFill/>
        <a:ln w="12700" cap="flat" cmpd="sng" algn="ctr">
          <a:solidFill>
            <a:srgbClr val="4472C4">
              <a:shade val="6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9350637F-F9CC-4D0F-8E89-FF3887D97436}">
      <dsp:nvSpPr>
        <dsp:cNvPr id="0" name=""/>
        <dsp:cNvSpPr/>
      </dsp:nvSpPr>
      <dsp:spPr>
        <a:xfrm>
          <a:off x="2229162" y="2413800"/>
          <a:ext cx="4736970" cy="530887"/>
        </a:xfrm>
        <a:prstGeom prst="roundRect">
          <a:avLst/>
        </a:prstGeom>
        <a:solidFill>
          <a:sysClr val="window" lastClr="FFFFFF"/>
        </a:solidFill>
        <a:ln w="12700" cap="flat" cmpd="sng" algn="ctr">
          <a:solidFill>
            <a:sysClr val="windowText" lastClr="000000"/>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49530" tIns="49530" rIns="49530" bIns="49530" numCol="1" spcCol="1270" anchor="ctr" anchorCtr="0">
          <a:noAutofit/>
        </a:bodyPr>
        <a:lstStyle/>
        <a:p>
          <a:pPr marL="114300" lvl="1" indent="-114300" algn="l" defTabSz="577850">
            <a:lnSpc>
              <a:spcPct val="90000"/>
            </a:lnSpc>
            <a:spcBef>
              <a:spcPct val="0"/>
            </a:spcBef>
            <a:spcAft>
              <a:spcPct val="15000"/>
            </a:spcAft>
            <a:buChar char="•"/>
          </a:pPr>
          <a:r>
            <a:rPr lang="en-US" sz="1300" kern="1200">
              <a:solidFill>
                <a:sysClr val="windowText" lastClr="000000"/>
              </a:solidFill>
              <a:latin typeface="Times New Roman" panose="02020603050405020304" pitchFamily="18" charset="0"/>
              <a:ea typeface="+mn-ea"/>
              <a:cs typeface="Times New Roman" panose="02020603050405020304" pitchFamily="18" charset="0"/>
            </a:rPr>
            <a:t>Smart services to end users</a:t>
          </a:r>
        </a:p>
        <a:p>
          <a:pPr marL="114300" lvl="1" indent="-114300" algn="l" defTabSz="577850">
            <a:lnSpc>
              <a:spcPct val="90000"/>
            </a:lnSpc>
            <a:spcBef>
              <a:spcPct val="0"/>
            </a:spcBef>
            <a:spcAft>
              <a:spcPct val="15000"/>
            </a:spcAft>
            <a:buChar char="•"/>
          </a:pPr>
          <a:r>
            <a:rPr lang="en-US" sz="1300" kern="1200">
              <a:solidFill>
                <a:sysClr val="windowText" lastClr="000000"/>
              </a:solidFill>
              <a:latin typeface="Times New Roman" panose="02020603050405020304" pitchFamily="18" charset="0"/>
              <a:ea typeface="+mn-ea"/>
              <a:cs typeface="Times New Roman" panose="02020603050405020304" pitchFamily="18" charset="0"/>
            </a:rPr>
            <a:t>Response to Vehicle control unit (VCU)</a:t>
          </a:r>
        </a:p>
      </dsp:txBody>
      <dsp:txXfrm>
        <a:off x="2255078" y="2439716"/>
        <a:ext cx="4685138" cy="479055"/>
      </dsp:txXfrm>
    </dsp:sp>
    <dsp:sp modelId="{5D5EE55A-600F-4622-A5C2-0A1E4FF03D98}">
      <dsp:nvSpPr>
        <dsp:cNvPr id="0" name=""/>
        <dsp:cNvSpPr/>
      </dsp:nvSpPr>
      <dsp:spPr>
        <a:xfrm>
          <a:off x="0" y="3128231"/>
          <a:ext cx="1741533" cy="257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33020" rIns="92456" bIns="33020" numCol="1" spcCol="1270" anchor="ctr" anchorCtr="0">
          <a:noAutofit/>
        </a:bodyPr>
        <a:lstStyle/>
        <a:p>
          <a:pPr marL="0" lvl="0" indent="0" algn="r" defTabSz="577850">
            <a:lnSpc>
              <a:spcPct val="90000"/>
            </a:lnSpc>
            <a:spcBef>
              <a:spcPct val="0"/>
            </a:spcBef>
            <a:spcAft>
              <a:spcPct val="35000"/>
            </a:spcAft>
            <a:buNone/>
          </a:pPr>
          <a:r>
            <a:rPr lang="en-US" sz="1300" kern="1200">
              <a:solidFill>
                <a:sysClr val="windowText" lastClr="000000">
                  <a:hueOff val="0"/>
                  <a:satOff val="0"/>
                  <a:lumOff val="0"/>
                  <a:alphaOff val="0"/>
                </a:sysClr>
              </a:solidFill>
              <a:latin typeface="Times New Roman" panose="02020603050405020304" pitchFamily="18" charset="0"/>
              <a:ea typeface="+mn-ea"/>
              <a:cs typeface="Times New Roman" panose="02020603050405020304" pitchFamily="18" charset="0"/>
            </a:rPr>
            <a:t>Business</a:t>
          </a:r>
        </a:p>
      </dsp:txBody>
      <dsp:txXfrm>
        <a:off x="0" y="3128231"/>
        <a:ext cx="1741533" cy="257400"/>
      </dsp:txXfrm>
    </dsp:sp>
    <dsp:sp modelId="{87E677C8-A2F3-4053-84D1-2850C85AA1DD}">
      <dsp:nvSpPr>
        <dsp:cNvPr id="0" name=""/>
        <dsp:cNvSpPr/>
      </dsp:nvSpPr>
      <dsp:spPr>
        <a:xfrm>
          <a:off x="1741533" y="2991487"/>
          <a:ext cx="348306" cy="530887"/>
        </a:xfrm>
        <a:prstGeom prst="leftBrace">
          <a:avLst>
            <a:gd name="adj1" fmla="val 35000"/>
            <a:gd name="adj2" fmla="val 50000"/>
          </a:avLst>
        </a:prstGeom>
        <a:noFill/>
        <a:ln w="12700" cap="flat" cmpd="sng" algn="ctr">
          <a:solidFill>
            <a:srgbClr val="4472C4">
              <a:shade val="6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6BA647E5-3412-4B21-9037-E2D551192DCA}">
      <dsp:nvSpPr>
        <dsp:cNvPr id="0" name=""/>
        <dsp:cNvSpPr/>
      </dsp:nvSpPr>
      <dsp:spPr>
        <a:xfrm>
          <a:off x="2229162" y="2991487"/>
          <a:ext cx="4736970" cy="530887"/>
        </a:xfrm>
        <a:prstGeom prst="roundRect">
          <a:avLst/>
        </a:prstGeom>
        <a:solidFill>
          <a:sysClr val="window" lastClr="FFFFFF"/>
        </a:solidFill>
        <a:ln w="12700" cap="flat" cmpd="sng" algn="ctr">
          <a:solidFill>
            <a:sysClr val="windowText" lastClr="000000"/>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49530" tIns="49530" rIns="49530" bIns="49530" numCol="1" spcCol="1270" anchor="ctr" anchorCtr="0">
          <a:noAutofit/>
        </a:bodyPr>
        <a:lstStyle/>
        <a:p>
          <a:pPr marL="114300" lvl="1" indent="-114300" algn="l" defTabSz="577850">
            <a:lnSpc>
              <a:spcPct val="90000"/>
            </a:lnSpc>
            <a:spcBef>
              <a:spcPct val="0"/>
            </a:spcBef>
            <a:spcAft>
              <a:spcPct val="15000"/>
            </a:spcAft>
            <a:buChar char="•"/>
          </a:pPr>
          <a:r>
            <a:rPr lang="en-US" sz="1300" kern="1200">
              <a:solidFill>
                <a:sysClr val="windowText" lastClr="000000"/>
              </a:solidFill>
              <a:latin typeface="Times New Roman" panose="02020603050405020304" pitchFamily="18" charset="0"/>
              <a:ea typeface="+mn-ea"/>
              <a:cs typeface="Times New Roman" panose="02020603050405020304" pitchFamily="18" charset="0"/>
            </a:rPr>
            <a:t>Monitor resource usage</a:t>
          </a:r>
        </a:p>
        <a:p>
          <a:pPr marL="114300" lvl="1" indent="-114300" algn="l" defTabSz="577850">
            <a:lnSpc>
              <a:spcPct val="90000"/>
            </a:lnSpc>
            <a:spcBef>
              <a:spcPct val="0"/>
            </a:spcBef>
            <a:spcAft>
              <a:spcPct val="15000"/>
            </a:spcAft>
            <a:buChar char="•"/>
          </a:pPr>
          <a:r>
            <a:rPr lang="en-US" sz="1300" kern="1200">
              <a:solidFill>
                <a:sysClr val="windowText" lastClr="000000"/>
              </a:solidFill>
              <a:latin typeface="Times New Roman" panose="02020603050405020304" pitchFamily="18" charset="0"/>
              <a:ea typeface="+mn-ea"/>
              <a:cs typeface="Times New Roman" panose="02020603050405020304" pitchFamily="18" charset="0"/>
            </a:rPr>
            <a:t>Strategical planning</a:t>
          </a:r>
        </a:p>
      </dsp:txBody>
      <dsp:txXfrm>
        <a:off x="2255078" y="3017403"/>
        <a:ext cx="4685138" cy="47905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A76FD1-4794-4FD2-B227-D5DF49CD60FD}">
      <dsp:nvSpPr>
        <dsp:cNvPr id="0" name=""/>
        <dsp:cNvSpPr/>
      </dsp:nvSpPr>
      <dsp:spPr>
        <a:xfrm>
          <a:off x="1160" y="348922"/>
          <a:ext cx="4073767" cy="258684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24824D1-71F3-43F3-BDE6-DE1DBB64331C}">
      <dsp:nvSpPr>
        <dsp:cNvPr id="0" name=""/>
        <dsp:cNvSpPr/>
      </dsp:nvSpPr>
      <dsp:spPr>
        <a:xfrm>
          <a:off x="453801" y="778931"/>
          <a:ext cx="4073767" cy="258684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t>DSRC: </a:t>
          </a:r>
          <a:r>
            <a:rPr lang="en-US" sz="1600" kern="1200"/>
            <a:t>Dedicated Short-Range Communication is a two-way short-to-medium range wireless communication technology that enables vehicles to communicate with each other and other road users directly, without involving cellular or other infrastructure. It operates on 5.9 GHz band of radio frequency spectrum and has low latency, high reliability.</a:t>
          </a:r>
        </a:p>
      </dsp:txBody>
      <dsp:txXfrm>
        <a:off x="529567" y="854697"/>
        <a:ext cx="3922235" cy="2435310"/>
      </dsp:txXfrm>
    </dsp:sp>
    <dsp:sp modelId="{CF38F576-ECEA-44D9-8BEB-B4F32E2B5420}">
      <dsp:nvSpPr>
        <dsp:cNvPr id="0" name=""/>
        <dsp:cNvSpPr/>
      </dsp:nvSpPr>
      <dsp:spPr>
        <a:xfrm>
          <a:off x="4980209" y="348922"/>
          <a:ext cx="4073767" cy="258684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BC8E867-3A19-4A48-9B4E-D64C82ACAA56}">
      <dsp:nvSpPr>
        <dsp:cNvPr id="0" name=""/>
        <dsp:cNvSpPr/>
      </dsp:nvSpPr>
      <dsp:spPr>
        <a:xfrm>
          <a:off x="5432850" y="778931"/>
          <a:ext cx="4073767" cy="258684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t>Cellular: </a:t>
          </a:r>
          <a:r>
            <a:rPr lang="en-IN" sz="1600" kern="1200"/>
            <a:t>LTE has been proposed as a viable technology for vehicular machine-to-machine communication because of its high data rate, low latency and large coverage. 5G can support up to a million devices per square kilometre, as opposed to 4G supporting only up to 100,000 devices per sq. Km.  </a:t>
          </a:r>
          <a:endParaRPr lang="en-US" sz="1600" kern="1200"/>
        </a:p>
      </dsp:txBody>
      <dsp:txXfrm>
        <a:off x="5508616" y="854697"/>
        <a:ext cx="3922235" cy="243531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609F21-E516-466B-A225-941487C35E77}">
      <dsp:nvSpPr>
        <dsp:cNvPr id="0" name=""/>
        <dsp:cNvSpPr/>
      </dsp:nvSpPr>
      <dsp:spPr>
        <a:xfrm>
          <a:off x="1076213" y="326402"/>
          <a:ext cx="1207710" cy="1207710"/>
        </a:xfrm>
        <a:prstGeom prst="rect">
          <a:avLst/>
        </a:prstGeom>
        <a:blipFill rotWithShape="1">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AC76675-862B-412B-9834-DADCD2492A61}">
      <dsp:nvSpPr>
        <dsp:cNvPr id="0" name=""/>
        <dsp:cNvSpPr/>
      </dsp:nvSpPr>
      <dsp:spPr>
        <a:xfrm>
          <a:off x="338168" y="1887237"/>
          <a:ext cx="26838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b="0" i="0" u="none" strike="noStrike" kern="1200" cap="none" baseline="0" noProof="0">
              <a:solidFill>
                <a:srgbClr val="010000"/>
              </a:solidFill>
              <a:latin typeface="Calibri Light"/>
              <a:cs typeface="Calibri Light"/>
            </a:rPr>
            <a:t> Conceptualize architectural design of the project</a:t>
          </a:r>
        </a:p>
      </dsp:txBody>
      <dsp:txXfrm>
        <a:off x="338168" y="1887237"/>
        <a:ext cx="2683800" cy="720000"/>
      </dsp:txXfrm>
    </dsp:sp>
    <dsp:sp modelId="{9A82CBF7-06BC-44C9-9D78-9ADC219B2709}">
      <dsp:nvSpPr>
        <dsp:cNvPr id="0" name=""/>
        <dsp:cNvSpPr/>
      </dsp:nvSpPr>
      <dsp:spPr>
        <a:xfrm>
          <a:off x="4229679" y="326402"/>
          <a:ext cx="1207710" cy="1207710"/>
        </a:xfrm>
        <a:prstGeom prst="rect">
          <a:avLst/>
        </a:prstGeom>
        <a:blipFill rotWithShape="1">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BF95A4F-3FC2-442B-9D4A-6CBDFA667111}">
      <dsp:nvSpPr>
        <dsp:cNvPr id="0" name=""/>
        <dsp:cNvSpPr/>
      </dsp:nvSpPr>
      <dsp:spPr>
        <a:xfrm>
          <a:off x="3491634" y="1887237"/>
          <a:ext cx="26838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GB" sz="1500" kern="1200">
              <a:latin typeface="Calibri Light" panose="020F0302020204030204"/>
            </a:rPr>
            <a:t> Explore internetworking of components</a:t>
          </a:r>
          <a:endParaRPr lang="en-GB" sz="1500" kern="1200"/>
        </a:p>
      </dsp:txBody>
      <dsp:txXfrm>
        <a:off x="3491634" y="1887237"/>
        <a:ext cx="2683800" cy="720000"/>
      </dsp:txXfrm>
    </dsp:sp>
    <dsp:sp modelId="{BA64DB8E-15C5-4FB5-83A8-16F099D3FAD7}">
      <dsp:nvSpPr>
        <dsp:cNvPr id="0" name=""/>
        <dsp:cNvSpPr/>
      </dsp:nvSpPr>
      <dsp:spPr>
        <a:xfrm>
          <a:off x="1076213" y="3278188"/>
          <a:ext cx="1207710" cy="120771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4683A56-34CA-4F6C-977D-98B840872623}">
      <dsp:nvSpPr>
        <dsp:cNvPr id="0" name=""/>
        <dsp:cNvSpPr/>
      </dsp:nvSpPr>
      <dsp:spPr>
        <a:xfrm>
          <a:off x="338168" y="4839023"/>
          <a:ext cx="26838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GB" sz="1500" kern="1200">
              <a:latin typeface="Calibri Light" panose="020F0302020204030204"/>
            </a:rPr>
            <a:t> Identify logical architectures and compare their computational advantages</a:t>
          </a:r>
          <a:endParaRPr lang="en-GB" sz="1500" kern="1200"/>
        </a:p>
      </dsp:txBody>
      <dsp:txXfrm>
        <a:off x="338168" y="4839023"/>
        <a:ext cx="2683800" cy="720000"/>
      </dsp:txXfrm>
    </dsp:sp>
    <dsp:sp modelId="{CA7B92D2-CB8D-4008-A7A2-C9EA92E8DDD8}">
      <dsp:nvSpPr>
        <dsp:cNvPr id="0" name=""/>
        <dsp:cNvSpPr/>
      </dsp:nvSpPr>
      <dsp:spPr>
        <a:xfrm>
          <a:off x="4229679" y="3278188"/>
          <a:ext cx="1207710" cy="1207710"/>
        </a:xfrm>
        <a:prstGeom prst="rect">
          <a:avLst/>
        </a:prstGeom>
        <a:blipFill rotWithShape="1">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BF564FF-5FB1-4D23-A94E-41D40F26C686}">
      <dsp:nvSpPr>
        <dsp:cNvPr id="0" name=""/>
        <dsp:cNvSpPr/>
      </dsp:nvSpPr>
      <dsp:spPr>
        <a:xfrm>
          <a:off x="3491634" y="4839023"/>
          <a:ext cx="26838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a:latin typeface="Calibri Light" panose="020F0302020204030204"/>
            </a:rPr>
            <a:t> Design workflow of project</a:t>
          </a:r>
          <a:endParaRPr lang="en-US" sz="1500" kern="1200"/>
        </a:p>
      </dsp:txBody>
      <dsp:txXfrm>
        <a:off x="3491634" y="4839023"/>
        <a:ext cx="2683800" cy="7200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6C7F5F-D83E-4956-9CC2-3C357DD8537B}">
      <dsp:nvSpPr>
        <dsp:cNvPr id="0" name=""/>
        <dsp:cNvSpPr/>
      </dsp:nvSpPr>
      <dsp:spPr>
        <a:xfrm>
          <a:off x="163521" y="861"/>
          <a:ext cx="720000" cy="568286"/>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Establish Connection with RSU</a:t>
          </a:r>
        </a:p>
      </dsp:txBody>
      <dsp:txXfrm>
        <a:off x="163521" y="861"/>
        <a:ext cx="720000" cy="568286"/>
      </dsp:txXfrm>
    </dsp:sp>
    <dsp:sp modelId="{B9449A87-ADE9-4C56-A948-CB374E9E588F}">
      <dsp:nvSpPr>
        <dsp:cNvPr id="0" name=""/>
        <dsp:cNvSpPr/>
      </dsp:nvSpPr>
      <dsp:spPr>
        <a:xfrm>
          <a:off x="163521" y="597562"/>
          <a:ext cx="720000" cy="568286"/>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Send Vehicle Data( Speed and Coordinates)</a:t>
          </a:r>
        </a:p>
      </dsp:txBody>
      <dsp:txXfrm>
        <a:off x="163521" y="597562"/>
        <a:ext cx="720000" cy="568286"/>
      </dsp:txXfrm>
    </dsp:sp>
    <dsp:sp modelId="{F22E6EF9-5A45-42EA-A18B-29CD3E08D108}">
      <dsp:nvSpPr>
        <dsp:cNvPr id="0" name=""/>
        <dsp:cNvSpPr/>
      </dsp:nvSpPr>
      <dsp:spPr>
        <a:xfrm>
          <a:off x="163521" y="1194263"/>
          <a:ext cx="720000" cy="568286"/>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Receive response from RSU</a:t>
          </a:r>
        </a:p>
      </dsp:txBody>
      <dsp:txXfrm>
        <a:off x="163521" y="1194263"/>
        <a:ext cx="720000" cy="56828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06092D-B224-4158-B004-B2A0249B2BB1}">
      <dsp:nvSpPr>
        <dsp:cNvPr id="0" name=""/>
        <dsp:cNvSpPr/>
      </dsp:nvSpPr>
      <dsp:spPr>
        <a:xfrm>
          <a:off x="17261" y="1175"/>
          <a:ext cx="720000" cy="565620"/>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Receive request from vehicle</a:t>
          </a:r>
        </a:p>
      </dsp:txBody>
      <dsp:txXfrm>
        <a:off x="17261" y="1175"/>
        <a:ext cx="720000" cy="565620"/>
      </dsp:txXfrm>
    </dsp:sp>
    <dsp:sp modelId="{831B1523-BA36-43F8-903D-5D0BDB715A01}">
      <dsp:nvSpPr>
        <dsp:cNvPr id="0" name=""/>
        <dsp:cNvSpPr/>
      </dsp:nvSpPr>
      <dsp:spPr>
        <a:xfrm>
          <a:off x="17261" y="595078"/>
          <a:ext cx="720000" cy="565620"/>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Send Acquired Data from Detection Unit</a:t>
          </a:r>
        </a:p>
      </dsp:txBody>
      <dsp:txXfrm>
        <a:off x="17261" y="595078"/>
        <a:ext cx="720000" cy="565620"/>
      </dsp:txXfrm>
    </dsp:sp>
    <dsp:sp modelId="{C99269AC-5095-4967-BFFB-E2B119E80EDE}">
      <dsp:nvSpPr>
        <dsp:cNvPr id="0" name=""/>
        <dsp:cNvSpPr/>
      </dsp:nvSpPr>
      <dsp:spPr>
        <a:xfrm>
          <a:off x="17261" y="1188980"/>
          <a:ext cx="720000" cy="565620"/>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Receive Response from Detection Unit</a:t>
          </a:r>
        </a:p>
      </dsp:txBody>
      <dsp:txXfrm>
        <a:off x="17261" y="1188980"/>
        <a:ext cx="720000" cy="565620"/>
      </dsp:txXfrm>
    </dsp:sp>
    <dsp:sp modelId="{B9BC44D5-9A2D-47B9-9D6C-A49AD7E4180A}">
      <dsp:nvSpPr>
        <dsp:cNvPr id="0" name=""/>
        <dsp:cNvSpPr/>
      </dsp:nvSpPr>
      <dsp:spPr>
        <a:xfrm>
          <a:off x="17261" y="1782882"/>
          <a:ext cx="720000" cy="565620"/>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‘Send response to vehicle</a:t>
          </a:r>
        </a:p>
      </dsp:txBody>
      <dsp:txXfrm>
        <a:off x="17261" y="1782882"/>
        <a:ext cx="720000" cy="56562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2D6F5D-A5D4-4331-8BDB-BD3AE96E634C}">
      <dsp:nvSpPr>
        <dsp:cNvPr id="0" name=""/>
        <dsp:cNvSpPr/>
      </dsp:nvSpPr>
      <dsp:spPr>
        <a:xfrm>
          <a:off x="71186" y="2704"/>
          <a:ext cx="720000" cy="566468"/>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Receive Data from RSU</a:t>
          </a:r>
        </a:p>
      </dsp:txBody>
      <dsp:txXfrm>
        <a:off x="71186" y="2704"/>
        <a:ext cx="720000" cy="566468"/>
      </dsp:txXfrm>
    </dsp:sp>
    <dsp:sp modelId="{609BD1B3-7AF8-4EB8-B718-E456CB8BF597}">
      <dsp:nvSpPr>
        <dsp:cNvPr id="0" name=""/>
        <dsp:cNvSpPr/>
      </dsp:nvSpPr>
      <dsp:spPr>
        <a:xfrm>
          <a:off x="71186" y="597496"/>
          <a:ext cx="720000" cy="566468"/>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Data Preprocessing</a:t>
          </a:r>
        </a:p>
      </dsp:txBody>
      <dsp:txXfrm>
        <a:off x="71186" y="597496"/>
        <a:ext cx="720000" cy="566468"/>
      </dsp:txXfrm>
    </dsp:sp>
    <dsp:sp modelId="{809167BD-1F91-41B5-A2B3-ACA6747D1FD5}">
      <dsp:nvSpPr>
        <dsp:cNvPr id="0" name=""/>
        <dsp:cNvSpPr/>
      </dsp:nvSpPr>
      <dsp:spPr>
        <a:xfrm>
          <a:off x="71186" y="1192288"/>
          <a:ext cx="720000" cy="566468"/>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t" anchorCtr="0">
          <a:noAutofit/>
        </a:bodyPr>
        <a:lstStyle/>
        <a:p>
          <a:pPr marL="0" lvl="0" indent="0" algn="l" defTabSz="355600">
            <a:lnSpc>
              <a:spcPct val="90000"/>
            </a:lnSpc>
            <a:spcBef>
              <a:spcPct val="0"/>
            </a:spcBef>
            <a:spcAft>
              <a:spcPct val="35000"/>
            </a:spcAft>
            <a:buNone/>
          </a:pPr>
          <a:r>
            <a:rPr lang="en-US" sz="800" kern="1200"/>
            <a:t>Object</a:t>
          </a:r>
        </a:p>
        <a:p>
          <a:pPr marL="57150" lvl="1" indent="-57150" algn="l" defTabSz="355600">
            <a:lnSpc>
              <a:spcPct val="90000"/>
            </a:lnSpc>
            <a:spcBef>
              <a:spcPct val="0"/>
            </a:spcBef>
            <a:spcAft>
              <a:spcPct val="15000"/>
            </a:spcAft>
            <a:buChar char="•"/>
          </a:pPr>
          <a:r>
            <a:rPr lang="en-US" sz="800" kern="1200"/>
            <a:t>Detection</a:t>
          </a:r>
        </a:p>
        <a:p>
          <a:pPr marL="57150" lvl="1" indent="-57150" algn="l" defTabSz="355600">
            <a:lnSpc>
              <a:spcPct val="90000"/>
            </a:lnSpc>
            <a:spcBef>
              <a:spcPct val="0"/>
            </a:spcBef>
            <a:spcAft>
              <a:spcPct val="15000"/>
            </a:spcAft>
            <a:buChar char="•"/>
          </a:pPr>
          <a:r>
            <a:rPr lang="en-US" sz="800" kern="1200"/>
            <a:t>Classification</a:t>
          </a:r>
        </a:p>
        <a:p>
          <a:pPr marL="57150" lvl="1" indent="-57150" algn="l" defTabSz="355600">
            <a:lnSpc>
              <a:spcPct val="90000"/>
            </a:lnSpc>
            <a:spcBef>
              <a:spcPct val="0"/>
            </a:spcBef>
            <a:spcAft>
              <a:spcPct val="15000"/>
            </a:spcAft>
            <a:buChar char="•"/>
          </a:pPr>
          <a:r>
            <a:rPr lang="en-US" sz="800" kern="1200"/>
            <a:t>Tracking</a:t>
          </a:r>
        </a:p>
      </dsp:txBody>
      <dsp:txXfrm>
        <a:off x="71186" y="1192288"/>
        <a:ext cx="720000" cy="566468"/>
      </dsp:txXfrm>
    </dsp:sp>
    <dsp:sp modelId="{4F16EFCB-67A8-4179-90F9-BA285487A9C3}">
      <dsp:nvSpPr>
        <dsp:cNvPr id="0" name=""/>
        <dsp:cNvSpPr/>
      </dsp:nvSpPr>
      <dsp:spPr>
        <a:xfrm>
          <a:off x="71186" y="1787081"/>
          <a:ext cx="720000" cy="566468"/>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Decision Making &amp; Response Generation</a:t>
          </a:r>
        </a:p>
      </dsp:txBody>
      <dsp:txXfrm>
        <a:off x="71186" y="1787081"/>
        <a:ext cx="720000" cy="566468"/>
      </dsp:txXfrm>
    </dsp:sp>
    <dsp:sp modelId="{E2C7D9CE-847A-4BE2-8B04-161180FFF6AD}">
      <dsp:nvSpPr>
        <dsp:cNvPr id="0" name=""/>
        <dsp:cNvSpPr/>
      </dsp:nvSpPr>
      <dsp:spPr>
        <a:xfrm>
          <a:off x="71186" y="2381873"/>
          <a:ext cx="720000" cy="566468"/>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Send Response to RSU</a:t>
          </a:r>
        </a:p>
      </dsp:txBody>
      <dsp:txXfrm>
        <a:off x="71186" y="2381873"/>
        <a:ext cx="720000" cy="566468"/>
      </dsp:txXfrm>
    </dsp:sp>
    <dsp:sp modelId="{C1A16641-E986-48C0-9DA1-4009CBF29D38}">
      <dsp:nvSpPr>
        <dsp:cNvPr id="0" name=""/>
        <dsp:cNvSpPr/>
      </dsp:nvSpPr>
      <dsp:spPr>
        <a:xfrm>
          <a:off x="71186" y="2976665"/>
          <a:ext cx="720000" cy="566468"/>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Node </a:t>
          </a:r>
          <a:r>
            <a:rPr lang="en-US" sz="800" kern="1200" err="1"/>
            <a:t>Manageblity</a:t>
          </a:r>
          <a:r>
            <a:rPr lang="en-US" sz="800" kern="1200"/>
            <a:t> /Access Control</a:t>
          </a:r>
        </a:p>
      </dsp:txBody>
      <dsp:txXfrm>
        <a:off x="71186" y="2976665"/>
        <a:ext cx="720000" cy="56646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6C7F5F-D83E-4956-9CC2-3C357DD8537B}">
      <dsp:nvSpPr>
        <dsp:cNvPr id="0" name=""/>
        <dsp:cNvSpPr/>
      </dsp:nvSpPr>
      <dsp:spPr>
        <a:xfrm>
          <a:off x="163521" y="861"/>
          <a:ext cx="720000" cy="568286"/>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Establish Connection with RSU</a:t>
          </a:r>
        </a:p>
      </dsp:txBody>
      <dsp:txXfrm>
        <a:off x="163521" y="861"/>
        <a:ext cx="720000" cy="568286"/>
      </dsp:txXfrm>
    </dsp:sp>
    <dsp:sp modelId="{B9449A87-ADE9-4C56-A948-CB374E9E588F}">
      <dsp:nvSpPr>
        <dsp:cNvPr id="0" name=""/>
        <dsp:cNvSpPr/>
      </dsp:nvSpPr>
      <dsp:spPr>
        <a:xfrm>
          <a:off x="163521" y="597562"/>
          <a:ext cx="720000" cy="568286"/>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Send Vehicle Data( Speed and Coordinates)</a:t>
          </a:r>
        </a:p>
      </dsp:txBody>
      <dsp:txXfrm>
        <a:off x="163521" y="597562"/>
        <a:ext cx="720000" cy="568286"/>
      </dsp:txXfrm>
    </dsp:sp>
    <dsp:sp modelId="{F22E6EF9-5A45-42EA-A18B-29CD3E08D108}">
      <dsp:nvSpPr>
        <dsp:cNvPr id="0" name=""/>
        <dsp:cNvSpPr/>
      </dsp:nvSpPr>
      <dsp:spPr>
        <a:xfrm>
          <a:off x="163521" y="1194263"/>
          <a:ext cx="720000" cy="568286"/>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Receive response from RSU</a:t>
          </a:r>
        </a:p>
      </dsp:txBody>
      <dsp:txXfrm>
        <a:off x="163521" y="1194263"/>
        <a:ext cx="720000" cy="568286"/>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06092D-B224-4158-B004-B2A0249B2BB1}">
      <dsp:nvSpPr>
        <dsp:cNvPr id="0" name=""/>
        <dsp:cNvSpPr/>
      </dsp:nvSpPr>
      <dsp:spPr>
        <a:xfrm>
          <a:off x="17261" y="1175"/>
          <a:ext cx="720000" cy="565620"/>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Receive request from </a:t>
          </a:r>
          <a:r>
            <a:rPr lang="en-US" sz="800" kern="1200" err="1"/>
            <a:t>vehice</a:t>
          </a:r>
          <a:endParaRPr lang="en-US" sz="800" kern="1200"/>
        </a:p>
      </dsp:txBody>
      <dsp:txXfrm>
        <a:off x="17261" y="1175"/>
        <a:ext cx="720000" cy="565620"/>
      </dsp:txXfrm>
    </dsp:sp>
    <dsp:sp modelId="{831B1523-BA36-43F8-903D-5D0BDB715A01}">
      <dsp:nvSpPr>
        <dsp:cNvPr id="0" name=""/>
        <dsp:cNvSpPr/>
      </dsp:nvSpPr>
      <dsp:spPr>
        <a:xfrm>
          <a:off x="17261" y="595078"/>
          <a:ext cx="720000" cy="565620"/>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Send Acquired Data from Detection Unit</a:t>
          </a:r>
        </a:p>
      </dsp:txBody>
      <dsp:txXfrm>
        <a:off x="17261" y="595078"/>
        <a:ext cx="720000" cy="565620"/>
      </dsp:txXfrm>
    </dsp:sp>
    <dsp:sp modelId="{C99269AC-5095-4967-BFFB-E2B119E80EDE}">
      <dsp:nvSpPr>
        <dsp:cNvPr id="0" name=""/>
        <dsp:cNvSpPr/>
      </dsp:nvSpPr>
      <dsp:spPr>
        <a:xfrm>
          <a:off x="17261" y="1188980"/>
          <a:ext cx="720000" cy="565620"/>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Receive Response from Detection Unit</a:t>
          </a:r>
        </a:p>
      </dsp:txBody>
      <dsp:txXfrm>
        <a:off x="17261" y="1188980"/>
        <a:ext cx="720000" cy="565620"/>
      </dsp:txXfrm>
    </dsp:sp>
    <dsp:sp modelId="{B9BC44D5-9A2D-47B9-9D6C-A49AD7E4180A}">
      <dsp:nvSpPr>
        <dsp:cNvPr id="0" name=""/>
        <dsp:cNvSpPr/>
      </dsp:nvSpPr>
      <dsp:spPr>
        <a:xfrm>
          <a:off x="17261" y="1782882"/>
          <a:ext cx="720000" cy="565620"/>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‘Send response to vehicle</a:t>
          </a:r>
        </a:p>
      </dsp:txBody>
      <dsp:txXfrm>
        <a:off x="17261" y="1782882"/>
        <a:ext cx="720000" cy="56562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E81BD1-D3F2-4321-AC63-C15B3BA63726}">
      <dsp:nvSpPr>
        <dsp:cNvPr id="0" name=""/>
        <dsp:cNvSpPr/>
      </dsp:nvSpPr>
      <dsp:spPr>
        <a:xfrm>
          <a:off x="35951" y="1194"/>
          <a:ext cx="720000" cy="574749"/>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Data Acquisition from Camera</a:t>
          </a:r>
        </a:p>
      </dsp:txBody>
      <dsp:txXfrm>
        <a:off x="35951" y="1194"/>
        <a:ext cx="720000" cy="574749"/>
      </dsp:txXfrm>
    </dsp:sp>
    <dsp:sp modelId="{C3575FCE-1949-4FAC-9F2F-77E628B3E620}">
      <dsp:nvSpPr>
        <dsp:cNvPr id="0" name=""/>
        <dsp:cNvSpPr/>
      </dsp:nvSpPr>
      <dsp:spPr>
        <a:xfrm>
          <a:off x="35951" y="604681"/>
          <a:ext cx="720000" cy="574749"/>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Data Preprocessing</a:t>
          </a:r>
        </a:p>
      </dsp:txBody>
      <dsp:txXfrm>
        <a:off x="35951" y="604681"/>
        <a:ext cx="720000" cy="574749"/>
      </dsp:txXfrm>
    </dsp:sp>
    <dsp:sp modelId="{D88CA1E6-071B-413C-8ADB-5D1E119092B4}">
      <dsp:nvSpPr>
        <dsp:cNvPr id="0" name=""/>
        <dsp:cNvSpPr/>
      </dsp:nvSpPr>
      <dsp:spPr>
        <a:xfrm>
          <a:off x="35951" y="1208168"/>
          <a:ext cx="720000" cy="574749"/>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t" anchorCtr="0">
          <a:noAutofit/>
        </a:bodyPr>
        <a:lstStyle/>
        <a:p>
          <a:pPr marL="0" lvl="0" indent="0" algn="l" defTabSz="355600">
            <a:lnSpc>
              <a:spcPct val="90000"/>
            </a:lnSpc>
            <a:spcBef>
              <a:spcPct val="0"/>
            </a:spcBef>
            <a:spcAft>
              <a:spcPct val="35000"/>
            </a:spcAft>
            <a:buNone/>
          </a:pPr>
          <a:r>
            <a:rPr lang="en-US" sz="800" kern="1200"/>
            <a:t>Object</a:t>
          </a:r>
        </a:p>
        <a:p>
          <a:pPr marL="57150" lvl="1" indent="-57150" algn="l" defTabSz="355600">
            <a:lnSpc>
              <a:spcPct val="90000"/>
            </a:lnSpc>
            <a:spcBef>
              <a:spcPct val="0"/>
            </a:spcBef>
            <a:spcAft>
              <a:spcPct val="15000"/>
            </a:spcAft>
            <a:buChar char="•"/>
          </a:pPr>
          <a:r>
            <a:rPr lang="en-US" sz="800" kern="1200"/>
            <a:t>Detection</a:t>
          </a:r>
        </a:p>
        <a:p>
          <a:pPr marL="57150" lvl="1" indent="-57150" algn="l" defTabSz="355600">
            <a:lnSpc>
              <a:spcPct val="90000"/>
            </a:lnSpc>
            <a:spcBef>
              <a:spcPct val="0"/>
            </a:spcBef>
            <a:spcAft>
              <a:spcPct val="15000"/>
            </a:spcAft>
            <a:buChar char="•"/>
          </a:pPr>
          <a:r>
            <a:rPr lang="en-US" sz="800" kern="1200"/>
            <a:t>Classification</a:t>
          </a:r>
        </a:p>
        <a:p>
          <a:pPr marL="57150" lvl="1" indent="-57150" algn="l" defTabSz="355600">
            <a:lnSpc>
              <a:spcPct val="90000"/>
            </a:lnSpc>
            <a:spcBef>
              <a:spcPct val="0"/>
            </a:spcBef>
            <a:spcAft>
              <a:spcPct val="15000"/>
            </a:spcAft>
            <a:buChar char="•"/>
          </a:pPr>
          <a:r>
            <a:rPr lang="en-US" sz="800" kern="1200"/>
            <a:t>Tracking</a:t>
          </a:r>
        </a:p>
      </dsp:txBody>
      <dsp:txXfrm>
        <a:off x="35951" y="1208168"/>
        <a:ext cx="720000" cy="574749"/>
      </dsp:txXfrm>
    </dsp:sp>
    <dsp:sp modelId="{A255E889-474D-4510-ADC6-B2AA54845F6B}">
      <dsp:nvSpPr>
        <dsp:cNvPr id="0" name=""/>
        <dsp:cNvSpPr/>
      </dsp:nvSpPr>
      <dsp:spPr>
        <a:xfrm>
          <a:off x="35951" y="1811654"/>
          <a:ext cx="720000" cy="574749"/>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Decision Making &amp; Response Generation</a:t>
          </a:r>
        </a:p>
      </dsp:txBody>
      <dsp:txXfrm>
        <a:off x="35951" y="1811654"/>
        <a:ext cx="720000" cy="574749"/>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2D6F5D-A5D4-4331-8BDB-BD3AE96E634C}">
      <dsp:nvSpPr>
        <dsp:cNvPr id="0" name=""/>
        <dsp:cNvSpPr/>
      </dsp:nvSpPr>
      <dsp:spPr>
        <a:xfrm>
          <a:off x="71186" y="640"/>
          <a:ext cx="720000" cy="422480"/>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Receive Data from RSU</a:t>
          </a:r>
        </a:p>
      </dsp:txBody>
      <dsp:txXfrm>
        <a:off x="71186" y="640"/>
        <a:ext cx="720000" cy="422480"/>
      </dsp:txXfrm>
    </dsp:sp>
    <dsp:sp modelId="{E2C7D9CE-847A-4BE2-8B04-161180FFF6AD}">
      <dsp:nvSpPr>
        <dsp:cNvPr id="0" name=""/>
        <dsp:cNvSpPr/>
      </dsp:nvSpPr>
      <dsp:spPr>
        <a:xfrm>
          <a:off x="71186" y="444244"/>
          <a:ext cx="720000" cy="422480"/>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Send Response to RSU</a:t>
          </a:r>
        </a:p>
      </dsp:txBody>
      <dsp:txXfrm>
        <a:off x="71186" y="444244"/>
        <a:ext cx="720000" cy="422480"/>
      </dsp:txXfrm>
    </dsp:sp>
    <dsp:sp modelId="{C1A16641-E986-48C0-9DA1-4009CBF29D38}">
      <dsp:nvSpPr>
        <dsp:cNvPr id="0" name=""/>
        <dsp:cNvSpPr/>
      </dsp:nvSpPr>
      <dsp:spPr>
        <a:xfrm>
          <a:off x="71186" y="887848"/>
          <a:ext cx="720000" cy="422480"/>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Node </a:t>
          </a:r>
          <a:r>
            <a:rPr lang="en-US" sz="800" kern="1200" err="1"/>
            <a:t>Manageblity</a:t>
          </a:r>
          <a:r>
            <a:rPr lang="en-US" sz="800" kern="1200"/>
            <a:t> /Access Control</a:t>
          </a:r>
        </a:p>
      </dsp:txBody>
      <dsp:txXfrm>
        <a:off x="71186" y="887848"/>
        <a:ext cx="720000" cy="42248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6C7F5F-D83E-4956-9CC2-3C357DD8537B}">
      <dsp:nvSpPr>
        <dsp:cNvPr id="0" name=""/>
        <dsp:cNvSpPr/>
      </dsp:nvSpPr>
      <dsp:spPr>
        <a:xfrm>
          <a:off x="163521" y="813"/>
          <a:ext cx="720000" cy="537012"/>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Establish Connection with RSU</a:t>
          </a:r>
        </a:p>
      </dsp:txBody>
      <dsp:txXfrm>
        <a:off x="163521" y="813"/>
        <a:ext cx="720000" cy="537012"/>
      </dsp:txXfrm>
    </dsp:sp>
    <dsp:sp modelId="{B9449A87-ADE9-4C56-A948-CB374E9E588F}">
      <dsp:nvSpPr>
        <dsp:cNvPr id="0" name=""/>
        <dsp:cNvSpPr/>
      </dsp:nvSpPr>
      <dsp:spPr>
        <a:xfrm>
          <a:off x="163521" y="564676"/>
          <a:ext cx="720000" cy="537012"/>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Send Vehicle Data( Speed and Coordinates)</a:t>
          </a:r>
        </a:p>
      </dsp:txBody>
      <dsp:txXfrm>
        <a:off x="163521" y="564676"/>
        <a:ext cx="720000" cy="537012"/>
      </dsp:txXfrm>
    </dsp:sp>
    <dsp:sp modelId="{F22E6EF9-5A45-42EA-A18B-29CD3E08D108}">
      <dsp:nvSpPr>
        <dsp:cNvPr id="0" name=""/>
        <dsp:cNvSpPr/>
      </dsp:nvSpPr>
      <dsp:spPr>
        <a:xfrm>
          <a:off x="163521" y="1128539"/>
          <a:ext cx="720000" cy="537012"/>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Receive response from RSU</a:t>
          </a:r>
        </a:p>
      </dsp:txBody>
      <dsp:txXfrm>
        <a:off x="163521" y="1128539"/>
        <a:ext cx="720000" cy="537012"/>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06092D-B224-4158-B004-B2A0249B2BB1}">
      <dsp:nvSpPr>
        <dsp:cNvPr id="0" name=""/>
        <dsp:cNvSpPr/>
      </dsp:nvSpPr>
      <dsp:spPr>
        <a:xfrm>
          <a:off x="17261" y="1111"/>
          <a:ext cx="720000" cy="534492"/>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Receive request from </a:t>
          </a:r>
          <a:r>
            <a:rPr lang="en-US" sz="800" kern="1200" err="1"/>
            <a:t>vehice</a:t>
          </a:r>
          <a:endParaRPr lang="en-US" sz="800" kern="1200"/>
        </a:p>
      </dsp:txBody>
      <dsp:txXfrm>
        <a:off x="17261" y="1111"/>
        <a:ext cx="720000" cy="534492"/>
      </dsp:txXfrm>
    </dsp:sp>
    <dsp:sp modelId="{831B1523-BA36-43F8-903D-5D0BDB715A01}">
      <dsp:nvSpPr>
        <dsp:cNvPr id="0" name=""/>
        <dsp:cNvSpPr/>
      </dsp:nvSpPr>
      <dsp:spPr>
        <a:xfrm>
          <a:off x="17261" y="562328"/>
          <a:ext cx="720000" cy="534492"/>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Send Acquired Data from Detection Unit</a:t>
          </a:r>
        </a:p>
      </dsp:txBody>
      <dsp:txXfrm>
        <a:off x="17261" y="562328"/>
        <a:ext cx="720000" cy="534492"/>
      </dsp:txXfrm>
    </dsp:sp>
    <dsp:sp modelId="{C99269AC-5095-4967-BFFB-E2B119E80EDE}">
      <dsp:nvSpPr>
        <dsp:cNvPr id="0" name=""/>
        <dsp:cNvSpPr/>
      </dsp:nvSpPr>
      <dsp:spPr>
        <a:xfrm>
          <a:off x="17261" y="1123546"/>
          <a:ext cx="720000" cy="534492"/>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Receive Response from Detection Unit</a:t>
          </a:r>
        </a:p>
      </dsp:txBody>
      <dsp:txXfrm>
        <a:off x="17261" y="1123546"/>
        <a:ext cx="720000" cy="534492"/>
      </dsp:txXfrm>
    </dsp:sp>
    <dsp:sp modelId="{B9BC44D5-9A2D-47B9-9D6C-A49AD7E4180A}">
      <dsp:nvSpPr>
        <dsp:cNvPr id="0" name=""/>
        <dsp:cNvSpPr/>
      </dsp:nvSpPr>
      <dsp:spPr>
        <a:xfrm>
          <a:off x="17261" y="1684763"/>
          <a:ext cx="720000" cy="534492"/>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‘Send response to vehicle</a:t>
          </a:r>
        </a:p>
      </dsp:txBody>
      <dsp:txXfrm>
        <a:off x="17261" y="1684763"/>
        <a:ext cx="720000" cy="534492"/>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E81BD1-D3F2-4321-AC63-C15B3BA63726}">
      <dsp:nvSpPr>
        <dsp:cNvPr id="0" name=""/>
        <dsp:cNvSpPr/>
      </dsp:nvSpPr>
      <dsp:spPr>
        <a:xfrm>
          <a:off x="35951" y="2229"/>
          <a:ext cx="720000" cy="542588"/>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Data Acquisition from Camera</a:t>
          </a:r>
        </a:p>
      </dsp:txBody>
      <dsp:txXfrm>
        <a:off x="35951" y="2229"/>
        <a:ext cx="720000" cy="542588"/>
      </dsp:txXfrm>
    </dsp:sp>
    <dsp:sp modelId="{C3575FCE-1949-4FAC-9F2F-77E628B3E620}">
      <dsp:nvSpPr>
        <dsp:cNvPr id="0" name=""/>
        <dsp:cNvSpPr/>
      </dsp:nvSpPr>
      <dsp:spPr>
        <a:xfrm>
          <a:off x="35951" y="571947"/>
          <a:ext cx="720000" cy="542588"/>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Data Preprocessing</a:t>
          </a:r>
        </a:p>
      </dsp:txBody>
      <dsp:txXfrm>
        <a:off x="35951" y="571947"/>
        <a:ext cx="720000" cy="542588"/>
      </dsp:txXfrm>
    </dsp:sp>
    <dsp:sp modelId="{D88CA1E6-071B-413C-8ADB-5D1E119092B4}">
      <dsp:nvSpPr>
        <dsp:cNvPr id="0" name=""/>
        <dsp:cNvSpPr/>
      </dsp:nvSpPr>
      <dsp:spPr>
        <a:xfrm>
          <a:off x="35951" y="1141665"/>
          <a:ext cx="720000" cy="542588"/>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t" anchorCtr="0">
          <a:noAutofit/>
        </a:bodyPr>
        <a:lstStyle/>
        <a:p>
          <a:pPr marL="0" lvl="0" indent="0" algn="l" defTabSz="355600">
            <a:lnSpc>
              <a:spcPct val="90000"/>
            </a:lnSpc>
            <a:spcBef>
              <a:spcPct val="0"/>
            </a:spcBef>
            <a:spcAft>
              <a:spcPct val="35000"/>
            </a:spcAft>
            <a:buNone/>
          </a:pPr>
          <a:r>
            <a:rPr lang="en-US" sz="800" kern="1200"/>
            <a:t>Object</a:t>
          </a:r>
        </a:p>
        <a:p>
          <a:pPr marL="57150" lvl="1" indent="-57150" algn="l" defTabSz="355600">
            <a:lnSpc>
              <a:spcPct val="90000"/>
            </a:lnSpc>
            <a:spcBef>
              <a:spcPct val="0"/>
            </a:spcBef>
            <a:spcAft>
              <a:spcPct val="15000"/>
            </a:spcAft>
            <a:buChar char="•"/>
          </a:pPr>
          <a:r>
            <a:rPr lang="en-US" sz="800" kern="1200"/>
            <a:t>Detection</a:t>
          </a:r>
        </a:p>
        <a:p>
          <a:pPr marL="57150" lvl="1" indent="-57150" algn="l" defTabSz="355600">
            <a:lnSpc>
              <a:spcPct val="90000"/>
            </a:lnSpc>
            <a:spcBef>
              <a:spcPct val="0"/>
            </a:spcBef>
            <a:spcAft>
              <a:spcPct val="15000"/>
            </a:spcAft>
            <a:buChar char="•"/>
          </a:pPr>
          <a:r>
            <a:rPr lang="en-US" sz="800" kern="1200"/>
            <a:t>Classification</a:t>
          </a:r>
        </a:p>
        <a:p>
          <a:pPr marL="57150" lvl="1" indent="-57150" algn="l" defTabSz="355600">
            <a:lnSpc>
              <a:spcPct val="90000"/>
            </a:lnSpc>
            <a:spcBef>
              <a:spcPct val="0"/>
            </a:spcBef>
            <a:spcAft>
              <a:spcPct val="15000"/>
            </a:spcAft>
            <a:buChar char="•"/>
          </a:pPr>
          <a:r>
            <a:rPr lang="en-US" sz="800" kern="1200"/>
            <a:t>Tracking</a:t>
          </a:r>
        </a:p>
      </dsp:txBody>
      <dsp:txXfrm>
        <a:off x="35951" y="1141665"/>
        <a:ext cx="720000" cy="542588"/>
      </dsp:txXfrm>
    </dsp:sp>
    <dsp:sp modelId="{A255E889-474D-4510-ADC6-B2AA54845F6B}">
      <dsp:nvSpPr>
        <dsp:cNvPr id="0" name=""/>
        <dsp:cNvSpPr/>
      </dsp:nvSpPr>
      <dsp:spPr>
        <a:xfrm>
          <a:off x="35951" y="1711382"/>
          <a:ext cx="720000" cy="542588"/>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Decision Making &amp; Response Generation</a:t>
          </a:r>
        </a:p>
      </dsp:txBody>
      <dsp:txXfrm>
        <a:off x="35951" y="1711382"/>
        <a:ext cx="720000" cy="542588"/>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2D6F5D-A5D4-4331-8BDB-BD3AE96E634C}">
      <dsp:nvSpPr>
        <dsp:cNvPr id="0" name=""/>
        <dsp:cNvSpPr/>
      </dsp:nvSpPr>
      <dsp:spPr>
        <a:xfrm>
          <a:off x="71186" y="2555"/>
          <a:ext cx="720000" cy="535294"/>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Receive Data from RSU</a:t>
          </a:r>
        </a:p>
      </dsp:txBody>
      <dsp:txXfrm>
        <a:off x="71186" y="2555"/>
        <a:ext cx="720000" cy="535294"/>
      </dsp:txXfrm>
    </dsp:sp>
    <dsp:sp modelId="{609BD1B3-7AF8-4EB8-B718-E456CB8BF597}">
      <dsp:nvSpPr>
        <dsp:cNvPr id="0" name=""/>
        <dsp:cNvSpPr/>
      </dsp:nvSpPr>
      <dsp:spPr>
        <a:xfrm>
          <a:off x="71186" y="564614"/>
          <a:ext cx="720000" cy="535294"/>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Data Preprocessing</a:t>
          </a:r>
        </a:p>
      </dsp:txBody>
      <dsp:txXfrm>
        <a:off x="71186" y="564614"/>
        <a:ext cx="720000" cy="535294"/>
      </dsp:txXfrm>
    </dsp:sp>
    <dsp:sp modelId="{809167BD-1F91-41B5-A2B3-ACA6747D1FD5}">
      <dsp:nvSpPr>
        <dsp:cNvPr id="0" name=""/>
        <dsp:cNvSpPr/>
      </dsp:nvSpPr>
      <dsp:spPr>
        <a:xfrm>
          <a:off x="71186" y="1126673"/>
          <a:ext cx="720000" cy="535294"/>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t" anchorCtr="0">
          <a:noAutofit/>
        </a:bodyPr>
        <a:lstStyle/>
        <a:p>
          <a:pPr marL="0" lvl="0" indent="0" algn="l" defTabSz="355600">
            <a:lnSpc>
              <a:spcPct val="90000"/>
            </a:lnSpc>
            <a:spcBef>
              <a:spcPct val="0"/>
            </a:spcBef>
            <a:spcAft>
              <a:spcPct val="35000"/>
            </a:spcAft>
            <a:buNone/>
          </a:pPr>
          <a:r>
            <a:rPr lang="en-US" sz="800" kern="1200"/>
            <a:t>Object</a:t>
          </a:r>
        </a:p>
        <a:p>
          <a:pPr marL="57150" lvl="1" indent="-57150" algn="l" defTabSz="355600">
            <a:lnSpc>
              <a:spcPct val="90000"/>
            </a:lnSpc>
            <a:spcBef>
              <a:spcPct val="0"/>
            </a:spcBef>
            <a:spcAft>
              <a:spcPct val="15000"/>
            </a:spcAft>
            <a:buChar char="•"/>
          </a:pPr>
          <a:r>
            <a:rPr lang="en-US" sz="800" kern="1200"/>
            <a:t>Detection</a:t>
          </a:r>
        </a:p>
        <a:p>
          <a:pPr marL="57150" lvl="1" indent="-57150" algn="l" defTabSz="355600">
            <a:lnSpc>
              <a:spcPct val="90000"/>
            </a:lnSpc>
            <a:spcBef>
              <a:spcPct val="0"/>
            </a:spcBef>
            <a:spcAft>
              <a:spcPct val="15000"/>
            </a:spcAft>
            <a:buChar char="•"/>
          </a:pPr>
          <a:r>
            <a:rPr lang="en-US" sz="800" kern="1200"/>
            <a:t>Classification</a:t>
          </a:r>
        </a:p>
        <a:p>
          <a:pPr marL="57150" lvl="1" indent="-57150" algn="l" defTabSz="355600">
            <a:lnSpc>
              <a:spcPct val="90000"/>
            </a:lnSpc>
            <a:spcBef>
              <a:spcPct val="0"/>
            </a:spcBef>
            <a:spcAft>
              <a:spcPct val="15000"/>
            </a:spcAft>
            <a:buChar char="•"/>
          </a:pPr>
          <a:r>
            <a:rPr lang="en-US" sz="800" kern="1200"/>
            <a:t>Tracking</a:t>
          </a:r>
        </a:p>
      </dsp:txBody>
      <dsp:txXfrm>
        <a:off x="71186" y="1126673"/>
        <a:ext cx="720000" cy="535294"/>
      </dsp:txXfrm>
    </dsp:sp>
    <dsp:sp modelId="{4F16EFCB-67A8-4179-90F9-BA285487A9C3}">
      <dsp:nvSpPr>
        <dsp:cNvPr id="0" name=""/>
        <dsp:cNvSpPr/>
      </dsp:nvSpPr>
      <dsp:spPr>
        <a:xfrm>
          <a:off x="71186" y="1688732"/>
          <a:ext cx="720000" cy="535294"/>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Decision Making &amp; Response Generation</a:t>
          </a:r>
        </a:p>
      </dsp:txBody>
      <dsp:txXfrm>
        <a:off x="71186" y="1688732"/>
        <a:ext cx="720000" cy="535294"/>
      </dsp:txXfrm>
    </dsp:sp>
    <dsp:sp modelId="{E2C7D9CE-847A-4BE2-8B04-161180FFF6AD}">
      <dsp:nvSpPr>
        <dsp:cNvPr id="0" name=""/>
        <dsp:cNvSpPr/>
      </dsp:nvSpPr>
      <dsp:spPr>
        <a:xfrm>
          <a:off x="71186" y="2250791"/>
          <a:ext cx="720000" cy="535294"/>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Send Response to RSU</a:t>
          </a:r>
        </a:p>
      </dsp:txBody>
      <dsp:txXfrm>
        <a:off x="71186" y="2250791"/>
        <a:ext cx="720000" cy="535294"/>
      </dsp:txXfrm>
    </dsp:sp>
    <dsp:sp modelId="{C1A16641-E986-48C0-9DA1-4009CBF29D38}">
      <dsp:nvSpPr>
        <dsp:cNvPr id="0" name=""/>
        <dsp:cNvSpPr/>
      </dsp:nvSpPr>
      <dsp:spPr>
        <a:xfrm>
          <a:off x="71186" y="2812850"/>
          <a:ext cx="720000" cy="535294"/>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355600">
            <a:lnSpc>
              <a:spcPct val="90000"/>
            </a:lnSpc>
            <a:spcBef>
              <a:spcPct val="0"/>
            </a:spcBef>
            <a:spcAft>
              <a:spcPct val="35000"/>
            </a:spcAft>
            <a:buNone/>
          </a:pPr>
          <a:r>
            <a:rPr lang="en-US" sz="800" kern="1200"/>
            <a:t>Node </a:t>
          </a:r>
          <a:r>
            <a:rPr lang="en-US" sz="800" kern="1200" err="1"/>
            <a:t>Manageblity</a:t>
          </a:r>
          <a:r>
            <a:rPr lang="en-US" sz="800" kern="1200"/>
            <a:t> /Access Control</a:t>
          </a:r>
        </a:p>
      </dsp:txBody>
      <dsp:txXfrm>
        <a:off x="71186" y="2812850"/>
        <a:ext cx="720000" cy="535294"/>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609F21-E516-466B-A225-941487C35E77}">
      <dsp:nvSpPr>
        <dsp:cNvPr id="0" name=""/>
        <dsp:cNvSpPr/>
      </dsp:nvSpPr>
      <dsp:spPr>
        <a:xfrm>
          <a:off x="1315576" y="349517"/>
          <a:ext cx="1075140" cy="1075140"/>
        </a:xfrm>
        <a:prstGeom prst="rect">
          <a:avLst/>
        </a:prstGeom>
        <a:blipFill rotWithShape="1">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AC76675-862B-412B-9834-DADCD2492A61}">
      <dsp:nvSpPr>
        <dsp:cNvPr id="0" name=""/>
        <dsp:cNvSpPr/>
      </dsp:nvSpPr>
      <dsp:spPr>
        <a:xfrm>
          <a:off x="658546" y="1757836"/>
          <a:ext cx="23892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Started implementing ML models on dummy dataset for</a:t>
          </a:r>
          <a:br>
            <a:rPr lang="en-US" sz="1100" kern="1200"/>
          </a:br>
          <a:r>
            <a:rPr lang="en-US" sz="1100" kern="1200"/>
            <a:t>-Detecting Pedestrians</a:t>
          </a:r>
          <a:br>
            <a:rPr lang="en-US" sz="1100" kern="1200"/>
          </a:br>
          <a:r>
            <a:rPr lang="en-US" sz="1100" kern="1200"/>
            <a:t>-Counting Pedestrians</a:t>
          </a:r>
        </a:p>
      </dsp:txBody>
      <dsp:txXfrm>
        <a:off x="658546" y="1757836"/>
        <a:ext cx="2389200" cy="720000"/>
      </dsp:txXfrm>
    </dsp:sp>
    <dsp:sp modelId="{9A82CBF7-06BC-44C9-9D78-9ADC219B2709}">
      <dsp:nvSpPr>
        <dsp:cNvPr id="0" name=""/>
        <dsp:cNvSpPr/>
      </dsp:nvSpPr>
      <dsp:spPr>
        <a:xfrm>
          <a:off x="4122887" y="349517"/>
          <a:ext cx="1075140" cy="1075140"/>
        </a:xfrm>
        <a:prstGeom prst="rect">
          <a:avLst/>
        </a:prstGeom>
        <a:blipFill rotWithShape="1">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BF95A4F-3FC2-442B-9D4A-6CBDFA667111}">
      <dsp:nvSpPr>
        <dsp:cNvPr id="0" name=""/>
        <dsp:cNvSpPr/>
      </dsp:nvSpPr>
      <dsp:spPr>
        <a:xfrm>
          <a:off x="3465857" y="1757836"/>
          <a:ext cx="23892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latin typeface="Calibri Light" panose="020F0302020204030204"/>
            </a:rPr>
            <a:t>Research security</a:t>
          </a:r>
          <a:r>
            <a:rPr lang="en-US" sz="1100" kern="1200"/>
            <a:t> aspects: i.e</a:t>
          </a:r>
          <a:r>
            <a:rPr lang="en-US" sz="1100" kern="1200">
              <a:latin typeface="Calibri Light" panose="020F0302020204030204"/>
            </a:rPr>
            <a:t>.</a:t>
          </a:r>
          <a:r>
            <a:rPr lang="en-US" sz="1100" kern="1200"/>
            <a:t> Threat models, policies</a:t>
          </a:r>
          <a:endParaRPr lang="en-GB" sz="1100" kern="1200"/>
        </a:p>
      </dsp:txBody>
      <dsp:txXfrm>
        <a:off x="3465857" y="1757836"/>
        <a:ext cx="2389200" cy="720000"/>
      </dsp:txXfrm>
    </dsp:sp>
    <dsp:sp modelId="{BA64DB8E-15C5-4FB5-83A8-16F099D3FAD7}">
      <dsp:nvSpPr>
        <dsp:cNvPr id="0" name=""/>
        <dsp:cNvSpPr/>
      </dsp:nvSpPr>
      <dsp:spPr>
        <a:xfrm>
          <a:off x="2719231" y="3075136"/>
          <a:ext cx="1075140" cy="107514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4683A56-34CA-4F6C-977D-98B840872623}">
      <dsp:nvSpPr>
        <dsp:cNvPr id="0" name=""/>
        <dsp:cNvSpPr/>
      </dsp:nvSpPr>
      <dsp:spPr>
        <a:xfrm>
          <a:off x="2062201" y="4483455"/>
          <a:ext cx="23892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GB" sz="1100" kern="1200">
              <a:latin typeface="Calibri Light" panose="020F0302020204030204"/>
            </a:rPr>
            <a:t> Start implementation of client – server architecture</a:t>
          </a:r>
          <a:endParaRPr lang="en-GB" sz="1100" kern="1200"/>
        </a:p>
      </dsp:txBody>
      <dsp:txXfrm>
        <a:off x="2062201" y="4483455"/>
        <a:ext cx="2389200"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5.xml><?xml version="1.0" encoding="utf-8"?>
<dgm:layoutDef xmlns:dgm="http://schemas.openxmlformats.org/drawingml/2006/diagram" xmlns:a="http://schemas.openxmlformats.org/drawingml/2006/main" uniqueId="urn:diagrams.loki3.com/VaryingWidthList">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layout6.xml><?xml version="1.0" encoding="utf-8"?>
<dgm:layoutDef xmlns:dgm="http://schemas.openxmlformats.org/drawingml/2006/diagram" xmlns:a="http://schemas.openxmlformats.org/drawingml/2006/main" uniqueId="urn:diagrams.loki3.com/VaryingWidthList">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layout7.xml><?xml version="1.0" encoding="utf-8"?>
<dgm:layoutDef xmlns:dgm="http://schemas.openxmlformats.org/drawingml/2006/diagram" xmlns:a="http://schemas.openxmlformats.org/drawingml/2006/main" uniqueId="urn:diagrams.loki3.com/VaryingWidthList">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layout8.xml><?xml version="1.0" encoding="utf-8"?>
<dgm:layoutDef xmlns:dgm="http://schemas.openxmlformats.org/drawingml/2006/diagram" xmlns:a="http://schemas.openxmlformats.org/drawingml/2006/main" uniqueId="urn:diagrams.loki3.com/VaryingWidthList">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layout9.xml><?xml version="1.0" encoding="utf-8"?>
<dgm:layoutDef xmlns:dgm="http://schemas.openxmlformats.org/drawingml/2006/diagram" xmlns:a="http://schemas.openxmlformats.org/drawingml/2006/main" uniqueId="urn:diagrams.loki3.com/VaryingWidthList">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layout10.xml><?xml version="1.0" encoding="utf-8"?>
<dgm:layoutDef xmlns:dgm="http://schemas.openxmlformats.org/drawingml/2006/diagram" xmlns:a="http://schemas.openxmlformats.org/drawingml/2006/main" uniqueId="urn:diagrams.loki3.com/VaryingWidthList">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layout11.xml><?xml version="1.0" encoding="utf-8"?>
<dgm:layoutDef xmlns:dgm="http://schemas.openxmlformats.org/drawingml/2006/diagram" xmlns:a="http://schemas.openxmlformats.org/drawingml/2006/main" uniqueId="urn:diagrams.loki3.com/VaryingWidthList">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layout12.xml><?xml version="1.0" encoding="utf-8"?>
<dgm:layoutDef xmlns:dgm="http://schemas.openxmlformats.org/drawingml/2006/diagram" xmlns:a="http://schemas.openxmlformats.org/drawingml/2006/main" uniqueId="urn:diagrams.loki3.com/VaryingWidthList">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layout13.xml><?xml version="1.0" encoding="utf-8"?>
<dgm:layoutDef xmlns:dgm="http://schemas.openxmlformats.org/drawingml/2006/diagram" xmlns:a="http://schemas.openxmlformats.org/drawingml/2006/main" uniqueId="urn:diagrams.loki3.com/VaryingWidthList">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layout14.xml><?xml version="1.0" encoding="utf-8"?>
<dgm:layoutDef xmlns:dgm="http://schemas.openxmlformats.org/drawingml/2006/diagram" xmlns:a="http://schemas.openxmlformats.org/drawingml/2006/main" uniqueId="urn:diagrams.loki3.com/VaryingWidthList">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layout15.xml><?xml version="1.0" encoding="utf-8"?>
<dgm:layoutDef xmlns:dgm="http://schemas.openxmlformats.org/drawingml/2006/diagram" xmlns:a="http://schemas.openxmlformats.org/drawingml/2006/main" uniqueId="urn:diagrams.loki3.com/VaryingWidthList">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layout16.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3103CEB-377E-4BF3-9A93-DDC08567FFC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Real-Time Pedestrian Detection and Tracking System for Intelligent Vehicles</a:t>
            </a:r>
          </a:p>
        </p:txBody>
      </p:sp>
      <p:sp>
        <p:nvSpPr>
          <p:cNvPr id="3" name="Date Placeholder 2">
            <a:extLst>
              <a:ext uri="{FF2B5EF4-FFF2-40B4-BE49-F238E27FC236}">
                <a16:creationId xmlns:a16="http://schemas.microsoft.com/office/drawing/2014/main" id="{2081FF79-D172-494E-9819-DEAF27E1ADF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84AAAAD-2390-4A3D-A9F5-8C54BAFB6CF0}" type="datetimeFigureOut">
              <a:rPr lang="en-US" smtClean="0"/>
              <a:t>4/3/2020</a:t>
            </a:fld>
            <a:endParaRPr lang="en-US"/>
          </a:p>
        </p:txBody>
      </p:sp>
      <p:sp>
        <p:nvSpPr>
          <p:cNvPr id="4" name="Footer Placeholder 3">
            <a:extLst>
              <a:ext uri="{FF2B5EF4-FFF2-40B4-BE49-F238E27FC236}">
                <a16:creationId xmlns:a16="http://schemas.microsoft.com/office/drawing/2014/main" id="{7F022E80-36F6-48E0-AE32-E6130EED8E5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Real-Time Pedestrian Detection and Tracking System for Intelligent Vehicles</a:t>
            </a:r>
          </a:p>
        </p:txBody>
      </p:sp>
      <p:sp>
        <p:nvSpPr>
          <p:cNvPr id="5" name="Slide Number Placeholder 4">
            <a:extLst>
              <a:ext uri="{FF2B5EF4-FFF2-40B4-BE49-F238E27FC236}">
                <a16:creationId xmlns:a16="http://schemas.microsoft.com/office/drawing/2014/main" id="{57FA1C90-0A96-42BA-AB33-7C68019BAA9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FF352CD-1955-4B24-9649-6B502C9211C6}" type="slidenum">
              <a:rPr lang="en-US" smtClean="0"/>
              <a:t>‹#›</a:t>
            </a:fld>
            <a:endParaRPr lang="en-US"/>
          </a:p>
        </p:txBody>
      </p:sp>
    </p:spTree>
    <p:extLst>
      <p:ext uri="{BB962C8B-B14F-4D97-AF65-F5344CB8AC3E}">
        <p14:creationId xmlns:p14="http://schemas.microsoft.com/office/powerpoint/2010/main" val="330796266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Real-Time Pedestrian Detection and Tracking System for Intelligent Vehicles</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0BABA8-9C03-436C-9FDB-527313B81CE6}" type="datetimeFigureOut">
              <a:rPr lang="en-US" smtClean="0"/>
              <a:t>4/3/2020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Real-Time Pedestrian Detection and Tracking System for Intelligent Vehicles</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490A53-7442-439D-A3B7-32F880507F96}" type="slidenum">
              <a:rPr lang="en-US" smtClean="0"/>
              <a:t>‹#›</a:t>
            </a:fld>
            <a:endParaRPr lang="en-US"/>
          </a:p>
        </p:txBody>
      </p:sp>
    </p:spTree>
    <p:extLst>
      <p:ext uri="{BB962C8B-B14F-4D97-AF65-F5344CB8AC3E}">
        <p14:creationId xmlns:p14="http://schemas.microsoft.com/office/powerpoint/2010/main" val="3280200524"/>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Real-Time Pedestrian Detection and Tracking System for Intelligent Vehicles</a:t>
            </a: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4490A53-7442-439D-A3B7-32F880507F9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2577565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8577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4C367-721E-452D-9C09-EC1CBAB04A54}"/>
              </a:ext>
            </a:extLst>
          </p:cNvPr>
          <p:cNvSpPr>
            <a:spLocks noGrp="1"/>
          </p:cNvSpPr>
          <p:nvPr>
            <p:ph type="ctrTitle"/>
          </p:nvPr>
        </p:nvSpPr>
        <p:spPr>
          <a:xfrm>
            <a:off x="1524000" y="1122363"/>
            <a:ext cx="9144000" cy="2387600"/>
          </a:xfrm>
        </p:spPr>
        <p:txBody>
          <a:bodyPr anchor="b"/>
          <a:lstStyle>
            <a:lvl1pPr algn="ctr">
              <a:defRPr sz="6000" b="1">
                <a:latin typeface="Raleway" panose="020B0503030101060003" pitchFamily="34" charset="0"/>
              </a:defRPr>
            </a:lvl1pPr>
          </a:lstStyle>
          <a:p>
            <a:r>
              <a:rPr lang="en-US"/>
              <a:t>Click to edit Master title style</a:t>
            </a:r>
          </a:p>
        </p:txBody>
      </p:sp>
      <p:sp>
        <p:nvSpPr>
          <p:cNvPr id="3" name="Subtitle 2">
            <a:extLst>
              <a:ext uri="{FF2B5EF4-FFF2-40B4-BE49-F238E27FC236}">
                <a16:creationId xmlns:a16="http://schemas.microsoft.com/office/drawing/2014/main" id="{DF63659B-9955-495D-B79C-4419F8699A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FE17FA-5444-426B-8DD9-94BAED6B2A6C}"/>
              </a:ext>
            </a:extLst>
          </p:cNvPr>
          <p:cNvSpPr>
            <a:spLocks noGrp="1"/>
          </p:cNvSpPr>
          <p:nvPr>
            <p:ph type="dt" sz="half" idx="10"/>
          </p:nvPr>
        </p:nvSpPr>
        <p:spPr/>
        <p:txBody>
          <a:bodyPr/>
          <a:lstStyle/>
          <a:p>
            <a:fld id="{80BFC6C3-6A5F-48F8-BD59-02F54CDADA3B}" type="datetime1">
              <a:rPr lang="en-US" smtClean="0"/>
              <a:t>4/3/2020</a:t>
            </a:fld>
            <a:endParaRPr lang="en-US"/>
          </a:p>
        </p:txBody>
      </p:sp>
      <p:sp>
        <p:nvSpPr>
          <p:cNvPr id="5" name="Footer Placeholder 4">
            <a:extLst>
              <a:ext uri="{FF2B5EF4-FFF2-40B4-BE49-F238E27FC236}">
                <a16:creationId xmlns:a16="http://schemas.microsoft.com/office/drawing/2014/main" id="{082852E6-4C31-4AD0-9ABA-6AFC6E79145F}"/>
              </a:ext>
            </a:extLst>
          </p:cNvPr>
          <p:cNvSpPr>
            <a:spLocks noGrp="1"/>
          </p:cNvSpPr>
          <p:nvPr>
            <p:ph type="ftr" sz="quarter" idx="11"/>
          </p:nvPr>
        </p:nvSpPr>
        <p:spPr>
          <a:xfrm>
            <a:off x="4038600" y="6356350"/>
            <a:ext cx="4114800" cy="365125"/>
          </a:xfrm>
        </p:spPr>
        <p:txBody>
          <a:bodyPr/>
          <a:lstStyle/>
          <a:p>
            <a:r>
              <a:rPr lang="en-US"/>
              <a:t>SEER - A Real-Time Pedestrian Detection and Tracking System for Intelligent Vehicles</a:t>
            </a:r>
          </a:p>
        </p:txBody>
      </p:sp>
      <p:sp>
        <p:nvSpPr>
          <p:cNvPr id="6" name="Slide Number Placeholder 5">
            <a:extLst>
              <a:ext uri="{FF2B5EF4-FFF2-40B4-BE49-F238E27FC236}">
                <a16:creationId xmlns:a16="http://schemas.microsoft.com/office/drawing/2014/main" id="{126B8454-D073-49E5-8EAC-8B2E564A8586}"/>
              </a:ext>
            </a:extLst>
          </p:cNvPr>
          <p:cNvSpPr>
            <a:spLocks noGrp="1"/>
          </p:cNvSpPr>
          <p:nvPr>
            <p:ph type="sldNum" sz="quarter" idx="12"/>
          </p:nvPr>
        </p:nvSpPr>
        <p:spPr/>
        <p:txBody>
          <a:bodyPr/>
          <a:lstStyle/>
          <a:p>
            <a:fld id="{2F98ACD2-9D07-46C2-95A3-67E0301C77FE}" type="slidenum">
              <a:rPr lang="en-US" smtClean="0"/>
              <a:t>‹#›</a:t>
            </a:fld>
            <a:endParaRPr lang="en-US"/>
          </a:p>
        </p:txBody>
      </p:sp>
    </p:spTree>
    <p:extLst>
      <p:ext uri="{BB962C8B-B14F-4D97-AF65-F5344CB8AC3E}">
        <p14:creationId xmlns:p14="http://schemas.microsoft.com/office/powerpoint/2010/main" val="3784224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935A7-9FA8-4746-B96C-1C976C0B3E77}"/>
              </a:ext>
            </a:extLst>
          </p:cNvPr>
          <p:cNvSpPr>
            <a:spLocks noGrp="1"/>
          </p:cNvSpPr>
          <p:nvPr>
            <p:ph type="title"/>
          </p:nvPr>
        </p:nvSpPr>
        <p:spPr/>
        <p:txBody>
          <a:bodyPr/>
          <a:lstStyle>
            <a:lvl1pPr>
              <a:defRPr b="1">
                <a:latin typeface="Raleway" panose="020B0503030101060003"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362A5571-07DD-4B53-BA8C-1905225A9BCD}"/>
              </a:ext>
            </a:extLst>
          </p:cNvPr>
          <p:cNvSpPr>
            <a:spLocks noGrp="1"/>
          </p:cNvSpPr>
          <p:nvPr>
            <p:ph idx="1"/>
          </p:nvPr>
        </p:nvSpPr>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FD0BFE-8762-4431-B60E-B53411CBCF3E}"/>
              </a:ext>
            </a:extLst>
          </p:cNvPr>
          <p:cNvSpPr>
            <a:spLocks noGrp="1"/>
          </p:cNvSpPr>
          <p:nvPr>
            <p:ph type="dt" sz="half" idx="10"/>
          </p:nvPr>
        </p:nvSpPr>
        <p:spPr/>
        <p:txBody>
          <a:bodyPr/>
          <a:lstStyle/>
          <a:p>
            <a:fld id="{160BFEF1-8DCD-42D9-82F6-ECB629EAC81A}" type="datetime1">
              <a:rPr lang="en-US" smtClean="0"/>
              <a:t>4/3/2020</a:t>
            </a:fld>
            <a:endParaRPr lang="en-US"/>
          </a:p>
        </p:txBody>
      </p:sp>
      <p:sp>
        <p:nvSpPr>
          <p:cNvPr id="5" name="Footer Placeholder 4">
            <a:extLst>
              <a:ext uri="{FF2B5EF4-FFF2-40B4-BE49-F238E27FC236}">
                <a16:creationId xmlns:a16="http://schemas.microsoft.com/office/drawing/2014/main" id="{BA1DDFF0-D733-4E34-B58A-81E528B9CD4A}"/>
              </a:ext>
            </a:extLst>
          </p:cNvPr>
          <p:cNvSpPr>
            <a:spLocks noGrp="1"/>
          </p:cNvSpPr>
          <p:nvPr>
            <p:ph type="ftr" sz="quarter" idx="11"/>
          </p:nvPr>
        </p:nvSpPr>
        <p:spPr/>
        <p:txBody>
          <a:bodyPr/>
          <a:lstStyle/>
          <a:p>
            <a:r>
              <a:rPr lang="en-US"/>
              <a:t>SEER - A Real-Time Pedestrian Detection and Tracking System for Intelligent Vehicles</a:t>
            </a:r>
          </a:p>
        </p:txBody>
      </p:sp>
      <p:sp>
        <p:nvSpPr>
          <p:cNvPr id="6" name="Slide Number Placeholder 5">
            <a:extLst>
              <a:ext uri="{FF2B5EF4-FFF2-40B4-BE49-F238E27FC236}">
                <a16:creationId xmlns:a16="http://schemas.microsoft.com/office/drawing/2014/main" id="{E4D18A1B-CEC9-4998-ADBB-A034BA51D478}"/>
              </a:ext>
            </a:extLst>
          </p:cNvPr>
          <p:cNvSpPr>
            <a:spLocks noGrp="1"/>
          </p:cNvSpPr>
          <p:nvPr>
            <p:ph type="sldNum" sz="quarter" idx="12"/>
          </p:nvPr>
        </p:nvSpPr>
        <p:spPr/>
        <p:txBody>
          <a:bodyPr/>
          <a:lstStyle/>
          <a:p>
            <a:fld id="{2F98ACD2-9D07-46C2-95A3-67E0301C77FE}" type="slidenum">
              <a:rPr lang="en-US" smtClean="0"/>
              <a:t>‹#›</a:t>
            </a:fld>
            <a:endParaRPr lang="en-US"/>
          </a:p>
        </p:txBody>
      </p:sp>
    </p:spTree>
    <p:extLst>
      <p:ext uri="{BB962C8B-B14F-4D97-AF65-F5344CB8AC3E}">
        <p14:creationId xmlns:p14="http://schemas.microsoft.com/office/powerpoint/2010/main" val="41028421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50962-D048-4E35-9100-1464C4FAC1D3}"/>
              </a:ext>
            </a:extLst>
          </p:cNvPr>
          <p:cNvSpPr>
            <a:spLocks noGrp="1"/>
          </p:cNvSpPr>
          <p:nvPr>
            <p:ph type="title"/>
          </p:nvPr>
        </p:nvSpPr>
        <p:spPr>
          <a:xfrm>
            <a:off x="831850" y="1736726"/>
            <a:ext cx="10515600" cy="2852737"/>
          </a:xfrm>
        </p:spPr>
        <p:txBody>
          <a:bodyPr anchor="b"/>
          <a:lstStyle>
            <a:lvl1pPr>
              <a:defRPr sz="6000" b="1">
                <a:latin typeface="Raleway" panose="020B0503030101060003" pitchFamily="34" charset="0"/>
              </a:defRPr>
            </a:lvl1pPr>
          </a:lstStyle>
          <a:p>
            <a:r>
              <a:rPr lang="en-US"/>
              <a:t>Click to edit Master title style</a:t>
            </a:r>
          </a:p>
        </p:txBody>
      </p:sp>
      <p:sp>
        <p:nvSpPr>
          <p:cNvPr id="3" name="Text Placeholder 2">
            <a:extLst>
              <a:ext uri="{FF2B5EF4-FFF2-40B4-BE49-F238E27FC236}">
                <a16:creationId xmlns:a16="http://schemas.microsoft.com/office/drawing/2014/main" id="{C968481E-3FAB-4F73-82B3-F67642C806D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latin typeface="Lato" panose="020F0502020204030203" pitchFamily="34" charset="0"/>
                <a:ea typeface="Lato" panose="020F0502020204030203" pitchFamily="34" charset="0"/>
                <a:cs typeface="Lato" panose="020F050202020403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D541A97-FF4F-488D-9D7A-1A649A8CB234}"/>
              </a:ext>
            </a:extLst>
          </p:cNvPr>
          <p:cNvSpPr>
            <a:spLocks noGrp="1"/>
          </p:cNvSpPr>
          <p:nvPr>
            <p:ph type="dt" sz="half" idx="10"/>
          </p:nvPr>
        </p:nvSpPr>
        <p:spPr/>
        <p:txBody>
          <a:bodyPr/>
          <a:lstStyle/>
          <a:p>
            <a:fld id="{9CEFA857-A85C-448B-A9DF-9D41D0628AA0}" type="datetime1">
              <a:rPr lang="en-US" smtClean="0"/>
              <a:t>4/3/2020</a:t>
            </a:fld>
            <a:endParaRPr lang="en-US"/>
          </a:p>
        </p:txBody>
      </p:sp>
      <p:sp>
        <p:nvSpPr>
          <p:cNvPr id="5" name="Footer Placeholder 4">
            <a:extLst>
              <a:ext uri="{FF2B5EF4-FFF2-40B4-BE49-F238E27FC236}">
                <a16:creationId xmlns:a16="http://schemas.microsoft.com/office/drawing/2014/main" id="{D4FF5CE0-1D9A-48DC-BA14-C2533E0696D1}"/>
              </a:ext>
            </a:extLst>
          </p:cNvPr>
          <p:cNvSpPr>
            <a:spLocks noGrp="1"/>
          </p:cNvSpPr>
          <p:nvPr>
            <p:ph type="ftr" sz="quarter" idx="11"/>
          </p:nvPr>
        </p:nvSpPr>
        <p:spPr/>
        <p:txBody>
          <a:bodyPr/>
          <a:lstStyle/>
          <a:p>
            <a:r>
              <a:rPr lang="en-US"/>
              <a:t>SEER - A Real-Time Pedestrian Detection and Tracking System for Intelligent Vehicles</a:t>
            </a:r>
          </a:p>
        </p:txBody>
      </p:sp>
      <p:sp>
        <p:nvSpPr>
          <p:cNvPr id="6" name="Slide Number Placeholder 5">
            <a:extLst>
              <a:ext uri="{FF2B5EF4-FFF2-40B4-BE49-F238E27FC236}">
                <a16:creationId xmlns:a16="http://schemas.microsoft.com/office/drawing/2014/main" id="{8D627F6F-3D9B-4B70-ADEA-36023D8A21E7}"/>
              </a:ext>
            </a:extLst>
          </p:cNvPr>
          <p:cNvSpPr>
            <a:spLocks noGrp="1"/>
          </p:cNvSpPr>
          <p:nvPr>
            <p:ph type="sldNum" sz="quarter" idx="12"/>
          </p:nvPr>
        </p:nvSpPr>
        <p:spPr/>
        <p:txBody>
          <a:bodyPr/>
          <a:lstStyle/>
          <a:p>
            <a:fld id="{2F98ACD2-9D07-46C2-95A3-67E0301C77FE}" type="slidenum">
              <a:rPr lang="en-US" smtClean="0"/>
              <a:t>‹#›</a:t>
            </a:fld>
            <a:endParaRPr lang="en-US"/>
          </a:p>
        </p:txBody>
      </p:sp>
      <p:pic>
        <p:nvPicPr>
          <p:cNvPr id="8" name="Picture 7" descr="A picture containing food, drawing&#10;&#10;Description automatically generated">
            <a:extLst>
              <a:ext uri="{FF2B5EF4-FFF2-40B4-BE49-F238E27FC236}">
                <a16:creationId xmlns:a16="http://schemas.microsoft.com/office/drawing/2014/main" id="{B8F86774-8E8B-4091-9E68-29CB0044C28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33696" y="148925"/>
            <a:ext cx="1421130" cy="375285"/>
          </a:xfrm>
          <a:prstGeom prst="rect">
            <a:avLst/>
          </a:prstGeom>
        </p:spPr>
      </p:pic>
    </p:spTree>
    <p:extLst>
      <p:ext uri="{BB962C8B-B14F-4D97-AF65-F5344CB8AC3E}">
        <p14:creationId xmlns:p14="http://schemas.microsoft.com/office/powerpoint/2010/main" val="42564489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26589-5963-4BF0-A207-AC025367ACF6}"/>
              </a:ext>
            </a:extLst>
          </p:cNvPr>
          <p:cNvSpPr>
            <a:spLocks noGrp="1"/>
          </p:cNvSpPr>
          <p:nvPr>
            <p:ph type="title"/>
          </p:nvPr>
        </p:nvSpPr>
        <p:spPr>
          <a:xfrm>
            <a:off x="838200" y="328180"/>
            <a:ext cx="10515600" cy="1325563"/>
          </a:xfrm>
        </p:spPr>
        <p:txBody>
          <a:bodyPr/>
          <a:lstStyle>
            <a:lvl1pPr>
              <a:defRPr b="1">
                <a:latin typeface="Raleway" panose="020B0503030101060003"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FDC623B9-BFC2-4298-A5A1-DF9EB994FF21}"/>
              </a:ext>
            </a:extLst>
          </p:cNvPr>
          <p:cNvSpPr>
            <a:spLocks noGrp="1"/>
          </p:cNvSpPr>
          <p:nvPr>
            <p:ph sz="half" idx="1"/>
          </p:nvPr>
        </p:nvSpPr>
        <p:spPr>
          <a:xfrm>
            <a:off x="838200" y="1825625"/>
            <a:ext cx="5181600" cy="4351338"/>
          </a:xfr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1AE3FDD-9B9A-4737-A6D8-275718A4D6AD}"/>
              </a:ext>
            </a:extLst>
          </p:cNvPr>
          <p:cNvSpPr>
            <a:spLocks noGrp="1"/>
          </p:cNvSpPr>
          <p:nvPr>
            <p:ph sz="half" idx="2"/>
          </p:nvPr>
        </p:nvSpPr>
        <p:spPr>
          <a:xfrm>
            <a:off x="6172200" y="1825625"/>
            <a:ext cx="5181600" cy="4351338"/>
          </a:xfr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A5CA6B7-8DD6-4786-A017-B0F96BCF6F2C}"/>
              </a:ext>
            </a:extLst>
          </p:cNvPr>
          <p:cNvSpPr>
            <a:spLocks noGrp="1"/>
          </p:cNvSpPr>
          <p:nvPr>
            <p:ph type="dt" sz="half" idx="10"/>
          </p:nvPr>
        </p:nvSpPr>
        <p:spPr/>
        <p:txBody>
          <a:bodyPr/>
          <a:lstStyle/>
          <a:p>
            <a:fld id="{6A88650D-DAC1-462B-8287-56ACEF68F6EA}" type="datetime1">
              <a:rPr lang="en-US" smtClean="0"/>
              <a:t>4/3/2020</a:t>
            </a:fld>
            <a:endParaRPr lang="en-US"/>
          </a:p>
        </p:txBody>
      </p:sp>
      <p:sp>
        <p:nvSpPr>
          <p:cNvPr id="6" name="Footer Placeholder 5">
            <a:extLst>
              <a:ext uri="{FF2B5EF4-FFF2-40B4-BE49-F238E27FC236}">
                <a16:creationId xmlns:a16="http://schemas.microsoft.com/office/drawing/2014/main" id="{A1F6B758-9308-419D-B25C-52C9DD9F6D8E}"/>
              </a:ext>
            </a:extLst>
          </p:cNvPr>
          <p:cNvSpPr>
            <a:spLocks noGrp="1"/>
          </p:cNvSpPr>
          <p:nvPr>
            <p:ph type="ftr" sz="quarter" idx="11"/>
          </p:nvPr>
        </p:nvSpPr>
        <p:spPr/>
        <p:txBody>
          <a:bodyPr/>
          <a:lstStyle/>
          <a:p>
            <a:r>
              <a:rPr lang="en-US"/>
              <a:t>SEER - A Real-Time Pedestrian Detection and Tracking System for Intelligent Vehicles</a:t>
            </a:r>
          </a:p>
        </p:txBody>
      </p:sp>
      <p:sp>
        <p:nvSpPr>
          <p:cNvPr id="7" name="Slide Number Placeholder 6">
            <a:extLst>
              <a:ext uri="{FF2B5EF4-FFF2-40B4-BE49-F238E27FC236}">
                <a16:creationId xmlns:a16="http://schemas.microsoft.com/office/drawing/2014/main" id="{0CD1BC4F-EC80-4CC2-8CDA-DB2C9D8BAFEF}"/>
              </a:ext>
            </a:extLst>
          </p:cNvPr>
          <p:cNvSpPr>
            <a:spLocks noGrp="1"/>
          </p:cNvSpPr>
          <p:nvPr>
            <p:ph type="sldNum" sz="quarter" idx="12"/>
          </p:nvPr>
        </p:nvSpPr>
        <p:spPr/>
        <p:txBody>
          <a:bodyPr/>
          <a:lstStyle/>
          <a:p>
            <a:fld id="{2F98ACD2-9D07-46C2-95A3-67E0301C77FE}" type="slidenum">
              <a:rPr lang="en-US" smtClean="0"/>
              <a:t>‹#›</a:t>
            </a:fld>
            <a:endParaRPr lang="en-US"/>
          </a:p>
        </p:txBody>
      </p:sp>
      <p:pic>
        <p:nvPicPr>
          <p:cNvPr id="9" name="Picture 8" descr="A picture containing food, drawing&#10;&#10;Description automatically generated">
            <a:extLst>
              <a:ext uri="{FF2B5EF4-FFF2-40B4-BE49-F238E27FC236}">
                <a16:creationId xmlns:a16="http://schemas.microsoft.com/office/drawing/2014/main" id="{3C365777-0B7E-4B10-B222-9A47CC4680B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33696" y="148925"/>
            <a:ext cx="1421130" cy="375285"/>
          </a:xfrm>
          <a:prstGeom prst="rect">
            <a:avLst/>
          </a:prstGeom>
        </p:spPr>
      </p:pic>
    </p:spTree>
    <p:extLst>
      <p:ext uri="{BB962C8B-B14F-4D97-AF65-F5344CB8AC3E}">
        <p14:creationId xmlns:p14="http://schemas.microsoft.com/office/powerpoint/2010/main" val="25300954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5CF96-7B2E-42A0-9E18-9F3E4F9500C9}"/>
              </a:ext>
            </a:extLst>
          </p:cNvPr>
          <p:cNvSpPr>
            <a:spLocks noGrp="1"/>
          </p:cNvSpPr>
          <p:nvPr>
            <p:ph type="title"/>
          </p:nvPr>
        </p:nvSpPr>
        <p:spPr>
          <a:xfrm>
            <a:off x="839788" y="328179"/>
            <a:ext cx="10515600" cy="1325563"/>
          </a:xfrm>
        </p:spPr>
        <p:txBody>
          <a:bodyPr/>
          <a:lstStyle>
            <a:lvl1pPr>
              <a:defRPr b="1">
                <a:latin typeface="Raleway" panose="020B0503030101060003" pitchFamily="34" charset="0"/>
              </a:defRPr>
            </a:lvl1pPr>
          </a:lstStyle>
          <a:p>
            <a:r>
              <a:rPr lang="en-US"/>
              <a:t>Click to edit Master title style</a:t>
            </a:r>
          </a:p>
        </p:txBody>
      </p:sp>
      <p:sp>
        <p:nvSpPr>
          <p:cNvPr id="3" name="Text Placeholder 2">
            <a:extLst>
              <a:ext uri="{FF2B5EF4-FFF2-40B4-BE49-F238E27FC236}">
                <a16:creationId xmlns:a16="http://schemas.microsoft.com/office/drawing/2014/main" id="{1424D415-73FE-414D-85B4-746446764BB9}"/>
              </a:ext>
            </a:extLst>
          </p:cNvPr>
          <p:cNvSpPr>
            <a:spLocks noGrp="1"/>
          </p:cNvSpPr>
          <p:nvPr>
            <p:ph type="body" idx="1"/>
          </p:nvPr>
        </p:nvSpPr>
        <p:spPr>
          <a:xfrm>
            <a:off x="839788" y="1681163"/>
            <a:ext cx="5157787" cy="823912"/>
          </a:xfrm>
        </p:spPr>
        <p:txBody>
          <a:bodyPr anchor="b"/>
          <a:lstStyle>
            <a:lvl1pPr marL="0" indent="0">
              <a:buNone/>
              <a:defRPr sz="2400" b="1">
                <a:latin typeface="Lato" panose="020F0502020204030203" pitchFamily="34" charset="0"/>
                <a:ea typeface="Lato" panose="020F0502020204030203" pitchFamily="34" charset="0"/>
                <a:cs typeface="Lato" panose="020F050202020403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30848F8-7847-4ADE-BD41-F95434331632}"/>
              </a:ext>
            </a:extLst>
          </p:cNvPr>
          <p:cNvSpPr>
            <a:spLocks noGrp="1"/>
          </p:cNvSpPr>
          <p:nvPr>
            <p:ph sz="half" idx="2"/>
          </p:nvPr>
        </p:nvSpPr>
        <p:spPr>
          <a:xfrm>
            <a:off x="839788" y="2505075"/>
            <a:ext cx="5157787" cy="3684588"/>
          </a:xfr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D2C6A4B-BC43-4AA7-BA72-847FADF45C8D}"/>
              </a:ext>
            </a:extLst>
          </p:cNvPr>
          <p:cNvSpPr>
            <a:spLocks noGrp="1"/>
          </p:cNvSpPr>
          <p:nvPr>
            <p:ph type="body" sz="quarter" idx="3"/>
          </p:nvPr>
        </p:nvSpPr>
        <p:spPr>
          <a:xfrm>
            <a:off x="6172200" y="1681163"/>
            <a:ext cx="5183188" cy="823912"/>
          </a:xfrm>
        </p:spPr>
        <p:txBody>
          <a:bodyPr anchor="b"/>
          <a:lstStyle>
            <a:lvl1pPr marL="0" indent="0">
              <a:buNone/>
              <a:defRPr sz="2400" b="1">
                <a:latin typeface="Lato" panose="020F0502020204030203" pitchFamily="34" charset="0"/>
                <a:ea typeface="Lato" panose="020F0502020204030203" pitchFamily="34" charset="0"/>
                <a:cs typeface="Lato" panose="020F050202020403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47BE70-6BC9-4B94-814E-8AA536390AA9}"/>
              </a:ext>
            </a:extLst>
          </p:cNvPr>
          <p:cNvSpPr>
            <a:spLocks noGrp="1"/>
          </p:cNvSpPr>
          <p:nvPr>
            <p:ph sz="quarter" idx="4"/>
          </p:nvPr>
        </p:nvSpPr>
        <p:spPr>
          <a:xfrm>
            <a:off x="6172200" y="2505075"/>
            <a:ext cx="5183188" cy="3684588"/>
          </a:xfr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F39717B-D502-4928-9DB3-79B993C28F83}"/>
              </a:ext>
            </a:extLst>
          </p:cNvPr>
          <p:cNvSpPr>
            <a:spLocks noGrp="1"/>
          </p:cNvSpPr>
          <p:nvPr>
            <p:ph type="dt" sz="half" idx="10"/>
          </p:nvPr>
        </p:nvSpPr>
        <p:spPr/>
        <p:txBody>
          <a:bodyPr/>
          <a:lstStyle/>
          <a:p>
            <a:fld id="{A7364AA2-12D5-404A-ADED-DA27CEF74647}" type="datetime1">
              <a:rPr lang="en-US" smtClean="0"/>
              <a:t>4/3/2020</a:t>
            </a:fld>
            <a:endParaRPr lang="en-US"/>
          </a:p>
        </p:txBody>
      </p:sp>
      <p:sp>
        <p:nvSpPr>
          <p:cNvPr id="8" name="Footer Placeholder 7">
            <a:extLst>
              <a:ext uri="{FF2B5EF4-FFF2-40B4-BE49-F238E27FC236}">
                <a16:creationId xmlns:a16="http://schemas.microsoft.com/office/drawing/2014/main" id="{E1306059-474E-400F-8A85-E8097EE75DD8}"/>
              </a:ext>
            </a:extLst>
          </p:cNvPr>
          <p:cNvSpPr>
            <a:spLocks noGrp="1"/>
          </p:cNvSpPr>
          <p:nvPr>
            <p:ph type="ftr" sz="quarter" idx="11"/>
          </p:nvPr>
        </p:nvSpPr>
        <p:spPr/>
        <p:txBody>
          <a:bodyPr/>
          <a:lstStyle/>
          <a:p>
            <a:r>
              <a:rPr lang="en-US"/>
              <a:t>SEER - A Real-Time Pedestrian Detection and Tracking System for Intelligent Vehicles</a:t>
            </a:r>
          </a:p>
        </p:txBody>
      </p:sp>
      <p:sp>
        <p:nvSpPr>
          <p:cNvPr id="9" name="Slide Number Placeholder 8">
            <a:extLst>
              <a:ext uri="{FF2B5EF4-FFF2-40B4-BE49-F238E27FC236}">
                <a16:creationId xmlns:a16="http://schemas.microsoft.com/office/drawing/2014/main" id="{49BE784E-9A24-49D1-9D93-E839CBBE07D9}"/>
              </a:ext>
            </a:extLst>
          </p:cNvPr>
          <p:cNvSpPr>
            <a:spLocks noGrp="1"/>
          </p:cNvSpPr>
          <p:nvPr>
            <p:ph type="sldNum" sz="quarter" idx="12"/>
          </p:nvPr>
        </p:nvSpPr>
        <p:spPr/>
        <p:txBody>
          <a:bodyPr/>
          <a:lstStyle/>
          <a:p>
            <a:fld id="{2F98ACD2-9D07-46C2-95A3-67E0301C77FE}" type="slidenum">
              <a:rPr lang="en-US" smtClean="0"/>
              <a:t>‹#›</a:t>
            </a:fld>
            <a:endParaRPr lang="en-US"/>
          </a:p>
        </p:txBody>
      </p:sp>
      <p:pic>
        <p:nvPicPr>
          <p:cNvPr id="11" name="Picture 10" descr="A picture containing food, drawing&#10;&#10;Description automatically generated">
            <a:extLst>
              <a:ext uri="{FF2B5EF4-FFF2-40B4-BE49-F238E27FC236}">
                <a16:creationId xmlns:a16="http://schemas.microsoft.com/office/drawing/2014/main" id="{60B03942-3C80-4FDC-BBCF-D94DE181990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33696" y="148925"/>
            <a:ext cx="1421130" cy="375285"/>
          </a:xfrm>
          <a:prstGeom prst="rect">
            <a:avLst/>
          </a:prstGeom>
        </p:spPr>
      </p:pic>
    </p:spTree>
    <p:extLst>
      <p:ext uri="{BB962C8B-B14F-4D97-AF65-F5344CB8AC3E}">
        <p14:creationId xmlns:p14="http://schemas.microsoft.com/office/powerpoint/2010/main" val="38787014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4471B-B363-476C-B3AF-12A0C6063BB5}"/>
              </a:ext>
            </a:extLst>
          </p:cNvPr>
          <p:cNvSpPr>
            <a:spLocks noGrp="1"/>
          </p:cNvSpPr>
          <p:nvPr>
            <p:ph type="title"/>
          </p:nvPr>
        </p:nvSpPr>
        <p:spPr>
          <a:xfrm>
            <a:off x="838200" y="328179"/>
            <a:ext cx="10515600" cy="1325563"/>
          </a:xfrm>
        </p:spPr>
        <p:txBody>
          <a:bodyPr/>
          <a:lstStyle>
            <a:lvl1pPr>
              <a:defRPr b="1">
                <a:latin typeface="Raleway" panose="020B0503030101060003" pitchFamily="34" charset="0"/>
              </a:defRPr>
            </a:lvl1pPr>
          </a:lstStyle>
          <a:p>
            <a:r>
              <a:rPr lang="en-US"/>
              <a:t>Click to edit Master title style</a:t>
            </a:r>
          </a:p>
        </p:txBody>
      </p:sp>
      <p:sp>
        <p:nvSpPr>
          <p:cNvPr id="3" name="Date Placeholder 2">
            <a:extLst>
              <a:ext uri="{FF2B5EF4-FFF2-40B4-BE49-F238E27FC236}">
                <a16:creationId xmlns:a16="http://schemas.microsoft.com/office/drawing/2014/main" id="{002855EC-295C-48E3-94A9-8C638B8638D6}"/>
              </a:ext>
            </a:extLst>
          </p:cNvPr>
          <p:cNvSpPr>
            <a:spLocks noGrp="1"/>
          </p:cNvSpPr>
          <p:nvPr>
            <p:ph type="dt" sz="half" idx="10"/>
          </p:nvPr>
        </p:nvSpPr>
        <p:spPr/>
        <p:txBody>
          <a:bodyPr/>
          <a:lstStyle/>
          <a:p>
            <a:fld id="{C1A14994-D06C-4328-A1FE-E7D0E7427812}" type="datetime1">
              <a:rPr lang="en-US" smtClean="0"/>
              <a:t>4/3/2020</a:t>
            </a:fld>
            <a:endParaRPr lang="en-US"/>
          </a:p>
        </p:txBody>
      </p:sp>
      <p:sp>
        <p:nvSpPr>
          <p:cNvPr id="4" name="Footer Placeholder 3">
            <a:extLst>
              <a:ext uri="{FF2B5EF4-FFF2-40B4-BE49-F238E27FC236}">
                <a16:creationId xmlns:a16="http://schemas.microsoft.com/office/drawing/2014/main" id="{F76A2E79-75A5-40B8-9AE8-FF1F8E824E6C}"/>
              </a:ext>
            </a:extLst>
          </p:cNvPr>
          <p:cNvSpPr>
            <a:spLocks noGrp="1"/>
          </p:cNvSpPr>
          <p:nvPr>
            <p:ph type="ftr" sz="quarter" idx="11"/>
          </p:nvPr>
        </p:nvSpPr>
        <p:spPr/>
        <p:txBody>
          <a:bodyPr/>
          <a:lstStyle/>
          <a:p>
            <a:r>
              <a:rPr lang="en-US"/>
              <a:t>SEER - A Real-Time Pedestrian Detection and Tracking System for Intelligent Vehicles</a:t>
            </a:r>
          </a:p>
        </p:txBody>
      </p:sp>
      <p:sp>
        <p:nvSpPr>
          <p:cNvPr id="5" name="Slide Number Placeholder 4">
            <a:extLst>
              <a:ext uri="{FF2B5EF4-FFF2-40B4-BE49-F238E27FC236}">
                <a16:creationId xmlns:a16="http://schemas.microsoft.com/office/drawing/2014/main" id="{4EDF5A6E-3D50-4D5C-BF23-6812BDB89772}"/>
              </a:ext>
            </a:extLst>
          </p:cNvPr>
          <p:cNvSpPr>
            <a:spLocks noGrp="1"/>
          </p:cNvSpPr>
          <p:nvPr>
            <p:ph type="sldNum" sz="quarter" idx="12"/>
          </p:nvPr>
        </p:nvSpPr>
        <p:spPr/>
        <p:txBody>
          <a:bodyPr/>
          <a:lstStyle/>
          <a:p>
            <a:fld id="{2F98ACD2-9D07-46C2-95A3-67E0301C77FE}" type="slidenum">
              <a:rPr lang="en-US" smtClean="0"/>
              <a:t>‹#›</a:t>
            </a:fld>
            <a:endParaRPr lang="en-US"/>
          </a:p>
        </p:txBody>
      </p:sp>
      <p:pic>
        <p:nvPicPr>
          <p:cNvPr id="7" name="Picture 6" descr="A picture containing food, drawing&#10;&#10;Description automatically generated">
            <a:extLst>
              <a:ext uri="{FF2B5EF4-FFF2-40B4-BE49-F238E27FC236}">
                <a16:creationId xmlns:a16="http://schemas.microsoft.com/office/drawing/2014/main" id="{20161436-B5C0-4270-A1C0-0664F1385E5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33696" y="148925"/>
            <a:ext cx="1421130" cy="375285"/>
          </a:xfrm>
          <a:prstGeom prst="rect">
            <a:avLst/>
          </a:prstGeom>
        </p:spPr>
      </p:pic>
    </p:spTree>
    <p:extLst>
      <p:ext uri="{BB962C8B-B14F-4D97-AF65-F5344CB8AC3E}">
        <p14:creationId xmlns:p14="http://schemas.microsoft.com/office/powerpoint/2010/main" val="19691466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tx1">
            <a:lumMod val="65000"/>
            <a:lumOff val="35000"/>
          </a:schemeClr>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43241D7-CF3A-46A3-A03C-539F27058F82}"/>
              </a:ext>
            </a:extLst>
          </p:cNvPr>
          <p:cNvSpPr>
            <a:spLocks noGrp="1"/>
          </p:cNvSpPr>
          <p:nvPr>
            <p:ph type="dt" sz="half" idx="10"/>
          </p:nvPr>
        </p:nvSpPr>
        <p:spPr/>
        <p:txBody>
          <a:bodyPr/>
          <a:lstStyle/>
          <a:p>
            <a:fld id="{A1F75AE3-1445-479B-B01A-2767CCC1CD03}" type="datetime1">
              <a:rPr lang="en-US" smtClean="0"/>
              <a:t>4/3/2020</a:t>
            </a:fld>
            <a:endParaRPr lang="en-US"/>
          </a:p>
        </p:txBody>
      </p:sp>
      <p:sp>
        <p:nvSpPr>
          <p:cNvPr id="3" name="Footer Placeholder 2">
            <a:extLst>
              <a:ext uri="{FF2B5EF4-FFF2-40B4-BE49-F238E27FC236}">
                <a16:creationId xmlns:a16="http://schemas.microsoft.com/office/drawing/2014/main" id="{3347EFE0-EFBD-4C59-BB2C-DFE25D3082FA}"/>
              </a:ext>
            </a:extLst>
          </p:cNvPr>
          <p:cNvSpPr>
            <a:spLocks noGrp="1"/>
          </p:cNvSpPr>
          <p:nvPr>
            <p:ph type="ftr" sz="quarter" idx="11"/>
          </p:nvPr>
        </p:nvSpPr>
        <p:spPr/>
        <p:txBody>
          <a:bodyPr/>
          <a:lstStyle/>
          <a:p>
            <a:r>
              <a:rPr lang="en-US"/>
              <a:t>SEER - A Real-Time Pedestrian Detection and Tracking System for Intelligent Vehicles</a:t>
            </a:r>
          </a:p>
        </p:txBody>
      </p:sp>
      <p:sp>
        <p:nvSpPr>
          <p:cNvPr id="4" name="Slide Number Placeholder 3">
            <a:extLst>
              <a:ext uri="{FF2B5EF4-FFF2-40B4-BE49-F238E27FC236}">
                <a16:creationId xmlns:a16="http://schemas.microsoft.com/office/drawing/2014/main" id="{4292CD3C-72FC-454E-8804-4FA972AC2889}"/>
              </a:ext>
            </a:extLst>
          </p:cNvPr>
          <p:cNvSpPr>
            <a:spLocks noGrp="1"/>
          </p:cNvSpPr>
          <p:nvPr>
            <p:ph type="sldNum" sz="quarter" idx="12"/>
          </p:nvPr>
        </p:nvSpPr>
        <p:spPr/>
        <p:txBody>
          <a:bodyPr/>
          <a:lstStyle/>
          <a:p>
            <a:fld id="{2F98ACD2-9D07-46C2-95A3-67E0301C77FE}" type="slidenum">
              <a:rPr lang="en-US" smtClean="0"/>
              <a:t>‹#›</a:t>
            </a:fld>
            <a:endParaRPr lang="en-US"/>
          </a:p>
        </p:txBody>
      </p:sp>
      <p:pic>
        <p:nvPicPr>
          <p:cNvPr id="6" name="Picture 5" descr="A picture containing food, drawing&#10;&#10;Description automatically generated">
            <a:extLst>
              <a:ext uri="{FF2B5EF4-FFF2-40B4-BE49-F238E27FC236}">
                <a16:creationId xmlns:a16="http://schemas.microsoft.com/office/drawing/2014/main" id="{962EA052-FBE3-45FB-BDAA-0D69B04DA14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33696" y="148925"/>
            <a:ext cx="1421130" cy="375285"/>
          </a:xfrm>
          <a:prstGeom prst="rect">
            <a:avLst/>
          </a:prstGeom>
        </p:spPr>
      </p:pic>
    </p:spTree>
    <p:extLst>
      <p:ext uri="{BB962C8B-B14F-4D97-AF65-F5344CB8AC3E}">
        <p14:creationId xmlns:p14="http://schemas.microsoft.com/office/powerpoint/2010/main" val="20477493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43241D7-CF3A-46A3-A03C-539F27058F82}"/>
              </a:ext>
            </a:extLst>
          </p:cNvPr>
          <p:cNvSpPr>
            <a:spLocks noGrp="1"/>
          </p:cNvSpPr>
          <p:nvPr>
            <p:ph type="dt" sz="half" idx="10"/>
          </p:nvPr>
        </p:nvSpPr>
        <p:spPr/>
        <p:txBody>
          <a:bodyPr/>
          <a:lstStyle/>
          <a:p>
            <a:fld id="{7929C166-5583-4E78-95E4-3ECC4CFEDE28}" type="datetime1">
              <a:rPr lang="en-US" smtClean="0"/>
              <a:t>4/3/2020</a:t>
            </a:fld>
            <a:endParaRPr lang="en-US"/>
          </a:p>
        </p:txBody>
      </p:sp>
      <p:sp>
        <p:nvSpPr>
          <p:cNvPr id="3" name="Footer Placeholder 2">
            <a:extLst>
              <a:ext uri="{FF2B5EF4-FFF2-40B4-BE49-F238E27FC236}">
                <a16:creationId xmlns:a16="http://schemas.microsoft.com/office/drawing/2014/main" id="{3347EFE0-EFBD-4C59-BB2C-DFE25D3082FA}"/>
              </a:ext>
            </a:extLst>
          </p:cNvPr>
          <p:cNvSpPr>
            <a:spLocks noGrp="1"/>
          </p:cNvSpPr>
          <p:nvPr>
            <p:ph type="ftr" sz="quarter" idx="11"/>
          </p:nvPr>
        </p:nvSpPr>
        <p:spPr/>
        <p:txBody>
          <a:bodyPr/>
          <a:lstStyle/>
          <a:p>
            <a:r>
              <a:rPr lang="en-US"/>
              <a:t>SEER - A Real-Time Pedestrian Detection and Tracking System for Intelligent Vehicles</a:t>
            </a:r>
          </a:p>
        </p:txBody>
      </p:sp>
      <p:sp>
        <p:nvSpPr>
          <p:cNvPr id="4" name="Slide Number Placeholder 3">
            <a:extLst>
              <a:ext uri="{FF2B5EF4-FFF2-40B4-BE49-F238E27FC236}">
                <a16:creationId xmlns:a16="http://schemas.microsoft.com/office/drawing/2014/main" id="{4292CD3C-72FC-454E-8804-4FA972AC2889}"/>
              </a:ext>
            </a:extLst>
          </p:cNvPr>
          <p:cNvSpPr>
            <a:spLocks noGrp="1"/>
          </p:cNvSpPr>
          <p:nvPr>
            <p:ph type="sldNum" sz="quarter" idx="12"/>
          </p:nvPr>
        </p:nvSpPr>
        <p:spPr/>
        <p:txBody>
          <a:bodyPr/>
          <a:lstStyle/>
          <a:p>
            <a:fld id="{2F98ACD2-9D07-46C2-95A3-67E0301C77FE}" type="slidenum">
              <a:rPr lang="en-US" smtClean="0"/>
              <a:t>‹#›</a:t>
            </a:fld>
            <a:endParaRPr lang="en-US"/>
          </a:p>
        </p:txBody>
      </p:sp>
      <p:pic>
        <p:nvPicPr>
          <p:cNvPr id="6" name="Picture 5" descr="A picture containing food, drawing&#10;&#10;Description automatically generated">
            <a:extLst>
              <a:ext uri="{FF2B5EF4-FFF2-40B4-BE49-F238E27FC236}">
                <a16:creationId xmlns:a16="http://schemas.microsoft.com/office/drawing/2014/main" id="{962EA052-FBE3-45FB-BDAA-0D69B04DA14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33696" y="148925"/>
            <a:ext cx="1421130" cy="375285"/>
          </a:xfrm>
          <a:prstGeom prst="rect">
            <a:avLst/>
          </a:prstGeom>
        </p:spPr>
      </p:pic>
    </p:spTree>
    <p:extLst>
      <p:ext uri="{BB962C8B-B14F-4D97-AF65-F5344CB8AC3E}">
        <p14:creationId xmlns:p14="http://schemas.microsoft.com/office/powerpoint/2010/main" val="561401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18B9A-D2A5-42DC-B9C3-7FE65AA0AF44}"/>
              </a:ext>
            </a:extLst>
          </p:cNvPr>
          <p:cNvSpPr>
            <a:spLocks noGrp="1"/>
          </p:cNvSpPr>
          <p:nvPr>
            <p:ph type="title"/>
          </p:nvPr>
        </p:nvSpPr>
        <p:spPr>
          <a:xfrm>
            <a:off x="839788" y="449262"/>
            <a:ext cx="3932237" cy="1600200"/>
          </a:xfrm>
        </p:spPr>
        <p:txBody>
          <a:bodyPr anchor="b"/>
          <a:lstStyle>
            <a:lvl1pPr>
              <a:defRPr sz="3200">
                <a:latin typeface="Lato" panose="020F0502020204030203" pitchFamily="34" charset="0"/>
                <a:ea typeface="Lato" panose="020F0502020204030203" pitchFamily="34" charset="0"/>
                <a:cs typeface="Lato" panose="020F0502020204030203"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45EB5AD1-6709-4F04-BC49-0AF68ED18DA3}"/>
              </a:ext>
            </a:extLst>
          </p:cNvPr>
          <p:cNvSpPr>
            <a:spLocks noGrp="1"/>
          </p:cNvSpPr>
          <p:nvPr>
            <p:ph idx="1"/>
          </p:nvPr>
        </p:nvSpPr>
        <p:spPr>
          <a:xfrm>
            <a:off x="5183188" y="987425"/>
            <a:ext cx="6172200" cy="4873625"/>
          </a:xfrm>
        </p:spPr>
        <p:txBody>
          <a:bodyPr/>
          <a:lstStyle>
            <a:lvl1pPr>
              <a:defRPr sz="3200">
                <a:latin typeface="Lato" panose="020F0502020204030203" pitchFamily="34" charset="0"/>
                <a:ea typeface="Lato" panose="020F0502020204030203" pitchFamily="34" charset="0"/>
                <a:cs typeface="Lato" panose="020F0502020204030203" pitchFamily="34" charset="0"/>
              </a:defRPr>
            </a:lvl1pPr>
            <a:lvl2pPr>
              <a:defRPr sz="2800">
                <a:latin typeface="Lato" panose="020F0502020204030203" pitchFamily="34" charset="0"/>
                <a:ea typeface="Lato" panose="020F0502020204030203" pitchFamily="34" charset="0"/>
                <a:cs typeface="Lato" panose="020F0502020204030203" pitchFamily="34" charset="0"/>
              </a:defRPr>
            </a:lvl2pPr>
            <a:lvl3pPr>
              <a:defRPr sz="2400">
                <a:latin typeface="Lato" panose="020F0502020204030203" pitchFamily="34" charset="0"/>
                <a:ea typeface="Lato" panose="020F0502020204030203" pitchFamily="34" charset="0"/>
                <a:cs typeface="Lato" panose="020F0502020204030203" pitchFamily="34" charset="0"/>
              </a:defRPr>
            </a:lvl3pPr>
            <a:lvl4pPr>
              <a:defRPr sz="2000">
                <a:latin typeface="Lato" panose="020F0502020204030203" pitchFamily="34" charset="0"/>
                <a:ea typeface="Lato" panose="020F0502020204030203" pitchFamily="34" charset="0"/>
                <a:cs typeface="Lato" panose="020F0502020204030203" pitchFamily="34" charset="0"/>
              </a:defRPr>
            </a:lvl4pPr>
            <a:lvl5pPr>
              <a:defRPr sz="2000">
                <a:latin typeface="Lato" panose="020F0502020204030203" pitchFamily="34" charset="0"/>
                <a:ea typeface="Lato" panose="020F0502020204030203" pitchFamily="34" charset="0"/>
                <a:cs typeface="Lato" panose="020F0502020204030203"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32A7B5B-92FB-4E5D-B31E-E3F9CD399E13}"/>
              </a:ext>
            </a:extLst>
          </p:cNvPr>
          <p:cNvSpPr>
            <a:spLocks noGrp="1"/>
          </p:cNvSpPr>
          <p:nvPr>
            <p:ph type="body" sz="half" idx="2"/>
          </p:nvPr>
        </p:nvSpPr>
        <p:spPr>
          <a:xfrm>
            <a:off x="839788" y="2049462"/>
            <a:ext cx="3932237" cy="3811588"/>
          </a:xfrm>
        </p:spPr>
        <p:txBody>
          <a:bodyPr/>
          <a:lstStyle>
            <a:lvl1pPr marL="0" indent="0">
              <a:buNone/>
              <a:defRPr sz="1600">
                <a:latin typeface="Lato" panose="020F0502020204030203" pitchFamily="34" charset="0"/>
                <a:ea typeface="Lato" panose="020F0502020204030203" pitchFamily="34" charset="0"/>
                <a:cs typeface="Lato" panose="020F050202020403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908C85-7951-42D4-9CC5-284957C38AD3}"/>
              </a:ext>
            </a:extLst>
          </p:cNvPr>
          <p:cNvSpPr>
            <a:spLocks noGrp="1"/>
          </p:cNvSpPr>
          <p:nvPr>
            <p:ph type="dt" sz="half" idx="10"/>
          </p:nvPr>
        </p:nvSpPr>
        <p:spPr/>
        <p:txBody>
          <a:bodyPr/>
          <a:lstStyle/>
          <a:p>
            <a:fld id="{40B5FF56-75CC-4C76-8C7A-E8832FCB467E}" type="datetime1">
              <a:rPr lang="en-US" smtClean="0"/>
              <a:t>4/3/2020</a:t>
            </a:fld>
            <a:endParaRPr lang="en-US"/>
          </a:p>
        </p:txBody>
      </p:sp>
      <p:sp>
        <p:nvSpPr>
          <p:cNvPr id="6" name="Footer Placeholder 5">
            <a:extLst>
              <a:ext uri="{FF2B5EF4-FFF2-40B4-BE49-F238E27FC236}">
                <a16:creationId xmlns:a16="http://schemas.microsoft.com/office/drawing/2014/main" id="{9B3D06C6-D7B5-4421-8D5B-A394CE66A941}"/>
              </a:ext>
            </a:extLst>
          </p:cNvPr>
          <p:cNvSpPr>
            <a:spLocks noGrp="1"/>
          </p:cNvSpPr>
          <p:nvPr>
            <p:ph type="ftr" sz="quarter" idx="11"/>
          </p:nvPr>
        </p:nvSpPr>
        <p:spPr/>
        <p:txBody>
          <a:bodyPr/>
          <a:lstStyle/>
          <a:p>
            <a:r>
              <a:rPr lang="en-US"/>
              <a:t>SEER - A Real-Time Pedestrian Detection and Tracking System for Intelligent Vehicles</a:t>
            </a:r>
          </a:p>
        </p:txBody>
      </p:sp>
      <p:sp>
        <p:nvSpPr>
          <p:cNvPr id="7" name="Slide Number Placeholder 6">
            <a:extLst>
              <a:ext uri="{FF2B5EF4-FFF2-40B4-BE49-F238E27FC236}">
                <a16:creationId xmlns:a16="http://schemas.microsoft.com/office/drawing/2014/main" id="{EB06B0FA-6AB9-4A92-808D-04AFEB6BEE02}"/>
              </a:ext>
            </a:extLst>
          </p:cNvPr>
          <p:cNvSpPr>
            <a:spLocks noGrp="1"/>
          </p:cNvSpPr>
          <p:nvPr>
            <p:ph type="sldNum" sz="quarter" idx="12"/>
          </p:nvPr>
        </p:nvSpPr>
        <p:spPr/>
        <p:txBody>
          <a:bodyPr/>
          <a:lstStyle/>
          <a:p>
            <a:fld id="{2F98ACD2-9D07-46C2-95A3-67E0301C77FE}" type="slidenum">
              <a:rPr lang="en-US" smtClean="0"/>
              <a:t>‹#›</a:t>
            </a:fld>
            <a:endParaRPr lang="en-US"/>
          </a:p>
        </p:txBody>
      </p:sp>
      <p:pic>
        <p:nvPicPr>
          <p:cNvPr id="9" name="Picture 8" descr="A picture containing food, drawing&#10;&#10;Description automatically generated">
            <a:extLst>
              <a:ext uri="{FF2B5EF4-FFF2-40B4-BE49-F238E27FC236}">
                <a16:creationId xmlns:a16="http://schemas.microsoft.com/office/drawing/2014/main" id="{F13ED45D-4F75-45D8-AE4B-7DA26FFBC54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33696" y="148925"/>
            <a:ext cx="1421130" cy="375285"/>
          </a:xfrm>
          <a:prstGeom prst="rect">
            <a:avLst/>
          </a:prstGeom>
        </p:spPr>
      </p:pic>
    </p:spTree>
    <p:extLst>
      <p:ext uri="{BB962C8B-B14F-4D97-AF65-F5344CB8AC3E}">
        <p14:creationId xmlns:p14="http://schemas.microsoft.com/office/powerpoint/2010/main" val="13202506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5F479-75D2-40C9-8D57-CB1E75221D03}"/>
              </a:ext>
            </a:extLst>
          </p:cNvPr>
          <p:cNvSpPr>
            <a:spLocks noGrp="1"/>
          </p:cNvSpPr>
          <p:nvPr>
            <p:ph type="title"/>
          </p:nvPr>
        </p:nvSpPr>
        <p:spPr>
          <a:xfrm>
            <a:off x="839788" y="457200"/>
            <a:ext cx="3932237" cy="1600200"/>
          </a:xfrm>
        </p:spPr>
        <p:txBody>
          <a:bodyPr anchor="b"/>
          <a:lstStyle>
            <a:lvl1pPr>
              <a:defRPr sz="3200">
                <a:latin typeface="Lato" panose="020F0502020204030203" pitchFamily="34" charset="0"/>
                <a:ea typeface="Lato" panose="020F0502020204030203" pitchFamily="34" charset="0"/>
                <a:cs typeface="Lato" panose="020F0502020204030203" pitchFamily="34" charset="0"/>
              </a:defRPr>
            </a:lvl1pPr>
          </a:lstStyle>
          <a:p>
            <a:r>
              <a:rPr lang="en-US"/>
              <a:t>Click to edit Master title style</a:t>
            </a:r>
          </a:p>
        </p:txBody>
      </p:sp>
      <p:sp>
        <p:nvSpPr>
          <p:cNvPr id="3" name="Picture Placeholder 2">
            <a:extLst>
              <a:ext uri="{FF2B5EF4-FFF2-40B4-BE49-F238E27FC236}">
                <a16:creationId xmlns:a16="http://schemas.microsoft.com/office/drawing/2014/main" id="{2CB02C0B-C256-45A6-922B-CE0F7747FBD9}"/>
              </a:ext>
            </a:extLst>
          </p:cNvPr>
          <p:cNvSpPr>
            <a:spLocks noGrp="1"/>
          </p:cNvSpPr>
          <p:nvPr>
            <p:ph type="pic" idx="1"/>
          </p:nvPr>
        </p:nvSpPr>
        <p:spPr>
          <a:xfrm>
            <a:off x="5183188" y="987425"/>
            <a:ext cx="6172200" cy="4873625"/>
          </a:xfrm>
        </p:spPr>
        <p:txBody>
          <a:bodyPr/>
          <a:lstStyle>
            <a:lvl1pPr marL="0" indent="0">
              <a:buNone/>
              <a:defRPr sz="3200">
                <a:latin typeface="Lato" panose="020F0502020204030203" pitchFamily="34" charset="0"/>
                <a:ea typeface="Lato" panose="020F0502020204030203" pitchFamily="34" charset="0"/>
                <a:cs typeface="Lato" panose="020F0502020204030203"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F643E3C-CACF-4350-8B24-D63DF4F7F9D7}"/>
              </a:ext>
            </a:extLst>
          </p:cNvPr>
          <p:cNvSpPr>
            <a:spLocks noGrp="1"/>
          </p:cNvSpPr>
          <p:nvPr>
            <p:ph type="body" sz="half" idx="2"/>
          </p:nvPr>
        </p:nvSpPr>
        <p:spPr>
          <a:xfrm>
            <a:off x="839788" y="2057400"/>
            <a:ext cx="3932237" cy="3811588"/>
          </a:xfrm>
        </p:spPr>
        <p:txBody>
          <a:bodyPr/>
          <a:lstStyle>
            <a:lvl1pPr marL="0" indent="0">
              <a:buNone/>
              <a:defRPr sz="1600">
                <a:latin typeface="Lato" panose="020F0502020204030203" pitchFamily="34" charset="0"/>
                <a:ea typeface="Lato" panose="020F0502020204030203" pitchFamily="34" charset="0"/>
                <a:cs typeface="Lato" panose="020F050202020403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601E35-74D0-4D5E-954B-662CBCF6AA47}"/>
              </a:ext>
            </a:extLst>
          </p:cNvPr>
          <p:cNvSpPr>
            <a:spLocks noGrp="1"/>
          </p:cNvSpPr>
          <p:nvPr>
            <p:ph type="dt" sz="half" idx="10"/>
          </p:nvPr>
        </p:nvSpPr>
        <p:spPr/>
        <p:txBody>
          <a:bodyPr/>
          <a:lstStyle/>
          <a:p>
            <a:fld id="{8181FD08-55BD-4664-B45D-DF2CF5622E15}" type="datetime1">
              <a:rPr lang="en-US" smtClean="0"/>
              <a:t>4/3/2020</a:t>
            </a:fld>
            <a:endParaRPr lang="en-US"/>
          </a:p>
        </p:txBody>
      </p:sp>
      <p:sp>
        <p:nvSpPr>
          <p:cNvPr id="6" name="Footer Placeholder 5">
            <a:extLst>
              <a:ext uri="{FF2B5EF4-FFF2-40B4-BE49-F238E27FC236}">
                <a16:creationId xmlns:a16="http://schemas.microsoft.com/office/drawing/2014/main" id="{508CEDDE-2B9B-4C91-A6B7-C05F41962BAA}"/>
              </a:ext>
            </a:extLst>
          </p:cNvPr>
          <p:cNvSpPr>
            <a:spLocks noGrp="1"/>
          </p:cNvSpPr>
          <p:nvPr>
            <p:ph type="ftr" sz="quarter" idx="11"/>
          </p:nvPr>
        </p:nvSpPr>
        <p:spPr/>
        <p:txBody>
          <a:bodyPr/>
          <a:lstStyle/>
          <a:p>
            <a:r>
              <a:rPr lang="en-US"/>
              <a:t>SEER - A Real-Time Pedestrian Detection and Tracking System for Intelligent Vehicles</a:t>
            </a:r>
          </a:p>
        </p:txBody>
      </p:sp>
      <p:sp>
        <p:nvSpPr>
          <p:cNvPr id="7" name="Slide Number Placeholder 6">
            <a:extLst>
              <a:ext uri="{FF2B5EF4-FFF2-40B4-BE49-F238E27FC236}">
                <a16:creationId xmlns:a16="http://schemas.microsoft.com/office/drawing/2014/main" id="{FD3A5337-8256-432C-B5B8-434E363EBB4E}"/>
              </a:ext>
            </a:extLst>
          </p:cNvPr>
          <p:cNvSpPr>
            <a:spLocks noGrp="1"/>
          </p:cNvSpPr>
          <p:nvPr>
            <p:ph type="sldNum" sz="quarter" idx="12"/>
          </p:nvPr>
        </p:nvSpPr>
        <p:spPr/>
        <p:txBody>
          <a:bodyPr/>
          <a:lstStyle/>
          <a:p>
            <a:fld id="{2F98ACD2-9D07-46C2-95A3-67E0301C77FE}" type="slidenum">
              <a:rPr lang="en-US" smtClean="0"/>
              <a:t>‹#›</a:t>
            </a:fld>
            <a:endParaRPr lang="en-US"/>
          </a:p>
        </p:txBody>
      </p:sp>
      <p:pic>
        <p:nvPicPr>
          <p:cNvPr id="9" name="Picture 8" descr="A picture containing food, drawing&#10;&#10;Description automatically generated">
            <a:extLst>
              <a:ext uri="{FF2B5EF4-FFF2-40B4-BE49-F238E27FC236}">
                <a16:creationId xmlns:a16="http://schemas.microsoft.com/office/drawing/2014/main" id="{DA17828C-ED49-46FF-8E0B-C5A3FEF4DDE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33696" y="148925"/>
            <a:ext cx="1421130" cy="375285"/>
          </a:xfrm>
          <a:prstGeom prst="rect">
            <a:avLst/>
          </a:prstGeom>
        </p:spPr>
      </p:pic>
    </p:spTree>
    <p:extLst>
      <p:ext uri="{BB962C8B-B14F-4D97-AF65-F5344CB8AC3E}">
        <p14:creationId xmlns:p14="http://schemas.microsoft.com/office/powerpoint/2010/main" val="9636063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809CF-1715-4EE5-88B2-043238A546F0}"/>
              </a:ext>
            </a:extLst>
          </p:cNvPr>
          <p:cNvSpPr>
            <a:spLocks noGrp="1"/>
          </p:cNvSpPr>
          <p:nvPr>
            <p:ph type="title"/>
          </p:nvPr>
        </p:nvSpPr>
        <p:spPr/>
        <p:txBody>
          <a:bodyPr/>
          <a:lstStyle>
            <a:lvl1pPr>
              <a:defRPr b="1">
                <a:latin typeface="Raleway" panose="020B0503030101060003" pitchFamily="34" charset="0"/>
              </a:defRPr>
            </a:lvl1pPr>
          </a:lstStyle>
          <a:p>
            <a:r>
              <a:rPr lang="en-US"/>
              <a:t>Click to edit Master title style</a:t>
            </a:r>
          </a:p>
        </p:txBody>
      </p:sp>
      <p:sp>
        <p:nvSpPr>
          <p:cNvPr id="3" name="Vertical Text Placeholder 2">
            <a:extLst>
              <a:ext uri="{FF2B5EF4-FFF2-40B4-BE49-F238E27FC236}">
                <a16:creationId xmlns:a16="http://schemas.microsoft.com/office/drawing/2014/main" id="{D0A45969-0AEE-42D1-BD21-C4B1B7B8EB0D}"/>
              </a:ext>
            </a:extLst>
          </p:cNvPr>
          <p:cNvSpPr>
            <a:spLocks noGrp="1"/>
          </p:cNvSpPr>
          <p:nvPr>
            <p:ph type="body" orient="vert" idx="1"/>
          </p:nvPr>
        </p:nvSpPr>
        <p:spPr/>
        <p:txBody>
          <a:bodyPr vert="eaVert"/>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F59EB4-ABBB-42D5-A4AF-6E00D6068971}"/>
              </a:ext>
            </a:extLst>
          </p:cNvPr>
          <p:cNvSpPr>
            <a:spLocks noGrp="1"/>
          </p:cNvSpPr>
          <p:nvPr>
            <p:ph type="dt" sz="half" idx="10"/>
          </p:nvPr>
        </p:nvSpPr>
        <p:spPr/>
        <p:txBody>
          <a:bodyPr/>
          <a:lstStyle/>
          <a:p>
            <a:fld id="{63F5AAD7-7221-4DB5-B51E-2AB94911498D}" type="datetime1">
              <a:rPr lang="en-US" smtClean="0"/>
              <a:t>4/3/2020</a:t>
            </a:fld>
            <a:endParaRPr lang="en-US"/>
          </a:p>
        </p:txBody>
      </p:sp>
      <p:sp>
        <p:nvSpPr>
          <p:cNvPr id="5" name="Footer Placeholder 4">
            <a:extLst>
              <a:ext uri="{FF2B5EF4-FFF2-40B4-BE49-F238E27FC236}">
                <a16:creationId xmlns:a16="http://schemas.microsoft.com/office/drawing/2014/main" id="{9F8B867C-7742-403C-B52E-9EA3B16D5D88}"/>
              </a:ext>
            </a:extLst>
          </p:cNvPr>
          <p:cNvSpPr>
            <a:spLocks noGrp="1"/>
          </p:cNvSpPr>
          <p:nvPr>
            <p:ph type="ftr" sz="quarter" idx="11"/>
          </p:nvPr>
        </p:nvSpPr>
        <p:spPr/>
        <p:txBody>
          <a:bodyPr/>
          <a:lstStyle/>
          <a:p>
            <a:r>
              <a:rPr lang="en-US"/>
              <a:t>SEER - A Real-Time Pedestrian Detection and Tracking System for Intelligent Vehicles</a:t>
            </a:r>
          </a:p>
        </p:txBody>
      </p:sp>
      <p:sp>
        <p:nvSpPr>
          <p:cNvPr id="6" name="Slide Number Placeholder 5">
            <a:extLst>
              <a:ext uri="{FF2B5EF4-FFF2-40B4-BE49-F238E27FC236}">
                <a16:creationId xmlns:a16="http://schemas.microsoft.com/office/drawing/2014/main" id="{C4163836-AB3F-49F8-BD23-EB45B0601C04}"/>
              </a:ext>
            </a:extLst>
          </p:cNvPr>
          <p:cNvSpPr>
            <a:spLocks noGrp="1"/>
          </p:cNvSpPr>
          <p:nvPr>
            <p:ph type="sldNum" sz="quarter" idx="12"/>
          </p:nvPr>
        </p:nvSpPr>
        <p:spPr/>
        <p:txBody>
          <a:bodyPr/>
          <a:lstStyle/>
          <a:p>
            <a:fld id="{2F98ACD2-9D07-46C2-95A3-67E0301C77FE}" type="slidenum">
              <a:rPr lang="en-US" smtClean="0"/>
              <a:t>‹#›</a:t>
            </a:fld>
            <a:endParaRPr lang="en-US"/>
          </a:p>
        </p:txBody>
      </p:sp>
      <p:pic>
        <p:nvPicPr>
          <p:cNvPr id="8" name="Picture 7" descr="A picture containing food, drawing&#10;&#10;Description automatically generated">
            <a:extLst>
              <a:ext uri="{FF2B5EF4-FFF2-40B4-BE49-F238E27FC236}">
                <a16:creationId xmlns:a16="http://schemas.microsoft.com/office/drawing/2014/main" id="{6BD24D5A-E561-4547-B6E1-A3A85DB78C7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33696" y="148925"/>
            <a:ext cx="1421130" cy="375285"/>
          </a:xfrm>
          <a:prstGeom prst="rect">
            <a:avLst/>
          </a:prstGeom>
        </p:spPr>
      </p:pic>
    </p:spTree>
    <p:extLst>
      <p:ext uri="{BB962C8B-B14F-4D97-AF65-F5344CB8AC3E}">
        <p14:creationId xmlns:p14="http://schemas.microsoft.com/office/powerpoint/2010/main" val="6185716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4B31BB5-EF9F-4607-9817-8440570EDE78}"/>
              </a:ext>
            </a:extLst>
          </p:cNvPr>
          <p:cNvSpPr>
            <a:spLocks noGrp="1"/>
          </p:cNvSpPr>
          <p:nvPr>
            <p:ph type="title" orient="vert"/>
          </p:nvPr>
        </p:nvSpPr>
        <p:spPr>
          <a:xfrm>
            <a:off x="8724900" y="365125"/>
            <a:ext cx="2628900" cy="5811838"/>
          </a:xfrm>
        </p:spPr>
        <p:txBody>
          <a:bodyPr vert="eaVert"/>
          <a:lstStyle>
            <a:lvl1pPr>
              <a:defRPr b="1">
                <a:latin typeface="Raleway" panose="020B0503030101060003" pitchFamily="34" charset="0"/>
              </a:defRPr>
            </a:lvl1pPr>
          </a:lstStyle>
          <a:p>
            <a:r>
              <a:rPr lang="en-US"/>
              <a:t>Click to edit Master title style</a:t>
            </a:r>
          </a:p>
        </p:txBody>
      </p:sp>
      <p:sp>
        <p:nvSpPr>
          <p:cNvPr id="3" name="Vertical Text Placeholder 2">
            <a:extLst>
              <a:ext uri="{FF2B5EF4-FFF2-40B4-BE49-F238E27FC236}">
                <a16:creationId xmlns:a16="http://schemas.microsoft.com/office/drawing/2014/main" id="{9B582B74-37EC-4E77-ABD6-92A357538EAC}"/>
              </a:ext>
            </a:extLst>
          </p:cNvPr>
          <p:cNvSpPr>
            <a:spLocks noGrp="1"/>
          </p:cNvSpPr>
          <p:nvPr>
            <p:ph type="body" orient="vert" idx="1"/>
          </p:nvPr>
        </p:nvSpPr>
        <p:spPr>
          <a:xfrm>
            <a:off x="838200" y="365125"/>
            <a:ext cx="7734300" cy="5811838"/>
          </a:xfrm>
        </p:spPr>
        <p:txBody>
          <a:bodyPr vert="eaVert"/>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A2CE77-F846-4B80-AA37-3AF968D008FE}"/>
              </a:ext>
            </a:extLst>
          </p:cNvPr>
          <p:cNvSpPr>
            <a:spLocks noGrp="1"/>
          </p:cNvSpPr>
          <p:nvPr>
            <p:ph type="dt" sz="half" idx="10"/>
          </p:nvPr>
        </p:nvSpPr>
        <p:spPr/>
        <p:txBody>
          <a:bodyPr/>
          <a:lstStyle/>
          <a:p>
            <a:fld id="{32415406-3722-4880-95F1-608133C772DC}" type="datetime1">
              <a:rPr lang="en-US" smtClean="0"/>
              <a:t>4/3/2020</a:t>
            </a:fld>
            <a:endParaRPr lang="en-US"/>
          </a:p>
        </p:txBody>
      </p:sp>
      <p:sp>
        <p:nvSpPr>
          <p:cNvPr id="5" name="Footer Placeholder 4">
            <a:extLst>
              <a:ext uri="{FF2B5EF4-FFF2-40B4-BE49-F238E27FC236}">
                <a16:creationId xmlns:a16="http://schemas.microsoft.com/office/drawing/2014/main" id="{71F2A3D7-799A-4823-8342-989656062109}"/>
              </a:ext>
            </a:extLst>
          </p:cNvPr>
          <p:cNvSpPr>
            <a:spLocks noGrp="1"/>
          </p:cNvSpPr>
          <p:nvPr>
            <p:ph type="ftr" sz="quarter" idx="11"/>
          </p:nvPr>
        </p:nvSpPr>
        <p:spPr/>
        <p:txBody>
          <a:bodyPr/>
          <a:lstStyle/>
          <a:p>
            <a:r>
              <a:rPr lang="en-US"/>
              <a:t>SEER - A Real-Time Pedestrian Detection and Tracking System for Intelligent Vehicles</a:t>
            </a:r>
          </a:p>
        </p:txBody>
      </p:sp>
      <p:sp>
        <p:nvSpPr>
          <p:cNvPr id="6" name="Slide Number Placeholder 5">
            <a:extLst>
              <a:ext uri="{FF2B5EF4-FFF2-40B4-BE49-F238E27FC236}">
                <a16:creationId xmlns:a16="http://schemas.microsoft.com/office/drawing/2014/main" id="{66A568C3-6884-47FD-BF6C-F35F715A25A3}"/>
              </a:ext>
            </a:extLst>
          </p:cNvPr>
          <p:cNvSpPr>
            <a:spLocks noGrp="1"/>
          </p:cNvSpPr>
          <p:nvPr>
            <p:ph type="sldNum" sz="quarter" idx="12"/>
          </p:nvPr>
        </p:nvSpPr>
        <p:spPr/>
        <p:txBody>
          <a:bodyPr/>
          <a:lstStyle/>
          <a:p>
            <a:fld id="{2F98ACD2-9D07-46C2-95A3-67E0301C77FE}" type="slidenum">
              <a:rPr lang="en-US" smtClean="0"/>
              <a:t>‹#›</a:t>
            </a:fld>
            <a:endParaRPr lang="en-US"/>
          </a:p>
        </p:txBody>
      </p:sp>
      <p:pic>
        <p:nvPicPr>
          <p:cNvPr id="9" name="Picture 8" descr="A picture containing food, drawing&#10;&#10;Description automatically generated">
            <a:extLst>
              <a:ext uri="{FF2B5EF4-FFF2-40B4-BE49-F238E27FC236}">
                <a16:creationId xmlns:a16="http://schemas.microsoft.com/office/drawing/2014/main" id="{23680B26-B87A-447C-B5C5-FB11E9C40E7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5400000">
            <a:off x="10878893" y="1092881"/>
            <a:ext cx="1421130" cy="375285"/>
          </a:xfrm>
          <a:prstGeom prst="rect">
            <a:avLst/>
          </a:prstGeom>
        </p:spPr>
      </p:pic>
    </p:spTree>
    <p:extLst>
      <p:ext uri="{BB962C8B-B14F-4D97-AF65-F5344CB8AC3E}">
        <p14:creationId xmlns:p14="http://schemas.microsoft.com/office/powerpoint/2010/main" val="37733484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637113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4C367-721E-452D-9C09-EC1CBAB04A54}"/>
              </a:ext>
            </a:extLst>
          </p:cNvPr>
          <p:cNvSpPr>
            <a:spLocks noGrp="1"/>
          </p:cNvSpPr>
          <p:nvPr>
            <p:ph type="ctrTitle"/>
          </p:nvPr>
        </p:nvSpPr>
        <p:spPr>
          <a:xfrm>
            <a:off x="1524000" y="1122363"/>
            <a:ext cx="9144000" cy="2387600"/>
          </a:xfrm>
        </p:spPr>
        <p:txBody>
          <a:bodyPr anchor="b"/>
          <a:lstStyle>
            <a:lvl1pPr algn="ctr">
              <a:defRPr sz="6000" b="1">
                <a:latin typeface="Raleway" panose="020B0503030101060003" pitchFamily="34" charset="0"/>
              </a:defRPr>
            </a:lvl1pPr>
          </a:lstStyle>
          <a:p>
            <a:r>
              <a:rPr lang="en-US"/>
              <a:t>Click to edit Master title style</a:t>
            </a:r>
          </a:p>
        </p:txBody>
      </p:sp>
      <p:sp>
        <p:nvSpPr>
          <p:cNvPr id="3" name="Subtitle 2">
            <a:extLst>
              <a:ext uri="{FF2B5EF4-FFF2-40B4-BE49-F238E27FC236}">
                <a16:creationId xmlns:a16="http://schemas.microsoft.com/office/drawing/2014/main" id="{DF63659B-9955-495D-B79C-4419F8699A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FE17FA-5444-426B-8DD9-94BAED6B2A6C}"/>
              </a:ext>
            </a:extLst>
          </p:cNvPr>
          <p:cNvSpPr>
            <a:spLocks noGrp="1"/>
          </p:cNvSpPr>
          <p:nvPr>
            <p:ph type="dt" sz="half" idx="10"/>
          </p:nvPr>
        </p:nvSpPr>
        <p:spPr/>
        <p:txBody>
          <a:bodyPr/>
          <a:lstStyle/>
          <a:p>
            <a:fld id="{C41A74E1-F029-459D-ACDE-8135EA30CA86}" type="datetime1">
              <a:rPr lang="en-US" smtClean="0"/>
              <a:t>4/3/2020</a:t>
            </a:fld>
            <a:endParaRPr lang="en-US"/>
          </a:p>
        </p:txBody>
      </p:sp>
      <p:sp>
        <p:nvSpPr>
          <p:cNvPr id="5" name="Footer Placeholder 4">
            <a:extLst>
              <a:ext uri="{FF2B5EF4-FFF2-40B4-BE49-F238E27FC236}">
                <a16:creationId xmlns:a16="http://schemas.microsoft.com/office/drawing/2014/main" id="{082852E6-4C31-4AD0-9ABA-6AFC6E79145F}"/>
              </a:ext>
            </a:extLst>
          </p:cNvPr>
          <p:cNvSpPr>
            <a:spLocks noGrp="1"/>
          </p:cNvSpPr>
          <p:nvPr>
            <p:ph type="ftr" sz="quarter" idx="11"/>
          </p:nvPr>
        </p:nvSpPr>
        <p:spPr>
          <a:xfrm>
            <a:off x="4038600" y="6356350"/>
            <a:ext cx="4114800" cy="365125"/>
          </a:xfrm>
        </p:spPr>
        <p:txBody>
          <a:bodyPr/>
          <a:lstStyle/>
          <a:p>
            <a:r>
              <a:rPr lang="en-US"/>
              <a:t>Real-Time Pedestrian Detection and Tracking System for Intelligent Vehicles</a:t>
            </a:r>
          </a:p>
        </p:txBody>
      </p:sp>
      <p:sp>
        <p:nvSpPr>
          <p:cNvPr id="6" name="Slide Number Placeholder 5">
            <a:extLst>
              <a:ext uri="{FF2B5EF4-FFF2-40B4-BE49-F238E27FC236}">
                <a16:creationId xmlns:a16="http://schemas.microsoft.com/office/drawing/2014/main" id="{126B8454-D073-49E5-8EAC-8B2E564A8586}"/>
              </a:ext>
            </a:extLst>
          </p:cNvPr>
          <p:cNvSpPr>
            <a:spLocks noGrp="1"/>
          </p:cNvSpPr>
          <p:nvPr>
            <p:ph type="sldNum" sz="quarter" idx="12"/>
          </p:nvPr>
        </p:nvSpPr>
        <p:spPr/>
        <p:txBody>
          <a:bodyPr/>
          <a:lstStyle/>
          <a:p>
            <a:fld id="{2F98ACD2-9D07-46C2-95A3-67E0301C77FE}" type="slidenum">
              <a:rPr lang="en-US" smtClean="0"/>
              <a:t>‹#›</a:t>
            </a:fld>
            <a:endParaRPr lang="en-US"/>
          </a:p>
        </p:txBody>
      </p:sp>
    </p:spTree>
    <p:extLst>
      <p:ext uri="{BB962C8B-B14F-4D97-AF65-F5344CB8AC3E}">
        <p14:creationId xmlns:p14="http://schemas.microsoft.com/office/powerpoint/2010/main" val="31766022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935A7-9FA8-4746-B96C-1C976C0B3E77}"/>
              </a:ext>
            </a:extLst>
          </p:cNvPr>
          <p:cNvSpPr>
            <a:spLocks noGrp="1"/>
          </p:cNvSpPr>
          <p:nvPr>
            <p:ph type="title"/>
          </p:nvPr>
        </p:nvSpPr>
        <p:spPr/>
        <p:txBody>
          <a:bodyPr/>
          <a:lstStyle>
            <a:lvl1pPr>
              <a:defRPr b="1">
                <a:latin typeface="Raleway" panose="020B0503030101060003"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362A5571-07DD-4B53-BA8C-1905225A9BCD}"/>
              </a:ext>
            </a:extLst>
          </p:cNvPr>
          <p:cNvSpPr>
            <a:spLocks noGrp="1"/>
          </p:cNvSpPr>
          <p:nvPr>
            <p:ph idx="1"/>
          </p:nvPr>
        </p:nvSpPr>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FD0BFE-8762-4431-B60E-B53411CBCF3E}"/>
              </a:ext>
            </a:extLst>
          </p:cNvPr>
          <p:cNvSpPr>
            <a:spLocks noGrp="1"/>
          </p:cNvSpPr>
          <p:nvPr>
            <p:ph type="dt" sz="half" idx="10"/>
          </p:nvPr>
        </p:nvSpPr>
        <p:spPr/>
        <p:txBody>
          <a:bodyPr/>
          <a:lstStyle/>
          <a:p>
            <a:fld id="{DE380954-9FA1-496D-8DE2-67CCD99497BD}" type="datetime1">
              <a:rPr lang="en-US" smtClean="0"/>
              <a:t>4/3/2020</a:t>
            </a:fld>
            <a:endParaRPr lang="en-US"/>
          </a:p>
        </p:txBody>
      </p:sp>
      <p:sp>
        <p:nvSpPr>
          <p:cNvPr id="5" name="Footer Placeholder 4">
            <a:extLst>
              <a:ext uri="{FF2B5EF4-FFF2-40B4-BE49-F238E27FC236}">
                <a16:creationId xmlns:a16="http://schemas.microsoft.com/office/drawing/2014/main" id="{BA1DDFF0-D733-4E34-B58A-81E528B9CD4A}"/>
              </a:ext>
            </a:extLst>
          </p:cNvPr>
          <p:cNvSpPr>
            <a:spLocks noGrp="1"/>
          </p:cNvSpPr>
          <p:nvPr>
            <p:ph type="ftr" sz="quarter" idx="11"/>
          </p:nvPr>
        </p:nvSpPr>
        <p:spPr/>
        <p:txBody>
          <a:bodyPr/>
          <a:lstStyle/>
          <a:p>
            <a:r>
              <a:rPr lang="en-US"/>
              <a:t>Real-Time Pedestrian Detection and Tracking System for Intelligent Vehicles</a:t>
            </a:r>
          </a:p>
        </p:txBody>
      </p:sp>
      <p:sp>
        <p:nvSpPr>
          <p:cNvPr id="6" name="Slide Number Placeholder 5">
            <a:extLst>
              <a:ext uri="{FF2B5EF4-FFF2-40B4-BE49-F238E27FC236}">
                <a16:creationId xmlns:a16="http://schemas.microsoft.com/office/drawing/2014/main" id="{E4D18A1B-CEC9-4998-ADBB-A034BA51D478}"/>
              </a:ext>
            </a:extLst>
          </p:cNvPr>
          <p:cNvSpPr>
            <a:spLocks noGrp="1"/>
          </p:cNvSpPr>
          <p:nvPr>
            <p:ph type="sldNum" sz="quarter" idx="12"/>
          </p:nvPr>
        </p:nvSpPr>
        <p:spPr/>
        <p:txBody>
          <a:bodyPr/>
          <a:lstStyle/>
          <a:p>
            <a:fld id="{2F98ACD2-9D07-46C2-95A3-67E0301C77FE}" type="slidenum">
              <a:rPr lang="en-US" smtClean="0"/>
              <a:t>‹#›</a:t>
            </a:fld>
            <a:endParaRPr lang="en-US"/>
          </a:p>
        </p:txBody>
      </p:sp>
    </p:spTree>
    <p:extLst>
      <p:ext uri="{BB962C8B-B14F-4D97-AF65-F5344CB8AC3E}">
        <p14:creationId xmlns:p14="http://schemas.microsoft.com/office/powerpoint/2010/main" val="36617976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50962-D048-4E35-9100-1464C4FAC1D3}"/>
              </a:ext>
            </a:extLst>
          </p:cNvPr>
          <p:cNvSpPr>
            <a:spLocks noGrp="1"/>
          </p:cNvSpPr>
          <p:nvPr>
            <p:ph type="title"/>
          </p:nvPr>
        </p:nvSpPr>
        <p:spPr>
          <a:xfrm>
            <a:off x="831850" y="1736726"/>
            <a:ext cx="10515600" cy="2852737"/>
          </a:xfrm>
        </p:spPr>
        <p:txBody>
          <a:bodyPr anchor="b"/>
          <a:lstStyle>
            <a:lvl1pPr>
              <a:defRPr sz="6000" b="1">
                <a:latin typeface="Raleway" panose="020B0503030101060003" pitchFamily="34" charset="0"/>
              </a:defRPr>
            </a:lvl1pPr>
          </a:lstStyle>
          <a:p>
            <a:r>
              <a:rPr lang="en-US"/>
              <a:t>Click to edit Master title style</a:t>
            </a:r>
          </a:p>
        </p:txBody>
      </p:sp>
      <p:sp>
        <p:nvSpPr>
          <p:cNvPr id="3" name="Text Placeholder 2">
            <a:extLst>
              <a:ext uri="{FF2B5EF4-FFF2-40B4-BE49-F238E27FC236}">
                <a16:creationId xmlns:a16="http://schemas.microsoft.com/office/drawing/2014/main" id="{C968481E-3FAB-4F73-82B3-F67642C806D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latin typeface="Lato" panose="020F0502020204030203" pitchFamily="34" charset="0"/>
                <a:ea typeface="Lato" panose="020F0502020204030203" pitchFamily="34" charset="0"/>
                <a:cs typeface="Lato" panose="020F050202020403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D541A97-FF4F-488D-9D7A-1A649A8CB234}"/>
              </a:ext>
            </a:extLst>
          </p:cNvPr>
          <p:cNvSpPr>
            <a:spLocks noGrp="1"/>
          </p:cNvSpPr>
          <p:nvPr>
            <p:ph type="dt" sz="half" idx="10"/>
          </p:nvPr>
        </p:nvSpPr>
        <p:spPr/>
        <p:txBody>
          <a:bodyPr/>
          <a:lstStyle/>
          <a:p>
            <a:fld id="{5C2F8780-F1A6-43EF-AD54-81AB20FBAE9B}" type="datetime1">
              <a:rPr lang="en-US" smtClean="0"/>
              <a:t>4/3/2020</a:t>
            </a:fld>
            <a:endParaRPr lang="en-US"/>
          </a:p>
        </p:txBody>
      </p:sp>
      <p:sp>
        <p:nvSpPr>
          <p:cNvPr id="5" name="Footer Placeholder 4">
            <a:extLst>
              <a:ext uri="{FF2B5EF4-FFF2-40B4-BE49-F238E27FC236}">
                <a16:creationId xmlns:a16="http://schemas.microsoft.com/office/drawing/2014/main" id="{D4FF5CE0-1D9A-48DC-BA14-C2533E0696D1}"/>
              </a:ext>
            </a:extLst>
          </p:cNvPr>
          <p:cNvSpPr>
            <a:spLocks noGrp="1"/>
          </p:cNvSpPr>
          <p:nvPr>
            <p:ph type="ftr" sz="quarter" idx="11"/>
          </p:nvPr>
        </p:nvSpPr>
        <p:spPr/>
        <p:txBody>
          <a:bodyPr/>
          <a:lstStyle/>
          <a:p>
            <a:r>
              <a:rPr lang="en-US"/>
              <a:t>Real-Time Pedestrian Detection and Tracking System for Intelligent Vehicles</a:t>
            </a:r>
          </a:p>
        </p:txBody>
      </p:sp>
      <p:sp>
        <p:nvSpPr>
          <p:cNvPr id="6" name="Slide Number Placeholder 5">
            <a:extLst>
              <a:ext uri="{FF2B5EF4-FFF2-40B4-BE49-F238E27FC236}">
                <a16:creationId xmlns:a16="http://schemas.microsoft.com/office/drawing/2014/main" id="{8D627F6F-3D9B-4B70-ADEA-36023D8A21E7}"/>
              </a:ext>
            </a:extLst>
          </p:cNvPr>
          <p:cNvSpPr>
            <a:spLocks noGrp="1"/>
          </p:cNvSpPr>
          <p:nvPr>
            <p:ph type="sldNum" sz="quarter" idx="12"/>
          </p:nvPr>
        </p:nvSpPr>
        <p:spPr/>
        <p:txBody>
          <a:bodyPr/>
          <a:lstStyle/>
          <a:p>
            <a:fld id="{2F98ACD2-9D07-46C2-95A3-67E0301C77FE}" type="slidenum">
              <a:rPr lang="en-US" smtClean="0"/>
              <a:t>‹#›</a:t>
            </a:fld>
            <a:endParaRPr lang="en-US"/>
          </a:p>
        </p:txBody>
      </p:sp>
      <p:pic>
        <p:nvPicPr>
          <p:cNvPr id="8" name="Picture 7" descr="A picture containing food, drawing&#10;&#10;Description automatically generated">
            <a:extLst>
              <a:ext uri="{FF2B5EF4-FFF2-40B4-BE49-F238E27FC236}">
                <a16:creationId xmlns:a16="http://schemas.microsoft.com/office/drawing/2014/main" id="{B8F86774-8E8B-4091-9E68-29CB0044C28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33696" y="148925"/>
            <a:ext cx="1421130" cy="375285"/>
          </a:xfrm>
          <a:prstGeom prst="rect">
            <a:avLst/>
          </a:prstGeom>
        </p:spPr>
      </p:pic>
    </p:spTree>
    <p:extLst>
      <p:ext uri="{BB962C8B-B14F-4D97-AF65-F5344CB8AC3E}">
        <p14:creationId xmlns:p14="http://schemas.microsoft.com/office/powerpoint/2010/main" val="299734232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26589-5963-4BF0-A207-AC025367ACF6}"/>
              </a:ext>
            </a:extLst>
          </p:cNvPr>
          <p:cNvSpPr>
            <a:spLocks noGrp="1"/>
          </p:cNvSpPr>
          <p:nvPr>
            <p:ph type="title"/>
          </p:nvPr>
        </p:nvSpPr>
        <p:spPr>
          <a:xfrm>
            <a:off x="838200" y="328180"/>
            <a:ext cx="10515600" cy="1325563"/>
          </a:xfrm>
        </p:spPr>
        <p:txBody>
          <a:bodyPr/>
          <a:lstStyle>
            <a:lvl1pPr>
              <a:defRPr b="1">
                <a:latin typeface="Raleway" panose="020B0503030101060003"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FDC623B9-BFC2-4298-A5A1-DF9EB994FF21}"/>
              </a:ext>
            </a:extLst>
          </p:cNvPr>
          <p:cNvSpPr>
            <a:spLocks noGrp="1"/>
          </p:cNvSpPr>
          <p:nvPr>
            <p:ph sz="half" idx="1"/>
          </p:nvPr>
        </p:nvSpPr>
        <p:spPr>
          <a:xfrm>
            <a:off x="838200" y="1825625"/>
            <a:ext cx="5181600" cy="4351338"/>
          </a:xfr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1AE3FDD-9B9A-4737-A6D8-275718A4D6AD}"/>
              </a:ext>
            </a:extLst>
          </p:cNvPr>
          <p:cNvSpPr>
            <a:spLocks noGrp="1"/>
          </p:cNvSpPr>
          <p:nvPr>
            <p:ph sz="half" idx="2"/>
          </p:nvPr>
        </p:nvSpPr>
        <p:spPr>
          <a:xfrm>
            <a:off x="6172200" y="1825625"/>
            <a:ext cx="5181600" cy="4351338"/>
          </a:xfr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A5CA6B7-8DD6-4786-A017-B0F96BCF6F2C}"/>
              </a:ext>
            </a:extLst>
          </p:cNvPr>
          <p:cNvSpPr>
            <a:spLocks noGrp="1"/>
          </p:cNvSpPr>
          <p:nvPr>
            <p:ph type="dt" sz="half" idx="10"/>
          </p:nvPr>
        </p:nvSpPr>
        <p:spPr/>
        <p:txBody>
          <a:bodyPr/>
          <a:lstStyle/>
          <a:p>
            <a:fld id="{ED9A9B2F-1752-4836-92B3-55C89BE3041E}" type="datetime1">
              <a:rPr lang="en-US" smtClean="0"/>
              <a:t>4/3/2020</a:t>
            </a:fld>
            <a:endParaRPr lang="en-US"/>
          </a:p>
        </p:txBody>
      </p:sp>
      <p:sp>
        <p:nvSpPr>
          <p:cNvPr id="6" name="Footer Placeholder 5">
            <a:extLst>
              <a:ext uri="{FF2B5EF4-FFF2-40B4-BE49-F238E27FC236}">
                <a16:creationId xmlns:a16="http://schemas.microsoft.com/office/drawing/2014/main" id="{A1F6B758-9308-419D-B25C-52C9DD9F6D8E}"/>
              </a:ext>
            </a:extLst>
          </p:cNvPr>
          <p:cNvSpPr>
            <a:spLocks noGrp="1"/>
          </p:cNvSpPr>
          <p:nvPr>
            <p:ph type="ftr" sz="quarter" idx="11"/>
          </p:nvPr>
        </p:nvSpPr>
        <p:spPr/>
        <p:txBody>
          <a:bodyPr/>
          <a:lstStyle/>
          <a:p>
            <a:r>
              <a:rPr lang="en-US"/>
              <a:t>Real-Time Pedestrian Detection and Tracking System for Intelligent Vehicles</a:t>
            </a:r>
          </a:p>
        </p:txBody>
      </p:sp>
      <p:sp>
        <p:nvSpPr>
          <p:cNvPr id="7" name="Slide Number Placeholder 6">
            <a:extLst>
              <a:ext uri="{FF2B5EF4-FFF2-40B4-BE49-F238E27FC236}">
                <a16:creationId xmlns:a16="http://schemas.microsoft.com/office/drawing/2014/main" id="{0CD1BC4F-EC80-4CC2-8CDA-DB2C9D8BAFEF}"/>
              </a:ext>
            </a:extLst>
          </p:cNvPr>
          <p:cNvSpPr>
            <a:spLocks noGrp="1"/>
          </p:cNvSpPr>
          <p:nvPr>
            <p:ph type="sldNum" sz="quarter" idx="12"/>
          </p:nvPr>
        </p:nvSpPr>
        <p:spPr/>
        <p:txBody>
          <a:bodyPr/>
          <a:lstStyle/>
          <a:p>
            <a:fld id="{2F98ACD2-9D07-46C2-95A3-67E0301C77FE}" type="slidenum">
              <a:rPr lang="en-US" smtClean="0"/>
              <a:t>‹#›</a:t>
            </a:fld>
            <a:endParaRPr lang="en-US"/>
          </a:p>
        </p:txBody>
      </p:sp>
      <p:pic>
        <p:nvPicPr>
          <p:cNvPr id="9" name="Picture 8" descr="A picture containing food, drawing&#10;&#10;Description automatically generated">
            <a:extLst>
              <a:ext uri="{FF2B5EF4-FFF2-40B4-BE49-F238E27FC236}">
                <a16:creationId xmlns:a16="http://schemas.microsoft.com/office/drawing/2014/main" id="{3C365777-0B7E-4B10-B222-9A47CC4680B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33696" y="148925"/>
            <a:ext cx="1421130" cy="375285"/>
          </a:xfrm>
          <a:prstGeom prst="rect">
            <a:avLst/>
          </a:prstGeom>
        </p:spPr>
      </p:pic>
    </p:spTree>
    <p:extLst>
      <p:ext uri="{BB962C8B-B14F-4D97-AF65-F5344CB8AC3E}">
        <p14:creationId xmlns:p14="http://schemas.microsoft.com/office/powerpoint/2010/main" val="13648101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5CF96-7B2E-42A0-9E18-9F3E4F9500C9}"/>
              </a:ext>
            </a:extLst>
          </p:cNvPr>
          <p:cNvSpPr>
            <a:spLocks noGrp="1"/>
          </p:cNvSpPr>
          <p:nvPr>
            <p:ph type="title"/>
          </p:nvPr>
        </p:nvSpPr>
        <p:spPr>
          <a:xfrm>
            <a:off x="839788" y="328179"/>
            <a:ext cx="10515600" cy="1325563"/>
          </a:xfrm>
        </p:spPr>
        <p:txBody>
          <a:bodyPr/>
          <a:lstStyle>
            <a:lvl1pPr>
              <a:defRPr b="1">
                <a:latin typeface="Raleway" panose="020B0503030101060003" pitchFamily="34" charset="0"/>
              </a:defRPr>
            </a:lvl1pPr>
          </a:lstStyle>
          <a:p>
            <a:r>
              <a:rPr lang="en-US"/>
              <a:t>Click to edit Master title style</a:t>
            </a:r>
          </a:p>
        </p:txBody>
      </p:sp>
      <p:sp>
        <p:nvSpPr>
          <p:cNvPr id="3" name="Text Placeholder 2">
            <a:extLst>
              <a:ext uri="{FF2B5EF4-FFF2-40B4-BE49-F238E27FC236}">
                <a16:creationId xmlns:a16="http://schemas.microsoft.com/office/drawing/2014/main" id="{1424D415-73FE-414D-85B4-746446764BB9}"/>
              </a:ext>
            </a:extLst>
          </p:cNvPr>
          <p:cNvSpPr>
            <a:spLocks noGrp="1"/>
          </p:cNvSpPr>
          <p:nvPr>
            <p:ph type="body" idx="1"/>
          </p:nvPr>
        </p:nvSpPr>
        <p:spPr>
          <a:xfrm>
            <a:off x="839788" y="1681163"/>
            <a:ext cx="5157787" cy="823912"/>
          </a:xfrm>
        </p:spPr>
        <p:txBody>
          <a:bodyPr anchor="b"/>
          <a:lstStyle>
            <a:lvl1pPr marL="0" indent="0">
              <a:buNone/>
              <a:defRPr sz="2400" b="1">
                <a:latin typeface="Lato" panose="020F0502020204030203" pitchFamily="34" charset="0"/>
                <a:ea typeface="Lato" panose="020F0502020204030203" pitchFamily="34" charset="0"/>
                <a:cs typeface="Lato" panose="020F050202020403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30848F8-7847-4ADE-BD41-F95434331632}"/>
              </a:ext>
            </a:extLst>
          </p:cNvPr>
          <p:cNvSpPr>
            <a:spLocks noGrp="1"/>
          </p:cNvSpPr>
          <p:nvPr>
            <p:ph sz="half" idx="2"/>
          </p:nvPr>
        </p:nvSpPr>
        <p:spPr>
          <a:xfrm>
            <a:off x="839788" y="2505075"/>
            <a:ext cx="5157787" cy="3684588"/>
          </a:xfr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D2C6A4B-BC43-4AA7-BA72-847FADF45C8D}"/>
              </a:ext>
            </a:extLst>
          </p:cNvPr>
          <p:cNvSpPr>
            <a:spLocks noGrp="1"/>
          </p:cNvSpPr>
          <p:nvPr>
            <p:ph type="body" sz="quarter" idx="3"/>
          </p:nvPr>
        </p:nvSpPr>
        <p:spPr>
          <a:xfrm>
            <a:off x="6172200" y="1681163"/>
            <a:ext cx="5183188" cy="823912"/>
          </a:xfrm>
        </p:spPr>
        <p:txBody>
          <a:bodyPr anchor="b"/>
          <a:lstStyle>
            <a:lvl1pPr marL="0" indent="0">
              <a:buNone/>
              <a:defRPr sz="2400" b="1">
                <a:latin typeface="Lato" panose="020F0502020204030203" pitchFamily="34" charset="0"/>
                <a:ea typeface="Lato" panose="020F0502020204030203" pitchFamily="34" charset="0"/>
                <a:cs typeface="Lato" panose="020F050202020403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47BE70-6BC9-4B94-814E-8AA536390AA9}"/>
              </a:ext>
            </a:extLst>
          </p:cNvPr>
          <p:cNvSpPr>
            <a:spLocks noGrp="1"/>
          </p:cNvSpPr>
          <p:nvPr>
            <p:ph sz="quarter" idx="4"/>
          </p:nvPr>
        </p:nvSpPr>
        <p:spPr>
          <a:xfrm>
            <a:off x="6172200" y="2505075"/>
            <a:ext cx="5183188" cy="3684588"/>
          </a:xfr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F39717B-D502-4928-9DB3-79B993C28F83}"/>
              </a:ext>
            </a:extLst>
          </p:cNvPr>
          <p:cNvSpPr>
            <a:spLocks noGrp="1"/>
          </p:cNvSpPr>
          <p:nvPr>
            <p:ph type="dt" sz="half" idx="10"/>
          </p:nvPr>
        </p:nvSpPr>
        <p:spPr/>
        <p:txBody>
          <a:bodyPr/>
          <a:lstStyle/>
          <a:p>
            <a:fld id="{10D16266-5BBF-4F50-964E-B998242B6DE7}" type="datetime1">
              <a:rPr lang="en-US" smtClean="0"/>
              <a:t>4/3/2020</a:t>
            </a:fld>
            <a:endParaRPr lang="en-US"/>
          </a:p>
        </p:txBody>
      </p:sp>
      <p:sp>
        <p:nvSpPr>
          <p:cNvPr id="8" name="Footer Placeholder 7">
            <a:extLst>
              <a:ext uri="{FF2B5EF4-FFF2-40B4-BE49-F238E27FC236}">
                <a16:creationId xmlns:a16="http://schemas.microsoft.com/office/drawing/2014/main" id="{E1306059-474E-400F-8A85-E8097EE75DD8}"/>
              </a:ext>
            </a:extLst>
          </p:cNvPr>
          <p:cNvSpPr>
            <a:spLocks noGrp="1"/>
          </p:cNvSpPr>
          <p:nvPr>
            <p:ph type="ftr" sz="quarter" idx="11"/>
          </p:nvPr>
        </p:nvSpPr>
        <p:spPr/>
        <p:txBody>
          <a:bodyPr/>
          <a:lstStyle/>
          <a:p>
            <a:r>
              <a:rPr lang="en-US"/>
              <a:t>Real-Time Pedestrian Detection and Tracking System for Intelligent Vehicles</a:t>
            </a:r>
          </a:p>
        </p:txBody>
      </p:sp>
      <p:sp>
        <p:nvSpPr>
          <p:cNvPr id="9" name="Slide Number Placeholder 8">
            <a:extLst>
              <a:ext uri="{FF2B5EF4-FFF2-40B4-BE49-F238E27FC236}">
                <a16:creationId xmlns:a16="http://schemas.microsoft.com/office/drawing/2014/main" id="{49BE784E-9A24-49D1-9D93-E839CBBE07D9}"/>
              </a:ext>
            </a:extLst>
          </p:cNvPr>
          <p:cNvSpPr>
            <a:spLocks noGrp="1"/>
          </p:cNvSpPr>
          <p:nvPr>
            <p:ph type="sldNum" sz="quarter" idx="12"/>
          </p:nvPr>
        </p:nvSpPr>
        <p:spPr/>
        <p:txBody>
          <a:bodyPr/>
          <a:lstStyle/>
          <a:p>
            <a:fld id="{2F98ACD2-9D07-46C2-95A3-67E0301C77FE}" type="slidenum">
              <a:rPr lang="en-US" smtClean="0"/>
              <a:t>‹#›</a:t>
            </a:fld>
            <a:endParaRPr lang="en-US"/>
          </a:p>
        </p:txBody>
      </p:sp>
      <p:pic>
        <p:nvPicPr>
          <p:cNvPr id="11" name="Picture 10" descr="A picture containing food, drawing&#10;&#10;Description automatically generated">
            <a:extLst>
              <a:ext uri="{FF2B5EF4-FFF2-40B4-BE49-F238E27FC236}">
                <a16:creationId xmlns:a16="http://schemas.microsoft.com/office/drawing/2014/main" id="{60B03942-3C80-4FDC-BBCF-D94DE181990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33696" y="148925"/>
            <a:ext cx="1421130" cy="375285"/>
          </a:xfrm>
          <a:prstGeom prst="rect">
            <a:avLst/>
          </a:prstGeom>
        </p:spPr>
      </p:pic>
    </p:spTree>
    <p:extLst>
      <p:ext uri="{BB962C8B-B14F-4D97-AF65-F5344CB8AC3E}">
        <p14:creationId xmlns:p14="http://schemas.microsoft.com/office/powerpoint/2010/main" val="32800910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4471B-B363-476C-B3AF-12A0C6063BB5}"/>
              </a:ext>
            </a:extLst>
          </p:cNvPr>
          <p:cNvSpPr>
            <a:spLocks noGrp="1"/>
          </p:cNvSpPr>
          <p:nvPr>
            <p:ph type="title"/>
          </p:nvPr>
        </p:nvSpPr>
        <p:spPr>
          <a:xfrm>
            <a:off x="838200" y="328179"/>
            <a:ext cx="10515600" cy="1325563"/>
          </a:xfrm>
        </p:spPr>
        <p:txBody>
          <a:bodyPr/>
          <a:lstStyle>
            <a:lvl1pPr>
              <a:defRPr b="1">
                <a:latin typeface="Raleway" panose="020B0503030101060003" pitchFamily="34" charset="0"/>
              </a:defRPr>
            </a:lvl1pPr>
          </a:lstStyle>
          <a:p>
            <a:r>
              <a:rPr lang="en-US"/>
              <a:t>Click to edit Master title style</a:t>
            </a:r>
          </a:p>
        </p:txBody>
      </p:sp>
      <p:sp>
        <p:nvSpPr>
          <p:cNvPr id="3" name="Date Placeholder 2">
            <a:extLst>
              <a:ext uri="{FF2B5EF4-FFF2-40B4-BE49-F238E27FC236}">
                <a16:creationId xmlns:a16="http://schemas.microsoft.com/office/drawing/2014/main" id="{002855EC-295C-48E3-94A9-8C638B8638D6}"/>
              </a:ext>
            </a:extLst>
          </p:cNvPr>
          <p:cNvSpPr>
            <a:spLocks noGrp="1"/>
          </p:cNvSpPr>
          <p:nvPr>
            <p:ph type="dt" sz="half" idx="10"/>
          </p:nvPr>
        </p:nvSpPr>
        <p:spPr/>
        <p:txBody>
          <a:bodyPr/>
          <a:lstStyle/>
          <a:p>
            <a:fld id="{173DB395-CD0B-4DF7-97B3-FBB49423EE1B}" type="datetime1">
              <a:rPr lang="en-US" smtClean="0"/>
              <a:t>4/3/2020</a:t>
            </a:fld>
            <a:endParaRPr lang="en-US"/>
          </a:p>
        </p:txBody>
      </p:sp>
      <p:sp>
        <p:nvSpPr>
          <p:cNvPr id="4" name="Footer Placeholder 3">
            <a:extLst>
              <a:ext uri="{FF2B5EF4-FFF2-40B4-BE49-F238E27FC236}">
                <a16:creationId xmlns:a16="http://schemas.microsoft.com/office/drawing/2014/main" id="{F76A2E79-75A5-40B8-9AE8-FF1F8E824E6C}"/>
              </a:ext>
            </a:extLst>
          </p:cNvPr>
          <p:cNvSpPr>
            <a:spLocks noGrp="1"/>
          </p:cNvSpPr>
          <p:nvPr>
            <p:ph type="ftr" sz="quarter" idx="11"/>
          </p:nvPr>
        </p:nvSpPr>
        <p:spPr/>
        <p:txBody>
          <a:bodyPr/>
          <a:lstStyle/>
          <a:p>
            <a:r>
              <a:rPr lang="en-US"/>
              <a:t>Real-Time Pedestrian Detection and Tracking System for Intelligent Vehicles</a:t>
            </a:r>
          </a:p>
        </p:txBody>
      </p:sp>
      <p:sp>
        <p:nvSpPr>
          <p:cNvPr id="5" name="Slide Number Placeholder 4">
            <a:extLst>
              <a:ext uri="{FF2B5EF4-FFF2-40B4-BE49-F238E27FC236}">
                <a16:creationId xmlns:a16="http://schemas.microsoft.com/office/drawing/2014/main" id="{4EDF5A6E-3D50-4D5C-BF23-6812BDB89772}"/>
              </a:ext>
            </a:extLst>
          </p:cNvPr>
          <p:cNvSpPr>
            <a:spLocks noGrp="1"/>
          </p:cNvSpPr>
          <p:nvPr>
            <p:ph type="sldNum" sz="quarter" idx="12"/>
          </p:nvPr>
        </p:nvSpPr>
        <p:spPr/>
        <p:txBody>
          <a:bodyPr/>
          <a:lstStyle/>
          <a:p>
            <a:fld id="{2F98ACD2-9D07-46C2-95A3-67E0301C77FE}" type="slidenum">
              <a:rPr lang="en-US" smtClean="0"/>
              <a:t>‹#›</a:t>
            </a:fld>
            <a:endParaRPr lang="en-US"/>
          </a:p>
        </p:txBody>
      </p:sp>
      <p:pic>
        <p:nvPicPr>
          <p:cNvPr id="7" name="Picture 6" descr="A picture containing food, drawing&#10;&#10;Description automatically generated">
            <a:extLst>
              <a:ext uri="{FF2B5EF4-FFF2-40B4-BE49-F238E27FC236}">
                <a16:creationId xmlns:a16="http://schemas.microsoft.com/office/drawing/2014/main" id="{20161436-B5C0-4270-A1C0-0664F1385E5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33696" y="148925"/>
            <a:ext cx="1421130" cy="375285"/>
          </a:xfrm>
          <a:prstGeom prst="rect">
            <a:avLst/>
          </a:prstGeom>
        </p:spPr>
      </p:pic>
    </p:spTree>
    <p:extLst>
      <p:ext uri="{BB962C8B-B14F-4D97-AF65-F5344CB8AC3E}">
        <p14:creationId xmlns:p14="http://schemas.microsoft.com/office/powerpoint/2010/main" val="32100243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tx1">
            <a:lumMod val="65000"/>
            <a:lumOff val="35000"/>
          </a:schemeClr>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43241D7-CF3A-46A3-A03C-539F27058F82}"/>
              </a:ext>
            </a:extLst>
          </p:cNvPr>
          <p:cNvSpPr>
            <a:spLocks noGrp="1"/>
          </p:cNvSpPr>
          <p:nvPr>
            <p:ph type="dt" sz="half" idx="10"/>
          </p:nvPr>
        </p:nvSpPr>
        <p:spPr/>
        <p:txBody>
          <a:bodyPr/>
          <a:lstStyle/>
          <a:p>
            <a:fld id="{4723DCC4-4C00-41DA-9885-BB3CD01869B9}" type="datetime1">
              <a:rPr lang="en-US" smtClean="0"/>
              <a:t>4/3/2020</a:t>
            </a:fld>
            <a:endParaRPr lang="en-US"/>
          </a:p>
        </p:txBody>
      </p:sp>
      <p:sp>
        <p:nvSpPr>
          <p:cNvPr id="3" name="Footer Placeholder 2">
            <a:extLst>
              <a:ext uri="{FF2B5EF4-FFF2-40B4-BE49-F238E27FC236}">
                <a16:creationId xmlns:a16="http://schemas.microsoft.com/office/drawing/2014/main" id="{3347EFE0-EFBD-4C59-BB2C-DFE25D3082FA}"/>
              </a:ext>
            </a:extLst>
          </p:cNvPr>
          <p:cNvSpPr>
            <a:spLocks noGrp="1"/>
          </p:cNvSpPr>
          <p:nvPr>
            <p:ph type="ftr" sz="quarter" idx="11"/>
          </p:nvPr>
        </p:nvSpPr>
        <p:spPr/>
        <p:txBody>
          <a:bodyPr/>
          <a:lstStyle/>
          <a:p>
            <a:r>
              <a:rPr lang="en-US"/>
              <a:t>Real-Time Pedestrian Detection and Tracking System for Intelligent Vehicles</a:t>
            </a:r>
          </a:p>
        </p:txBody>
      </p:sp>
      <p:sp>
        <p:nvSpPr>
          <p:cNvPr id="4" name="Slide Number Placeholder 3">
            <a:extLst>
              <a:ext uri="{FF2B5EF4-FFF2-40B4-BE49-F238E27FC236}">
                <a16:creationId xmlns:a16="http://schemas.microsoft.com/office/drawing/2014/main" id="{4292CD3C-72FC-454E-8804-4FA972AC2889}"/>
              </a:ext>
            </a:extLst>
          </p:cNvPr>
          <p:cNvSpPr>
            <a:spLocks noGrp="1"/>
          </p:cNvSpPr>
          <p:nvPr>
            <p:ph type="sldNum" sz="quarter" idx="12"/>
          </p:nvPr>
        </p:nvSpPr>
        <p:spPr/>
        <p:txBody>
          <a:bodyPr/>
          <a:lstStyle/>
          <a:p>
            <a:fld id="{2F98ACD2-9D07-46C2-95A3-67E0301C77FE}" type="slidenum">
              <a:rPr lang="en-US" smtClean="0"/>
              <a:t>‹#›</a:t>
            </a:fld>
            <a:endParaRPr lang="en-US"/>
          </a:p>
        </p:txBody>
      </p:sp>
      <p:pic>
        <p:nvPicPr>
          <p:cNvPr id="6" name="Picture 5" descr="A picture containing food, drawing&#10;&#10;Description automatically generated">
            <a:extLst>
              <a:ext uri="{FF2B5EF4-FFF2-40B4-BE49-F238E27FC236}">
                <a16:creationId xmlns:a16="http://schemas.microsoft.com/office/drawing/2014/main" id="{962EA052-FBE3-45FB-BDAA-0D69B04DA14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33696" y="148925"/>
            <a:ext cx="1421130" cy="375285"/>
          </a:xfrm>
          <a:prstGeom prst="rect">
            <a:avLst/>
          </a:prstGeom>
        </p:spPr>
      </p:pic>
    </p:spTree>
    <p:extLst>
      <p:ext uri="{BB962C8B-B14F-4D97-AF65-F5344CB8AC3E}">
        <p14:creationId xmlns:p14="http://schemas.microsoft.com/office/powerpoint/2010/main" val="23313453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43241D7-CF3A-46A3-A03C-539F27058F82}"/>
              </a:ext>
            </a:extLst>
          </p:cNvPr>
          <p:cNvSpPr>
            <a:spLocks noGrp="1"/>
          </p:cNvSpPr>
          <p:nvPr>
            <p:ph type="dt" sz="half" idx="10"/>
          </p:nvPr>
        </p:nvSpPr>
        <p:spPr/>
        <p:txBody>
          <a:bodyPr/>
          <a:lstStyle/>
          <a:p>
            <a:fld id="{4723DCC4-4C00-41DA-9885-BB3CD01869B9}" type="datetime1">
              <a:rPr lang="en-US" smtClean="0"/>
              <a:t>4/3/2020</a:t>
            </a:fld>
            <a:endParaRPr lang="en-US"/>
          </a:p>
        </p:txBody>
      </p:sp>
      <p:sp>
        <p:nvSpPr>
          <p:cNvPr id="3" name="Footer Placeholder 2">
            <a:extLst>
              <a:ext uri="{FF2B5EF4-FFF2-40B4-BE49-F238E27FC236}">
                <a16:creationId xmlns:a16="http://schemas.microsoft.com/office/drawing/2014/main" id="{3347EFE0-EFBD-4C59-BB2C-DFE25D3082FA}"/>
              </a:ext>
            </a:extLst>
          </p:cNvPr>
          <p:cNvSpPr>
            <a:spLocks noGrp="1"/>
          </p:cNvSpPr>
          <p:nvPr>
            <p:ph type="ftr" sz="quarter" idx="11"/>
          </p:nvPr>
        </p:nvSpPr>
        <p:spPr/>
        <p:txBody>
          <a:bodyPr/>
          <a:lstStyle/>
          <a:p>
            <a:r>
              <a:rPr lang="en-US"/>
              <a:t>Real-Time Pedestrian Detection and Tracking System for Intelligent Vehicles</a:t>
            </a:r>
          </a:p>
        </p:txBody>
      </p:sp>
      <p:sp>
        <p:nvSpPr>
          <p:cNvPr id="4" name="Slide Number Placeholder 3">
            <a:extLst>
              <a:ext uri="{FF2B5EF4-FFF2-40B4-BE49-F238E27FC236}">
                <a16:creationId xmlns:a16="http://schemas.microsoft.com/office/drawing/2014/main" id="{4292CD3C-72FC-454E-8804-4FA972AC2889}"/>
              </a:ext>
            </a:extLst>
          </p:cNvPr>
          <p:cNvSpPr>
            <a:spLocks noGrp="1"/>
          </p:cNvSpPr>
          <p:nvPr>
            <p:ph type="sldNum" sz="quarter" idx="12"/>
          </p:nvPr>
        </p:nvSpPr>
        <p:spPr/>
        <p:txBody>
          <a:bodyPr/>
          <a:lstStyle/>
          <a:p>
            <a:fld id="{2F98ACD2-9D07-46C2-95A3-67E0301C77FE}" type="slidenum">
              <a:rPr lang="en-US" smtClean="0"/>
              <a:t>‹#›</a:t>
            </a:fld>
            <a:endParaRPr lang="en-US"/>
          </a:p>
        </p:txBody>
      </p:sp>
      <p:pic>
        <p:nvPicPr>
          <p:cNvPr id="6" name="Picture 5" descr="A picture containing food, drawing&#10;&#10;Description automatically generated">
            <a:extLst>
              <a:ext uri="{FF2B5EF4-FFF2-40B4-BE49-F238E27FC236}">
                <a16:creationId xmlns:a16="http://schemas.microsoft.com/office/drawing/2014/main" id="{962EA052-FBE3-45FB-BDAA-0D69B04DA14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33696" y="148925"/>
            <a:ext cx="1421130" cy="375285"/>
          </a:xfrm>
          <a:prstGeom prst="rect">
            <a:avLst/>
          </a:prstGeom>
        </p:spPr>
      </p:pic>
    </p:spTree>
    <p:extLst>
      <p:ext uri="{BB962C8B-B14F-4D97-AF65-F5344CB8AC3E}">
        <p14:creationId xmlns:p14="http://schemas.microsoft.com/office/powerpoint/2010/main" val="13596991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18B9A-D2A5-42DC-B9C3-7FE65AA0AF44}"/>
              </a:ext>
            </a:extLst>
          </p:cNvPr>
          <p:cNvSpPr>
            <a:spLocks noGrp="1"/>
          </p:cNvSpPr>
          <p:nvPr>
            <p:ph type="title"/>
          </p:nvPr>
        </p:nvSpPr>
        <p:spPr>
          <a:xfrm>
            <a:off x="839788" y="449262"/>
            <a:ext cx="3932237" cy="1600200"/>
          </a:xfrm>
        </p:spPr>
        <p:txBody>
          <a:bodyPr anchor="b"/>
          <a:lstStyle>
            <a:lvl1pPr>
              <a:defRPr sz="3200">
                <a:latin typeface="Lato" panose="020F0502020204030203" pitchFamily="34" charset="0"/>
                <a:ea typeface="Lato" panose="020F0502020204030203" pitchFamily="34" charset="0"/>
                <a:cs typeface="Lato" panose="020F0502020204030203"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45EB5AD1-6709-4F04-BC49-0AF68ED18DA3}"/>
              </a:ext>
            </a:extLst>
          </p:cNvPr>
          <p:cNvSpPr>
            <a:spLocks noGrp="1"/>
          </p:cNvSpPr>
          <p:nvPr>
            <p:ph idx="1"/>
          </p:nvPr>
        </p:nvSpPr>
        <p:spPr>
          <a:xfrm>
            <a:off x="5183188" y="987425"/>
            <a:ext cx="6172200" cy="4873625"/>
          </a:xfrm>
        </p:spPr>
        <p:txBody>
          <a:bodyPr/>
          <a:lstStyle>
            <a:lvl1pPr>
              <a:defRPr sz="3200">
                <a:latin typeface="Lato" panose="020F0502020204030203" pitchFamily="34" charset="0"/>
                <a:ea typeface="Lato" panose="020F0502020204030203" pitchFamily="34" charset="0"/>
                <a:cs typeface="Lato" panose="020F0502020204030203" pitchFamily="34" charset="0"/>
              </a:defRPr>
            </a:lvl1pPr>
            <a:lvl2pPr>
              <a:defRPr sz="2800">
                <a:latin typeface="Lato" panose="020F0502020204030203" pitchFamily="34" charset="0"/>
                <a:ea typeface="Lato" panose="020F0502020204030203" pitchFamily="34" charset="0"/>
                <a:cs typeface="Lato" panose="020F0502020204030203" pitchFamily="34" charset="0"/>
              </a:defRPr>
            </a:lvl2pPr>
            <a:lvl3pPr>
              <a:defRPr sz="2400">
                <a:latin typeface="Lato" panose="020F0502020204030203" pitchFamily="34" charset="0"/>
                <a:ea typeface="Lato" panose="020F0502020204030203" pitchFamily="34" charset="0"/>
                <a:cs typeface="Lato" panose="020F0502020204030203" pitchFamily="34" charset="0"/>
              </a:defRPr>
            </a:lvl3pPr>
            <a:lvl4pPr>
              <a:defRPr sz="2000">
                <a:latin typeface="Lato" panose="020F0502020204030203" pitchFamily="34" charset="0"/>
                <a:ea typeface="Lato" panose="020F0502020204030203" pitchFamily="34" charset="0"/>
                <a:cs typeface="Lato" panose="020F0502020204030203" pitchFamily="34" charset="0"/>
              </a:defRPr>
            </a:lvl4pPr>
            <a:lvl5pPr>
              <a:defRPr sz="2000">
                <a:latin typeface="Lato" panose="020F0502020204030203" pitchFamily="34" charset="0"/>
                <a:ea typeface="Lato" panose="020F0502020204030203" pitchFamily="34" charset="0"/>
                <a:cs typeface="Lato" panose="020F0502020204030203"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32A7B5B-92FB-4E5D-B31E-E3F9CD399E13}"/>
              </a:ext>
            </a:extLst>
          </p:cNvPr>
          <p:cNvSpPr>
            <a:spLocks noGrp="1"/>
          </p:cNvSpPr>
          <p:nvPr>
            <p:ph type="body" sz="half" idx="2"/>
          </p:nvPr>
        </p:nvSpPr>
        <p:spPr>
          <a:xfrm>
            <a:off x="839788" y="2049462"/>
            <a:ext cx="3932237" cy="3811588"/>
          </a:xfrm>
        </p:spPr>
        <p:txBody>
          <a:bodyPr/>
          <a:lstStyle>
            <a:lvl1pPr marL="0" indent="0">
              <a:buNone/>
              <a:defRPr sz="1600">
                <a:latin typeface="Lato" panose="020F0502020204030203" pitchFamily="34" charset="0"/>
                <a:ea typeface="Lato" panose="020F0502020204030203" pitchFamily="34" charset="0"/>
                <a:cs typeface="Lato" panose="020F050202020403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908C85-7951-42D4-9CC5-284957C38AD3}"/>
              </a:ext>
            </a:extLst>
          </p:cNvPr>
          <p:cNvSpPr>
            <a:spLocks noGrp="1"/>
          </p:cNvSpPr>
          <p:nvPr>
            <p:ph type="dt" sz="half" idx="10"/>
          </p:nvPr>
        </p:nvSpPr>
        <p:spPr/>
        <p:txBody>
          <a:bodyPr/>
          <a:lstStyle/>
          <a:p>
            <a:fld id="{97E77389-B672-4B49-91AE-EB15C4230A07}" type="datetime1">
              <a:rPr lang="en-US" smtClean="0"/>
              <a:t>4/3/2020</a:t>
            </a:fld>
            <a:endParaRPr lang="en-US"/>
          </a:p>
        </p:txBody>
      </p:sp>
      <p:sp>
        <p:nvSpPr>
          <p:cNvPr id="6" name="Footer Placeholder 5">
            <a:extLst>
              <a:ext uri="{FF2B5EF4-FFF2-40B4-BE49-F238E27FC236}">
                <a16:creationId xmlns:a16="http://schemas.microsoft.com/office/drawing/2014/main" id="{9B3D06C6-D7B5-4421-8D5B-A394CE66A941}"/>
              </a:ext>
            </a:extLst>
          </p:cNvPr>
          <p:cNvSpPr>
            <a:spLocks noGrp="1"/>
          </p:cNvSpPr>
          <p:nvPr>
            <p:ph type="ftr" sz="quarter" idx="11"/>
          </p:nvPr>
        </p:nvSpPr>
        <p:spPr/>
        <p:txBody>
          <a:bodyPr/>
          <a:lstStyle/>
          <a:p>
            <a:r>
              <a:rPr lang="en-US"/>
              <a:t>Real-Time Pedestrian Detection and Tracking System for Intelligent Vehicles</a:t>
            </a:r>
          </a:p>
        </p:txBody>
      </p:sp>
      <p:sp>
        <p:nvSpPr>
          <p:cNvPr id="7" name="Slide Number Placeholder 6">
            <a:extLst>
              <a:ext uri="{FF2B5EF4-FFF2-40B4-BE49-F238E27FC236}">
                <a16:creationId xmlns:a16="http://schemas.microsoft.com/office/drawing/2014/main" id="{EB06B0FA-6AB9-4A92-808D-04AFEB6BEE02}"/>
              </a:ext>
            </a:extLst>
          </p:cNvPr>
          <p:cNvSpPr>
            <a:spLocks noGrp="1"/>
          </p:cNvSpPr>
          <p:nvPr>
            <p:ph type="sldNum" sz="quarter" idx="12"/>
          </p:nvPr>
        </p:nvSpPr>
        <p:spPr/>
        <p:txBody>
          <a:bodyPr/>
          <a:lstStyle/>
          <a:p>
            <a:fld id="{2F98ACD2-9D07-46C2-95A3-67E0301C77FE}" type="slidenum">
              <a:rPr lang="en-US" smtClean="0"/>
              <a:t>‹#›</a:t>
            </a:fld>
            <a:endParaRPr lang="en-US"/>
          </a:p>
        </p:txBody>
      </p:sp>
      <p:pic>
        <p:nvPicPr>
          <p:cNvPr id="9" name="Picture 8" descr="A picture containing food, drawing&#10;&#10;Description automatically generated">
            <a:extLst>
              <a:ext uri="{FF2B5EF4-FFF2-40B4-BE49-F238E27FC236}">
                <a16:creationId xmlns:a16="http://schemas.microsoft.com/office/drawing/2014/main" id="{F13ED45D-4F75-45D8-AE4B-7DA26FFBC54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33696" y="148925"/>
            <a:ext cx="1421130" cy="375285"/>
          </a:xfrm>
          <a:prstGeom prst="rect">
            <a:avLst/>
          </a:prstGeom>
        </p:spPr>
      </p:pic>
    </p:spTree>
    <p:extLst>
      <p:ext uri="{BB962C8B-B14F-4D97-AF65-F5344CB8AC3E}">
        <p14:creationId xmlns:p14="http://schemas.microsoft.com/office/powerpoint/2010/main" val="315424651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5F479-75D2-40C9-8D57-CB1E75221D03}"/>
              </a:ext>
            </a:extLst>
          </p:cNvPr>
          <p:cNvSpPr>
            <a:spLocks noGrp="1"/>
          </p:cNvSpPr>
          <p:nvPr>
            <p:ph type="title"/>
          </p:nvPr>
        </p:nvSpPr>
        <p:spPr>
          <a:xfrm>
            <a:off x="839788" y="457200"/>
            <a:ext cx="3932237" cy="1600200"/>
          </a:xfrm>
        </p:spPr>
        <p:txBody>
          <a:bodyPr anchor="b"/>
          <a:lstStyle>
            <a:lvl1pPr>
              <a:defRPr sz="3200">
                <a:latin typeface="Lato" panose="020F0502020204030203" pitchFamily="34" charset="0"/>
                <a:ea typeface="Lato" panose="020F0502020204030203" pitchFamily="34" charset="0"/>
                <a:cs typeface="Lato" panose="020F0502020204030203" pitchFamily="34" charset="0"/>
              </a:defRPr>
            </a:lvl1pPr>
          </a:lstStyle>
          <a:p>
            <a:r>
              <a:rPr lang="en-US"/>
              <a:t>Click to edit Master title style</a:t>
            </a:r>
          </a:p>
        </p:txBody>
      </p:sp>
      <p:sp>
        <p:nvSpPr>
          <p:cNvPr id="3" name="Picture Placeholder 2">
            <a:extLst>
              <a:ext uri="{FF2B5EF4-FFF2-40B4-BE49-F238E27FC236}">
                <a16:creationId xmlns:a16="http://schemas.microsoft.com/office/drawing/2014/main" id="{2CB02C0B-C256-45A6-922B-CE0F7747FBD9}"/>
              </a:ext>
            </a:extLst>
          </p:cNvPr>
          <p:cNvSpPr>
            <a:spLocks noGrp="1"/>
          </p:cNvSpPr>
          <p:nvPr>
            <p:ph type="pic" idx="1"/>
          </p:nvPr>
        </p:nvSpPr>
        <p:spPr>
          <a:xfrm>
            <a:off x="5183188" y="987425"/>
            <a:ext cx="6172200" cy="4873625"/>
          </a:xfrm>
        </p:spPr>
        <p:txBody>
          <a:bodyPr/>
          <a:lstStyle>
            <a:lvl1pPr marL="0" indent="0">
              <a:buNone/>
              <a:defRPr sz="3200">
                <a:latin typeface="Lato" panose="020F0502020204030203" pitchFamily="34" charset="0"/>
                <a:ea typeface="Lato" panose="020F0502020204030203" pitchFamily="34" charset="0"/>
                <a:cs typeface="Lato" panose="020F0502020204030203"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F643E3C-CACF-4350-8B24-D63DF4F7F9D7}"/>
              </a:ext>
            </a:extLst>
          </p:cNvPr>
          <p:cNvSpPr>
            <a:spLocks noGrp="1"/>
          </p:cNvSpPr>
          <p:nvPr>
            <p:ph type="body" sz="half" idx="2"/>
          </p:nvPr>
        </p:nvSpPr>
        <p:spPr>
          <a:xfrm>
            <a:off x="839788" y="2057400"/>
            <a:ext cx="3932237" cy="3811588"/>
          </a:xfrm>
        </p:spPr>
        <p:txBody>
          <a:bodyPr/>
          <a:lstStyle>
            <a:lvl1pPr marL="0" indent="0">
              <a:buNone/>
              <a:defRPr sz="1600">
                <a:latin typeface="Lato" panose="020F0502020204030203" pitchFamily="34" charset="0"/>
                <a:ea typeface="Lato" panose="020F0502020204030203" pitchFamily="34" charset="0"/>
                <a:cs typeface="Lato" panose="020F050202020403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601E35-74D0-4D5E-954B-662CBCF6AA47}"/>
              </a:ext>
            </a:extLst>
          </p:cNvPr>
          <p:cNvSpPr>
            <a:spLocks noGrp="1"/>
          </p:cNvSpPr>
          <p:nvPr>
            <p:ph type="dt" sz="half" idx="10"/>
          </p:nvPr>
        </p:nvSpPr>
        <p:spPr/>
        <p:txBody>
          <a:bodyPr/>
          <a:lstStyle/>
          <a:p>
            <a:fld id="{7075E838-1DAC-4787-AB16-AE5764F2D9FF}" type="datetime1">
              <a:rPr lang="en-US" smtClean="0"/>
              <a:t>4/3/2020</a:t>
            </a:fld>
            <a:endParaRPr lang="en-US"/>
          </a:p>
        </p:txBody>
      </p:sp>
      <p:sp>
        <p:nvSpPr>
          <p:cNvPr id="6" name="Footer Placeholder 5">
            <a:extLst>
              <a:ext uri="{FF2B5EF4-FFF2-40B4-BE49-F238E27FC236}">
                <a16:creationId xmlns:a16="http://schemas.microsoft.com/office/drawing/2014/main" id="{508CEDDE-2B9B-4C91-A6B7-C05F41962BAA}"/>
              </a:ext>
            </a:extLst>
          </p:cNvPr>
          <p:cNvSpPr>
            <a:spLocks noGrp="1"/>
          </p:cNvSpPr>
          <p:nvPr>
            <p:ph type="ftr" sz="quarter" idx="11"/>
          </p:nvPr>
        </p:nvSpPr>
        <p:spPr/>
        <p:txBody>
          <a:bodyPr/>
          <a:lstStyle/>
          <a:p>
            <a:r>
              <a:rPr lang="en-US"/>
              <a:t>Real-Time Pedestrian Detection and Tracking System for Intelligent Vehicles</a:t>
            </a:r>
          </a:p>
        </p:txBody>
      </p:sp>
      <p:sp>
        <p:nvSpPr>
          <p:cNvPr id="7" name="Slide Number Placeholder 6">
            <a:extLst>
              <a:ext uri="{FF2B5EF4-FFF2-40B4-BE49-F238E27FC236}">
                <a16:creationId xmlns:a16="http://schemas.microsoft.com/office/drawing/2014/main" id="{FD3A5337-8256-432C-B5B8-434E363EBB4E}"/>
              </a:ext>
            </a:extLst>
          </p:cNvPr>
          <p:cNvSpPr>
            <a:spLocks noGrp="1"/>
          </p:cNvSpPr>
          <p:nvPr>
            <p:ph type="sldNum" sz="quarter" idx="12"/>
          </p:nvPr>
        </p:nvSpPr>
        <p:spPr/>
        <p:txBody>
          <a:bodyPr/>
          <a:lstStyle/>
          <a:p>
            <a:fld id="{2F98ACD2-9D07-46C2-95A3-67E0301C77FE}" type="slidenum">
              <a:rPr lang="en-US" smtClean="0"/>
              <a:t>‹#›</a:t>
            </a:fld>
            <a:endParaRPr lang="en-US"/>
          </a:p>
        </p:txBody>
      </p:sp>
      <p:pic>
        <p:nvPicPr>
          <p:cNvPr id="9" name="Picture 8" descr="A picture containing food, drawing&#10;&#10;Description automatically generated">
            <a:extLst>
              <a:ext uri="{FF2B5EF4-FFF2-40B4-BE49-F238E27FC236}">
                <a16:creationId xmlns:a16="http://schemas.microsoft.com/office/drawing/2014/main" id="{DA17828C-ED49-46FF-8E0B-C5A3FEF4DDE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33696" y="148925"/>
            <a:ext cx="1421130" cy="375285"/>
          </a:xfrm>
          <a:prstGeom prst="rect">
            <a:avLst/>
          </a:prstGeom>
        </p:spPr>
      </p:pic>
    </p:spTree>
    <p:extLst>
      <p:ext uri="{BB962C8B-B14F-4D97-AF65-F5344CB8AC3E}">
        <p14:creationId xmlns:p14="http://schemas.microsoft.com/office/powerpoint/2010/main" val="74879274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809CF-1715-4EE5-88B2-043238A546F0}"/>
              </a:ext>
            </a:extLst>
          </p:cNvPr>
          <p:cNvSpPr>
            <a:spLocks noGrp="1"/>
          </p:cNvSpPr>
          <p:nvPr>
            <p:ph type="title"/>
          </p:nvPr>
        </p:nvSpPr>
        <p:spPr/>
        <p:txBody>
          <a:bodyPr/>
          <a:lstStyle>
            <a:lvl1pPr>
              <a:defRPr b="1">
                <a:latin typeface="Raleway" panose="020B0503030101060003" pitchFamily="34" charset="0"/>
              </a:defRPr>
            </a:lvl1pPr>
          </a:lstStyle>
          <a:p>
            <a:r>
              <a:rPr lang="en-US"/>
              <a:t>Click to edit Master title style</a:t>
            </a:r>
          </a:p>
        </p:txBody>
      </p:sp>
      <p:sp>
        <p:nvSpPr>
          <p:cNvPr id="3" name="Vertical Text Placeholder 2">
            <a:extLst>
              <a:ext uri="{FF2B5EF4-FFF2-40B4-BE49-F238E27FC236}">
                <a16:creationId xmlns:a16="http://schemas.microsoft.com/office/drawing/2014/main" id="{D0A45969-0AEE-42D1-BD21-C4B1B7B8EB0D}"/>
              </a:ext>
            </a:extLst>
          </p:cNvPr>
          <p:cNvSpPr>
            <a:spLocks noGrp="1"/>
          </p:cNvSpPr>
          <p:nvPr>
            <p:ph type="body" orient="vert" idx="1"/>
          </p:nvPr>
        </p:nvSpPr>
        <p:spPr/>
        <p:txBody>
          <a:bodyPr vert="eaVert"/>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F59EB4-ABBB-42D5-A4AF-6E00D6068971}"/>
              </a:ext>
            </a:extLst>
          </p:cNvPr>
          <p:cNvSpPr>
            <a:spLocks noGrp="1"/>
          </p:cNvSpPr>
          <p:nvPr>
            <p:ph type="dt" sz="half" idx="10"/>
          </p:nvPr>
        </p:nvSpPr>
        <p:spPr/>
        <p:txBody>
          <a:bodyPr/>
          <a:lstStyle/>
          <a:p>
            <a:fld id="{77B21E5D-7E5F-4F30-8E0D-A24482BCD3B7}" type="datetime1">
              <a:rPr lang="en-US" smtClean="0"/>
              <a:t>4/3/2020</a:t>
            </a:fld>
            <a:endParaRPr lang="en-US"/>
          </a:p>
        </p:txBody>
      </p:sp>
      <p:sp>
        <p:nvSpPr>
          <p:cNvPr id="5" name="Footer Placeholder 4">
            <a:extLst>
              <a:ext uri="{FF2B5EF4-FFF2-40B4-BE49-F238E27FC236}">
                <a16:creationId xmlns:a16="http://schemas.microsoft.com/office/drawing/2014/main" id="{9F8B867C-7742-403C-B52E-9EA3B16D5D88}"/>
              </a:ext>
            </a:extLst>
          </p:cNvPr>
          <p:cNvSpPr>
            <a:spLocks noGrp="1"/>
          </p:cNvSpPr>
          <p:nvPr>
            <p:ph type="ftr" sz="quarter" idx="11"/>
          </p:nvPr>
        </p:nvSpPr>
        <p:spPr/>
        <p:txBody>
          <a:bodyPr/>
          <a:lstStyle/>
          <a:p>
            <a:r>
              <a:rPr lang="en-US"/>
              <a:t>Real-Time Pedestrian Detection and Tracking System for Intelligent Vehicles</a:t>
            </a:r>
          </a:p>
        </p:txBody>
      </p:sp>
      <p:sp>
        <p:nvSpPr>
          <p:cNvPr id="6" name="Slide Number Placeholder 5">
            <a:extLst>
              <a:ext uri="{FF2B5EF4-FFF2-40B4-BE49-F238E27FC236}">
                <a16:creationId xmlns:a16="http://schemas.microsoft.com/office/drawing/2014/main" id="{C4163836-AB3F-49F8-BD23-EB45B0601C04}"/>
              </a:ext>
            </a:extLst>
          </p:cNvPr>
          <p:cNvSpPr>
            <a:spLocks noGrp="1"/>
          </p:cNvSpPr>
          <p:nvPr>
            <p:ph type="sldNum" sz="quarter" idx="12"/>
          </p:nvPr>
        </p:nvSpPr>
        <p:spPr/>
        <p:txBody>
          <a:bodyPr/>
          <a:lstStyle/>
          <a:p>
            <a:fld id="{2F98ACD2-9D07-46C2-95A3-67E0301C77FE}" type="slidenum">
              <a:rPr lang="en-US" smtClean="0"/>
              <a:t>‹#›</a:t>
            </a:fld>
            <a:endParaRPr lang="en-US"/>
          </a:p>
        </p:txBody>
      </p:sp>
      <p:pic>
        <p:nvPicPr>
          <p:cNvPr id="8" name="Picture 7" descr="A picture containing food, drawing&#10;&#10;Description automatically generated">
            <a:extLst>
              <a:ext uri="{FF2B5EF4-FFF2-40B4-BE49-F238E27FC236}">
                <a16:creationId xmlns:a16="http://schemas.microsoft.com/office/drawing/2014/main" id="{6BD24D5A-E561-4547-B6E1-A3A85DB78C7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33696" y="148925"/>
            <a:ext cx="1421130" cy="375285"/>
          </a:xfrm>
          <a:prstGeom prst="rect">
            <a:avLst/>
          </a:prstGeom>
        </p:spPr>
      </p:pic>
    </p:spTree>
    <p:extLst>
      <p:ext uri="{BB962C8B-B14F-4D97-AF65-F5344CB8AC3E}">
        <p14:creationId xmlns:p14="http://schemas.microsoft.com/office/powerpoint/2010/main" val="30447123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4B31BB5-EF9F-4607-9817-8440570EDE78}"/>
              </a:ext>
            </a:extLst>
          </p:cNvPr>
          <p:cNvSpPr>
            <a:spLocks noGrp="1"/>
          </p:cNvSpPr>
          <p:nvPr>
            <p:ph type="title" orient="vert"/>
          </p:nvPr>
        </p:nvSpPr>
        <p:spPr>
          <a:xfrm>
            <a:off x="8724900" y="365125"/>
            <a:ext cx="2628900" cy="5811838"/>
          </a:xfrm>
        </p:spPr>
        <p:txBody>
          <a:bodyPr vert="eaVert"/>
          <a:lstStyle>
            <a:lvl1pPr>
              <a:defRPr b="1">
                <a:latin typeface="Raleway" panose="020B0503030101060003" pitchFamily="34" charset="0"/>
              </a:defRPr>
            </a:lvl1pPr>
          </a:lstStyle>
          <a:p>
            <a:r>
              <a:rPr lang="en-US"/>
              <a:t>Click to edit Master title style</a:t>
            </a:r>
          </a:p>
        </p:txBody>
      </p:sp>
      <p:sp>
        <p:nvSpPr>
          <p:cNvPr id="3" name="Vertical Text Placeholder 2">
            <a:extLst>
              <a:ext uri="{FF2B5EF4-FFF2-40B4-BE49-F238E27FC236}">
                <a16:creationId xmlns:a16="http://schemas.microsoft.com/office/drawing/2014/main" id="{9B582B74-37EC-4E77-ABD6-92A357538EAC}"/>
              </a:ext>
            </a:extLst>
          </p:cNvPr>
          <p:cNvSpPr>
            <a:spLocks noGrp="1"/>
          </p:cNvSpPr>
          <p:nvPr>
            <p:ph type="body" orient="vert" idx="1"/>
          </p:nvPr>
        </p:nvSpPr>
        <p:spPr>
          <a:xfrm>
            <a:off x="838200" y="365125"/>
            <a:ext cx="7734300" cy="5811838"/>
          </a:xfrm>
        </p:spPr>
        <p:txBody>
          <a:bodyPr vert="eaVert"/>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A2CE77-F846-4B80-AA37-3AF968D008FE}"/>
              </a:ext>
            </a:extLst>
          </p:cNvPr>
          <p:cNvSpPr>
            <a:spLocks noGrp="1"/>
          </p:cNvSpPr>
          <p:nvPr>
            <p:ph type="dt" sz="half" idx="10"/>
          </p:nvPr>
        </p:nvSpPr>
        <p:spPr/>
        <p:txBody>
          <a:bodyPr/>
          <a:lstStyle/>
          <a:p>
            <a:fld id="{15572E21-C124-4E35-B858-572652BB1B76}" type="datetime1">
              <a:rPr lang="en-US" smtClean="0"/>
              <a:t>4/3/2020</a:t>
            </a:fld>
            <a:endParaRPr lang="en-US"/>
          </a:p>
        </p:txBody>
      </p:sp>
      <p:sp>
        <p:nvSpPr>
          <p:cNvPr id="5" name="Footer Placeholder 4">
            <a:extLst>
              <a:ext uri="{FF2B5EF4-FFF2-40B4-BE49-F238E27FC236}">
                <a16:creationId xmlns:a16="http://schemas.microsoft.com/office/drawing/2014/main" id="{71F2A3D7-799A-4823-8342-989656062109}"/>
              </a:ext>
            </a:extLst>
          </p:cNvPr>
          <p:cNvSpPr>
            <a:spLocks noGrp="1"/>
          </p:cNvSpPr>
          <p:nvPr>
            <p:ph type="ftr" sz="quarter" idx="11"/>
          </p:nvPr>
        </p:nvSpPr>
        <p:spPr/>
        <p:txBody>
          <a:bodyPr/>
          <a:lstStyle/>
          <a:p>
            <a:r>
              <a:rPr lang="en-US"/>
              <a:t>Real-Time Pedestrian Detection and Tracking System for Intelligent Vehicles</a:t>
            </a:r>
          </a:p>
        </p:txBody>
      </p:sp>
      <p:sp>
        <p:nvSpPr>
          <p:cNvPr id="6" name="Slide Number Placeholder 5">
            <a:extLst>
              <a:ext uri="{FF2B5EF4-FFF2-40B4-BE49-F238E27FC236}">
                <a16:creationId xmlns:a16="http://schemas.microsoft.com/office/drawing/2014/main" id="{66A568C3-6884-47FD-BF6C-F35F715A25A3}"/>
              </a:ext>
            </a:extLst>
          </p:cNvPr>
          <p:cNvSpPr>
            <a:spLocks noGrp="1"/>
          </p:cNvSpPr>
          <p:nvPr>
            <p:ph type="sldNum" sz="quarter" idx="12"/>
          </p:nvPr>
        </p:nvSpPr>
        <p:spPr/>
        <p:txBody>
          <a:bodyPr/>
          <a:lstStyle/>
          <a:p>
            <a:fld id="{2F98ACD2-9D07-46C2-95A3-67E0301C77FE}" type="slidenum">
              <a:rPr lang="en-US" smtClean="0"/>
              <a:t>‹#›</a:t>
            </a:fld>
            <a:endParaRPr lang="en-US"/>
          </a:p>
        </p:txBody>
      </p:sp>
      <p:pic>
        <p:nvPicPr>
          <p:cNvPr id="9" name="Picture 8" descr="A picture containing food, drawing&#10;&#10;Description automatically generated">
            <a:extLst>
              <a:ext uri="{FF2B5EF4-FFF2-40B4-BE49-F238E27FC236}">
                <a16:creationId xmlns:a16="http://schemas.microsoft.com/office/drawing/2014/main" id="{23680B26-B87A-447C-B5C5-FB11E9C40E7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5400000">
            <a:off x="10878893" y="1092881"/>
            <a:ext cx="1421130" cy="375285"/>
          </a:xfrm>
          <a:prstGeom prst="rect">
            <a:avLst/>
          </a:prstGeom>
        </p:spPr>
      </p:pic>
    </p:spTree>
    <p:extLst>
      <p:ext uri="{BB962C8B-B14F-4D97-AF65-F5344CB8AC3E}">
        <p14:creationId xmlns:p14="http://schemas.microsoft.com/office/powerpoint/2010/main" val="30388007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F2543D6-6A80-4AA5-A800-F9A022B78D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E0DB6ED-32F8-432B-A6EF-962AAA98B20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A06D99-8948-4235-A408-1CA77E5E05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869DBA4-6094-4A64-AE58-0DAA59EAD2B1}" type="datetime1">
              <a:rPr lang="en-US" smtClean="0"/>
              <a:t>4/3/2020</a:t>
            </a:fld>
            <a:endParaRPr lang="en-US"/>
          </a:p>
        </p:txBody>
      </p:sp>
      <p:sp>
        <p:nvSpPr>
          <p:cNvPr id="5" name="Footer Placeholder 4">
            <a:extLst>
              <a:ext uri="{FF2B5EF4-FFF2-40B4-BE49-F238E27FC236}">
                <a16:creationId xmlns:a16="http://schemas.microsoft.com/office/drawing/2014/main" id="{DF2DCA3F-1ACA-47C5-801A-3526205CAF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SEER - A Real-Time Pedestrian Detection and Tracking System for Intelligent Vehicles</a:t>
            </a:r>
          </a:p>
        </p:txBody>
      </p:sp>
      <p:sp>
        <p:nvSpPr>
          <p:cNvPr id="6" name="Slide Number Placeholder 5">
            <a:extLst>
              <a:ext uri="{FF2B5EF4-FFF2-40B4-BE49-F238E27FC236}">
                <a16:creationId xmlns:a16="http://schemas.microsoft.com/office/drawing/2014/main" id="{DF23080C-9873-464E-A16A-ED15FA3E312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98ACD2-9D07-46C2-95A3-67E0301C77FE}" type="slidenum">
              <a:rPr lang="en-US" smtClean="0"/>
              <a:t>‹#›</a:t>
            </a:fld>
            <a:endParaRPr lang="en-US"/>
          </a:p>
        </p:txBody>
      </p:sp>
    </p:spTree>
    <p:extLst>
      <p:ext uri="{BB962C8B-B14F-4D97-AF65-F5344CB8AC3E}">
        <p14:creationId xmlns:p14="http://schemas.microsoft.com/office/powerpoint/2010/main" val="3354390932"/>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51" r:id="rId4"/>
    <p:sldLayoutId id="2147483652" r:id="rId5"/>
    <p:sldLayoutId id="2147483653" r:id="rId6"/>
    <p:sldLayoutId id="2147483654" r:id="rId7"/>
    <p:sldLayoutId id="2147483655" r:id="rId8"/>
    <p:sldLayoutId id="2147483661" r:id="rId9"/>
    <p:sldLayoutId id="2147483656" r:id="rId10"/>
    <p:sldLayoutId id="2147483657" r:id="rId11"/>
    <p:sldLayoutId id="2147483658" r:id="rId12"/>
    <p:sldLayoutId id="2147483659" r:id="rId13"/>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F2543D6-6A80-4AA5-A800-F9A022B78D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E0DB6ED-32F8-432B-A6EF-962AAA98B20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A06D99-8948-4235-A408-1CA77E5E05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713EBD-5492-4C57-9F76-FD56E80F7382}" type="datetime1">
              <a:rPr lang="en-US" smtClean="0"/>
              <a:t>4/3/2020</a:t>
            </a:fld>
            <a:endParaRPr lang="en-US"/>
          </a:p>
        </p:txBody>
      </p:sp>
      <p:sp>
        <p:nvSpPr>
          <p:cNvPr id="5" name="Footer Placeholder 4">
            <a:extLst>
              <a:ext uri="{FF2B5EF4-FFF2-40B4-BE49-F238E27FC236}">
                <a16:creationId xmlns:a16="http://schemas.microsoft.com/office/drawing/2014/main" id="{DF2DCA3F-1ACA-47C5-801A-3526205CAF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Real-Time Pedestrian Detection and Tracking System for Intelligent Vehicles</a:t>
            </a:r>
          </a:p>
        </p:txBody>
      </p:sp>
      <p:sp>
        <p:nvSpPr>
          <p:cNvPr id="6" name="Slide Number Placeholder 5">
            <a:extLst>
              <a:ext uri="{FF2B5EF4-FFF2-40B4-BE49-F238E27FC236}">
                <a16:creationId xmlns:a16="http://schemas.microsoft.com/office/drawing/2014/main" id="{DF23080C-9873-464E-A16A-ED15FA3E312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98ACD2-9D07-46C2-95A3-67E0301C77FE}" type="slidenum">
              <a:rPr lang="en-US" smtClean="0"/>
              <a:t>‹#›</a:t>
            </a:fld>
            <a:endParaRPr lang="en-US"/>
          </a:p>
        </p:txBody>
      </p:sp>
    </p:spTree>
    <p:extLst>
      <p:ext uri="{BB962C8B-B14F-4D97-AF65-F5344CB8AC3E}">
        <p14:creationId xmlns:p14="http://schemas.microsoft.com/office/powerpoint/2010/main" val="3919316023"/>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9.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5.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6.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5.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8" Type="http://schemas.openxmlformats.org/officeDocument/2006/relationships/diagramLayout" Target="../diagrams/layout6.xml"/><Relationship Id="rId13" Type="http://schemas.openxmlformats.org/officeDocument/2006/relationships/diagramLayout" Target="../diagrams/layout7.xml"/><Relationship Id="rId3" Type="http://schemas.openxmlformats.org/officeDocument/2006/relationships/diagramLayout" Target="../diagrams/layout5.xml"/><Relationship Id="rId7" Type="http://schemas.openxmlformats.org/officeDocument/2006/relationships/diagramData" Target="../diagrams/data6.xml"/><Relationship Id="rId12" Type="http://schemas.openxmlformats.org/officeDocument/2006/relationships/diagramData" Target="../diagrams/data7.xml"/><Relationship Id="rId2" Type="http://schemas.openxmlformats.org/officeDocument/2006/relationships/diagramData" Target="../diagrams/data5.xml"/><Relationship Id="rId16" Type="http://schemas.microsoft.com/office/2007/relationships/diagramDrawing" Target="../diagrams/drawing7.xml"/><Relationship Id="rId1" Type="http://schemas.openxmlformats.org/officeDocument/2006/relationships/slideLayout" Target="../slideLayouts/slideLayout5.xml"/><Relationship Id="rId6" Type="http://schemas.microsoft.com/office/2007/relationships/diagramDrawing" Target="../diagrams/drawing5.xml"/><Relationship Id="rId11" Type="http://schemas.microsoft.com/office/2007/relationships/diagramDrawing" Target="../diagrams/drawing6.xml"/><Relationship Id="rId5" Type="http://schemas.openxmlformats.org/officeDocument/2006/relationships/diagramColors" Target="../diagrams/colors5.xml"/><Relationship Id="rId15" Type="http://schemas.openxmlformats.org/officeDocument/2006/relationships/diagramColors" Target="../diagrams/colors7.xml"/><Relationship Id="rId10" Type="http://schemas.openxmlformats.org/officeDocument/2006/relationships/diagramColors" Target="../diagrams/colors6.xml"/><Relationship Id="rId4" Type="http://schemas.openxmlformats.org/officeDocument/2006/relationships/diagramQuickStyle" Target="../diagrams/quickStyle5.xml"/><Relationship Id="rId9" Type="http://schemas.openxmlformats.org/officeDocument/2006/relationships/diagramQuickStyle" Target="../diagrams/quickStyle6.xml"/><Relationship Id="rId14" Type="http://schemas.openxmlformats.org/officeDocument/2006/relationships/diagramQuickStyle" Target="../diagrams/quickStyle7.xml"/></Relationships>
</file>

<file path=ppt/slides/_rels/slide20.xml.rels><?xml version="1.0" encoding="UTF-8" standalone="yes"?>
<Relationships xmlns="http://schemas.openxmlformats.org/package/2006/relationships"><Relationship Id="rId8" Type="http://schemas.openxmlformats.org/officeDocument/2006/relationships/diagramLayout" Target="../diagrams/layout9.xml"/><Relationship Id="rId13" Type="http://schemas.openxmlformats.org/officeDocument/2006/relationships/diagramLayout" Target="../diagrams/layout10.xml"/><Relationship Id="rId18" Type="http://schemas.openxmlformats.org/officeDocument/2006/relationships/diagramLayout" Target="../diagrams/layout11.xml"/><Relationship Id="rId3" Type="http://schemas.openxmlformats.org/officeDocument/2006/relationships/diagramLayout" Target="../diagrams/layout8.xml"/><Relationship Id="rId21" Type="http://schemas.microsoft.com/office/2007/relationships/diagramDrawing" Target="../diagrams/drawing11.xml"/><Relationship Id="rId7" Type="http://schemas.openxmlformats.org/officeDocument/2006/relationships/diagramData" Target="../diagrams/data9.xml"/><Relationship Id="rId12" Type="http://schemas.openxmlformats.org/officeDocument/2006/relationships/diagramData" Target="../diagrams/data10.xml"/><Relationship Id="rId17" Type="http://schemas.openxmlformats.org/officeDocument/2006/relationships/diagramData" Target="../diagrams/data11.xml"/><Relationship Id="rId2" Type="http://schemas.openxmlformats.org/officeDocument/2006/relationships/diagramData" Target="../diagrams/data8.xml"/><Relationship Id="rId16" Type="http://schemas.microsoft.com/office/2007/relationships/diagramDrawing" Target="../diagrams/drawing10.xml"/><Relationship Id="rId20" Type="http://schemas.openxmlformats.org/officeDocument/2006/relationships/diagramColors" Target="../diagrams/colors11.xml"/><Relationship Id="rId1" Type="http://schemas.openxmlformats.org/officeDocument/2006/relationships/slideLayout" Target="../slideLayouts/slideLayout5.xml"/><Relationship Id="rId6" Type="http://schemas.microsoft.com/office/2007/relationships/diagramDrawing" Target="../diagrams/drawing8.xml"/><Relationship Id="rId11" Type="http://schemas.microsoft.com/office/2007/relationships/diagramDrawing" Target="../diagrams/drawing9.xml"/><Relationship Id="rId5" Type="http://schemas.openxmlformats.org/officeDocument/2006/relationships/diagramColors" Target="../diagrams/colors8.xml"/><Relationship Id="rId15" Type="http://schemas.openxmlformats.org/officeDocument/2006/relationships/diagramColors" Target="../diagrams/colors10.xml"/><Relationship Id="rId10" Type="http://schemas.openxmlformats.org/officeDocument/2006/relationships/diagramColors" Target="../diagrams/colors9.xml"/><Relationship Id="rId19" Type="http://schemas.openxmlformats.org/officeDocument/2006/relationships/diagramQuickStyle" Target="../diagrams/quickStyle11.xml"/><Relationship Id="rId4" Type="http://schemas.openxmlformats.org/officeDocument/2006/relationships/diagramQuickStyle" Target="../diagrams/quickStyle8.xml"/><Relationship Id="rId9" Type="http://schemas.openxmlformats.org/officeDocument/2006/relationships/diagramQuickStyle" Target="../diagrams/quickStyle9.xml"/><Relationship Id="rId14" Type="http://schemas.openxmlformats.org/officeDocument/2006/relationships/diagramQuickStyle" Target="../diagrams/quickStyle10.xml"/></Relationships>
</file>

<file path=ppt/slides/_rels/slide21.xml.rels><?xml version="1.0" encoding="UTF-8" standalone="yes"?>
<Relationships xmlns="http://schemas.openxmlformats.org/package/2006/relationships"><Relationship Id="rId8" Type="http://schemas.openxmlformats.org/officeDocument/2006/relationships/diagramLayout" Target="../diagrams/layout13.xml"/><Relationship Id="rId13" Type="http://schemas.openxmlformats.org/officeDocument/2006/relationships/diagramLayout" Target="../diagrams/layout14.xml"/><Relationship Id="rId18" Type="http://schemas.openxmlformats.org/officeDocument/2006/relationships/diagramLayout" Target="../diagrams/layout15.xml"/><Relationship Id="rId3" Type="http://schemas.openxmlformats.org/officeDocument/2006/relationships/diagramLayout" Target="../diagrams/layout12.xml"/><Relationship Id="rId21" Type="http://schemas.microsoft.com/office/2007/relationships/diagramDrawing" Target="../diagrams/drawing15.xml"/><Relationship Id="rId7" Type="http://schemas.openxmlformats.org/officeDocument/2006/relationships/diagramData" Target="../diagrams/data13.xml"/><Relationship Id="rId12" Type="http://schemas.openxmlformats.org/officeDocument/2006/relationships/diagramData" Target="../diagrams/data14.xml"/><Relationship Id="rId17" Type="http://schemas.openxmlformats.org/officeDocument/2006/relationships/diagramData" Target="../diagrams/data15.xml"/><Relationship Id="rId2" Type="http://schemas.openxmlformats.org/officeDocument/2006/relationships/diagramData" Target="../diagrams/data12.xml"/><Relationship Id="rId16" Type="http://schemas.microsoft.com/office/2007/relationships/diagramDrawing" Target="../diagrams/drawing14.xml"/><Relationship Id="rId20" Type="http://schemas.openxmlformats.org/officeDocument/2006/relationships/diagramColors" Target="../diagrams/colors15.xml"/><Relationship Id="rId1" Type="http://schemas.openxmlformats.org/officeDocument/2006/relationships/slideLayout" Target="../slideLayouts/slideLayout5.xml"/><Relationship Id="rId6" Type="http://schemas.microsoft.com/office/2007/relationships/diagramDrawing" Target="../diagrams/drawing12.xml"/><Relationship Id="rId11" Type="http://schemas.microsoft.com/office/2007/relationships/diagramDrawing" Target="../diagrams/drawing13.xml"/><Relationship Id="rId5" Type="http://schemas.openxmlformats.org/officeDocument/2006/relationships/diagramColors" Target="../diagrams/colors12.xml"/><Relationship Id="rId15" Type="http://schemas.openxmlformats.org/officeDocument/2006/relationships/diagramColors" Target="../diagrams/colors14.xml"/><Relationship Id="rId10" Type="http://schemas.openxmlformats.org/officeDocument/2006/relationships/diagramColors" Target="../diagrams/colors13.xml"/><Relationship Id="rId19" Type="http://schemas.openxmlformats.org/officeDocument/2006/relationships/diagramQuickStyle" Target="../diagrams/quickStyle15.xml"/><Relationship Id="rId4" Type="http://schemas.openxmlformats.org/officeDocument/2006/relationships/diagramQuickStyle" Target="../diagrams/quickStyle12.xml"/><Relationship Id="rId9" Type="http://schemas.openxmlformats.org/officeDocument/2006/relationships/diagramQuickStyle" Target="../diagrams/quickStyle13.xml"/><Relationship Id="rId14" Type="http://schemas.openxmlformats.org/officeDocument/2006/relationships/diagramQuickStyle" Target="../diagrams/quickStyle14.xml"/></Relationships>
</file>

<file path=ppt/slides/_rels/slide2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37.svg"/><Relationship Id="rId7" Type="http://schemas.openxmlformats.org/officeDocument/2006/relationships/image" Target="../media/image41.svg"/><Relationship Id="rId2" Type="http://schemas.openxmlformats.org/officeDocument/2006/relationships/image" Target="../media/image36.png"/><Relationship Id="rId1" Type="http://schemas.openxmlformats.org/officeDocument/2006/relationships/slideLayout" Target="../slideLayouts/slideLayout9.xml"/><Relationship Id="rId6" Type="http://schemas.openxmlformats.org/officeDocument/2006/relationships/image" Target="../media/image40.png"/><Relationship Id="rId5" Type="http://schemas.openxmlformats.org/officeDocument/2006/relationships/image" Target="../media/image39.svg"/><Relationship Id="rId4" Type="http://schemas.openxmlformats.org/officeDocument/2006/relationships/image" Target="../media/image38.png"/></Relationships>
</file>

<file path=ppt/slides/_rels/slide24.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png"/><Relationship Id="rId1" Type="http://schemas.openxmlformats.org/officeDocument/2006/relationships/slideLayout" Target="../slideLayouts/slideLayout9.xml"/><Relationship Id="rId5" Type="http://schemas.openxmlformats.org/officeDocument/2006/relationships/image" Target="../media/image42.emf"/><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2.png"/><Relationship Id="rId1" Type="http://schemas.openxmlformats.org/officeDocument/2006/relationships/slideLayout" Target="../slideLayouts/slideLayout9.xml"/><Relationship Id="rId5" Type="http://schemas.openxmlformats.org/officeDocument/2006/relationships/image" Target="../media/image43.emf"/><Relationship Id="rId4" Type="http://schemas.openxmlformats.org/officeDocument/2006/relationships/image" Target="../media/image39.svg"/></Relationships>
</file>

<file path=ppt/slides/_rels/slide2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2.png"/><Relationship Id="rId1" Type="http://schemas.openxmlformats.org/officeDocument/2006/relationships/slideLayout" Target="../slideLayouts/slideLayout9.xml"/><Relationship Id="rId5" Type="http://schemas.openxmlformats.org/officeDocument/2006/relationships/image" Target="../media/image44.emf"/><Relationship Id="rId4" Type="http://schemas.openxmlformats.org/officeDocument/2006/relationships/image" Target="../media/image41.sv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Layout" Target="../slideLayouts/slideLayout9.xml"/><Relationship Id="rId5" Type="http://schemas.openxmlformats.org/officeDocument/2006/relationships/image" Target="../media/image48.svg"/><Relationship Id="rId4" Type="http://schemas.openxmlformats.org/officeDocument/2006/relationships/image" Target="../media/image47.png"/></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5.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Google Shape;191;p23">
            <a:extLst>
              <a:ext uri="{FF2B5EF4-FFF2-40B4-BE49-F238E27FC236}">
                <a16:creationId xmlns:a16="http://schemas.microsoft.com/office/drawing/2014/main" id="{3E06EB87-E05A-44C8-A212-8E096F1FAA6E}"/>
              </a:ext>
            </a:extLst>
          </p:cNvPr>
          <p:cNvSpPr/>
          <p:nvPr/>
        </p:nvSpPr>
        <p:spPr>
          <a:xfrm>
            <a:off x="0" y="0"/>
            <a:ext cx="4739148" cy="6858000"/>
          </a:xfrm>
          <a:prstGeom prst="rect">
            <a:avLst/>
          </a:prstGeom>
          <a:solidFill>
            <a:schemeClr val="tx1">
              <a:lumMod val="75000"/>
              <a:lumOff val="2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Rectangle 67">
            <a:extLst>
              <a:ext uri="{FF2B5EF4-FFF2-40B4-BE49-F238E27FC236}">
                <a16:creationId xmlns:a16="http://schemas.microsoft.com/office/drawing/2014/main" id="{1707FC24-6981-43D9-B525-C7832BA22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11449"/>
            <a:ext cx="4332307" cy="6179552"/>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1E4C8D-7EC8-47FF-A013-C5840358796B}"/>
              </a:ext>
            </a:extLst>
          </p:cNvPr>
          <p:cNvSpPr>
            <a:spLocks noGrp="1"/>
          </p:cNvSpPr>
          <p:nvPr>
            <p:ph type="ctrTitle"/>
          </p:nvPr>
        </p:nvSpPr>
        <p:spPr>
          <a:xfrm>
            <a:off x="0" y="2801135"/>
            <a:ext cx="4739148" cy="1255728"/>
          </a:xfrm>
          <a:prstGeom prst="rect">
            <a:avLst/>
          </a:prstGeom>
        </p:spPr>
        <p:txBody>
          <a:bodyPr vert="horz" lIns="182880" tIns="45720" rIns="182880" bIns="45720" rtlCol="0" anchor="ctr">
            <a:spAutoFit/>
          </a:bodyPr>
          <a:lstStyle/>
          <a:p>
            <a:r>
              <a:rPr lang="en-US" sz="2400" kern="1200">
                <a:solidFill>
                  <a:srgbClr val="FFFFFF"/>
                </a:solidFill>
                <a:latin typeface="Average" panose="02000503040000020003" charset="0"/>
              </a:rPr>
              <a:t>SEER</a:t>
            </a:r>
            <a:br>
              <a:rPr lang="en-US" sz="2400" kern="1200">
                <a:solidFill>
                  <a:srgbClr val="FFFFFF"/>
                </a:solidFill>
                <a:latin typeface="Average" panose="02000503040000020003" charset="0"/>
              </a:rPr>
            </a:br>
            <a:br>
              <a:rPr lang="en-US" sz="2400" kern="1200">
                <a:solidFill>
                  <a:srgbClr val="FFFFFF"/>
                </a:solidFill>
              </a:rPr>
            </a:br>
            <a:r>
              <a:rPr lang="en-US" sz="1800" b="0" i="1" kern="1200">
                <a:solidFill>
                  <a:srgbClr val="FFFFFF"/>
                </a:solidFill>
              </a:rPr>
              <a:t>A Real-Time Pedestrian Detection and Tracking System for Intelligent Vehicles</a:t>
            </a:r>
            <a:endParaRPr lang="en-US" sz="2400" kern="1200">
              <a:solidFill>
                <a:srgbClr val="FFFFFF"/>
              </a:solidFill>
            </a:endParaRPr>
          </a:p>
        </p:txBody>
      </p:sp>
      <p:pic>
        <p:nvPicPr>
          <p:cNvPr id="7" name="Picture 6" descr="A close up of a sign&#10;&#10;Description automatically generated">
            <a:extLst>
              <a:ext uri="{FF2B5EF4-FFF2-40B4-BE49-F238E27FC236}">
                <a16:creationId xmlns:a16="http://schemas.microsoft.com/office/drawing/2014/main" id="{EAA159C5-C9CB-463D-8117-17B35E7C73F6}"/>
              </a:ext>
            </a:extLst>
          </p:cNvPr>
          <p:cNvPicPr>
            <a:picLocks noChangeAspect="1"/>
          </p:cNvPicPr>
          <p:nvPr/>
        </p:nvPicPr>
        <p:blipFill rotWithShape="1">
          <a:blip r:embed="rId2">
            <a:extLst>
              <a:ext uri="{28A0092B-C50C-407E-A947-70E740481C1C}">
                <a14:useLocalDpi xmlns:a14="http://schemas.microsoft.com/office/drawing/2010/main" val="0"/>
              </a:ext>
            </a:extLst>
          </a:blip>
          <a:srcRect t="1242" r="2" b="2"/>
          <a:stretch/>
        </p:blipFill>
        <p:spPr>
          <a:xfrm>
            <a:off x="5847720" y="492573"/>
            <a:ext cx="5165749" cy="5880796"/>
          </a:xfrm>
          <a:prstGeom prst="rect">
            <a:avLst/>
          </a:prstGeom>
        </p:spPr>
      </p:pic>
      <p:pic>
        <p:nvPicPr>
          <p:cNvPr id="24" name="Picture 23" descr="A picture containing wheel, drawing&#10;&#10;Description automatically generated">
            <a:extLst>
              <a:ext uri="{FF2B5EF4-FFF2-40B4-BE49-F238E27FC236}">
                <a16:creationId xmlns:a16="http://schemas.microsoft.com/office/drawing/2014/main" id="{540D1E34-962D-422A-9FFF-5CB93A8447F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37523" y="2684210"/>
            <a:ext cx="587477" cy="587477"/>
          </a:xfrm>
          <a:prstGeom prst="rect">
            <a:avLst/>
          </a:prstGeom>
        </p:spPr>
      </p:pic>
    </p:spTree>
    <p:extLst>
      <p:ext uri="{BB962C8B-B14F-4D97-AF65-F5344CB8AC3E}">
        <p14:creationId xmlns:p14="http://schemas.microsoft.com/office/powerpoint/2010/main" val="2292312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838200" y="1412488"/>
            <a:ext cx="2899189" cy="4363844"/>
          </a:xfrm>
        </p:spPr>
        <p:txBody>
          <a:bodyPr anchor="t">
            <a:normAutofit/>
          </a:bodyPr>
          <a:lstStyle/>
          <a:p>
            <a:r>
              <a:rPr lang="en-US" sz="3200">
                <a:solidFill>
                  <a:srgbClr val="FFFFFF"/>
                </a:solidFill>
              </a:rPr>
              <a:t>Architecture</a:t>
            </a:r>
            <a:br>
              <a:rPr lang="en-US" sz="3200">
                <a:solidFill>
                  <a:srgbClr val="FFFFFF"/>
                </a:solidFill>
              </a:rPr>
            </a:br>
            <a:br>
              <a:rPr lang="en-US" sz="3200">
                <a:solidFill>
                  <a:srgbClr val="FFFFFF"/>
                </a:solidFill>
              </a:rPr>
            </a:br>
            <a:r>
              <a:rPr lang="en-US" sz="1600">
                <a:solidFill>
                  <a:srgbClr val="FFFFFF"/>
                </a:solidFill>
              </a:rPr>
              <a:t>Progress Report</a:t>
            </a:r>
            <a:endParaRPr lang="en-US" sz="3200">
              <a:solidFill>
                <a:srgbClr val="FFFFFF"/>
              </a:solidFill>
            </a:endParaRPr>
          </a:p>
        </p:txBody>
      </p:sp>
      <p:cxnSp>
        <p:nvCxnSpPr>
          <p:cNvPr id="15" name="Straight Connector 1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49830AE6-3D29-4888-9A98-CA7098D82180}"/>
              </a:ext>
            </a:extLst>
          </p:cNvPr>
          <p:cNvSpPr>
            <a:spLocks noGrp="1"/>
          </p:cNvSpPr>
          <p:nvPr>
            <p:ph type="ftr" sz="quarter" idx="11"/>
          </p:nvPr>
        </p:nvSpPr>
        <p:spPr>
          <a:xfrm>
            <a:off x="4380854" y="6356350"/>
            <a:ext cx="4059047" cy="365125"/>
          </a:xfrm>
        </p:spPr>
        <p:txBody>
          <a:bodyPr>
            <a:norm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SEER - A Real-Time Pedestrian Detection and Tracking System for Intelligent Vehicles</a:t>
            </a:r>
          </a:p>
        </p:txBody>
      </p: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9202366" y="6356350"/>
            <a:ext cx="2151434"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F98ACD2-9D07-46C2-95A3-67E0301C77F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1" name="Content Placeholder 7">
            <a:extLst>
              <a:ext uri="{FF2B5EF4-FFF2-40B4-BE49-F238E27FC236}">
                <a16:creationId xmlns:a16="http://schemas.microsoft.com/office/drawing/2014/main" id="{BB003D32-00BD-4546-BB15-66F3DB626FE6}"/>
              </a:ext>
            </a:extLst>
          </p:cNvPr>
          <p:cNvSpPr>
            <a:spLocks noGrp="1"/>
          </p:cNvSpPr>
          <p:nvPr>
            <p:ph idx="1"/>
          </p:nvPr>
        </p:nvSpPr>
        <p:spPr>
          <a:xfrm>
            <a:off x="4771316" y="553720"/>
            <a:ext cx="6582484" cy="5847360"/>
          </a:xfrm>
          <a:solidFill>
            <a:schemeClr val="bg1"/>
          </a:solidFill>
        </p:spPr>
        <p:txBody>
          <a:bodyPr vert="horz" lIns="91440" tIns="45720" rIns="91440" bIns="45720" rtlCol="0" anchor="t">
            <a:normAutofit/>
          </a:bodyPr>
          <a:lstStyle/>
          <a:p>
            <a:pPr marL="0" indent="0">
              <a:buNone/>
            </a:pPr>
            <a:r>
              <a:rPr lang="en-US" b="1">
                <a:latin typeface="Raleway"/>
              </a:rPr>
              <a:t>CONTENTS</a:t>
            </a:r>
            <a:endParaRPr lang="en-US" b="1">
              <a:latin typeface="Raleway" panose="020B0503030101060003" pitchFamily="34" charset="0"/>
            </a:endParaRPr>
          </a:p>
          <a:p>
            <a:r>
              <a:rPr lang="en-US" sz="1600">
                <a:latin typeface="Lato"/>
              </a:rPr>
              <a:t>Overview</a:t>
            </a:r>
            <a:endParaRPr lang="en-US">
              <a:latin typeface="Lato"/>
            </a:endParaRPr>
          </a:p>
          <a:p>
            <a:r>
              <a:rPr lang="en-US" sz="1600">
                <a:latin typeface="Lato"/>
              </a:rPr>
              <a:t>Phase 2</a:t>
            </a:r>
            <a:endParaRPr lang="en-US">
              <a:latin typeface="Lato"/>
            </a:endParaRPr>
          </a:p>
          <a:p>
            <a:pPr lvl="1">
              <a:spcBef>
                <a:spcPts val="1000"/>
              </a:spcBef>
            </a:pPr>
            <a:r>
              <a:rPr lang="en-US" sz="1200">
                <a:latin typeface="Lato"/>
              </a:rPr>
              <a:t>ITS</a:t>
            </a:r>
            <a:endParaRPr lang="en-US"/>
          </a:p>
          <a:p>
            <a:pPr lvl="1"/>
            <a:r>
              <a:rPr lang="en-US" sz="1200" err="1">
                <a:latin typeface="Lato"/>
              </a:rPr>
              <a:t>IoV</a:t>
            </a:r>
            <a:r>
              <a:rPr lang="en-US" sz="1200">
                <a:latin typeface="Lato"/>
              </a:rPr>
              <a:t> and VANET</a:t>
            </a:r>
          </a:p>
          <a:p>
            <a:pPr lvl="1"/>
            <a:r>
              <a:rPr lang="en-US" sz="1200">
                <a:latin typeface="Lato"/>
              </a:rPr>
              <a:t>Comparison of </a:t>
            </a:r>
            <a:r>
              <a:rPr lang="en-US" sz="1200" err="1">
                <a:latin typeface="Lato"/>
              </a:rPr>
              <a:t>IoV</a:t>
            </a:r>
            <a:r>
              <a:rPr lang="en-US" sz="1200">
                <a:latin typeface="Lato"/>
              </a:rPr>
              <a:t> and VANET</a:t>
            </a:r>
          </a:p>
          <a:p>
            <a:pPr lvl="1"/>
            <a:r>
              <a:rPr lang="en-US" sz="1200">
                <a:latin typeface="Lato"/>
              </a:rPr>
              <a:t>Communication technologies in </a:t>
            </a:r>
            <a:r>
              <a:rPr lang="en-US" sz="1200" err="1">
                <a:latin typeface="Lato"/>
              </a:rPr>
              <a:t>IoV</a:t>
            </a:r>
            <a:endParaRPr lang="en-US" sz="1200">
              <a:latin typeface="Lato"/>
            </a:endParaRPr>
          </a:p>
          <a:p>
            <a:pPr lvl="1"/>
            <a:r>
              <a:rPr lang="en-US" sz="1200">
                <a:latin typeface="Lato"/>
              </a:rPr>
              <a:t>Safety metrics</a:t>
            </a:r>
          </a:p>
          <a:p>
            <a:r>
              <a:rPr lang="en-US" sz="1600">
                <a:latin typeface="Lato"/>
              </a:rPr>
              <a:t>Phase 3</a:t>
            </a:r>
          </a:p>
          <a:p>
            <a:pPr lvl="1"/>
            <a:r>
              <a:rPr lang="en-US" sz="1200">
                <a:latin typeface="Lato"/>
              </a:rPr>
              <a:t>Physical architecture</a:t>
            </a:r>
            <a:endParaRPr lang="en-US" sz="1200"/>
          </a:p>
          <a:p>
            <a:pPr lvl="1"/>
            <a:r>
              <a:rPr lang="en-US" sz="1200">
                <a:latin typeface="Lato"/>
              </a:rPr>
              <a:t>System networking</a:t>
            </a:r>
          </a:p>
          <a:p>
            <a:pPr lvl="1"/>
            <a:r>
              <a:rPr lang="en-US" sz="1200">
                <a:latin typeface="Lato"/>
              </a:rPr>
              <a:t>Logical designs</a:t>
            </a:r>
          </a:p>
          <a:p>
            <a:pPr lvl="1"/>
            <a:r>
              <a:rPr lang="en-US" sz="1200">
                <a:latin typeface="Lato"/>
              </a:rPr>
              <a:t>Workflow</a:t>
            </a:r>
          </a:p>
          <a:p>
            <a:pPr lvl="1"/>
            <a:r>
              <a:rPr lang="en-US" sz="1200">
                <a:latin typeface="Lato"/>
              </a:rPr>
              <a:t>System prototype specification</a:t>
            </a:r>
          </a:p>
          <a:p>
            <a:r>
              <a:rPr lang="en-US" sz="1600">
                <a:latin typeface="Lato"/>
              </a:rPr>
              <a:t>Work Status</a:t>
            </a:r>
            <a:endParaRPr lang="en-US" sz="1600"/>
          </a:p>
          <a:p>
            <a:r>
              <a:rPr lang="en-US" sz="1600">
                <a:latin typeface="Lato"/>
              </a:rPr>
              <a:t>What's Next</a:t>
            </a:r>
          </a:p>
          <a:p>
            <a:r>
              <a:rPr lang="en-US" sz="1600">
                <a:latin typeface="Lato"/>
              </a:rPr>
              <a:t>Queries</a:t>
            </a:r>
            <a:endParaRPr lang="en-US" sz="1600"/>
          </a:p>
          <a:p>
            <a:endParaRPr lang="en-US" sz="1600"/>
          </a:p>
          <a:p>
            <a:pPr lvl="1"/>
            <a:endParaRPr lang="en-US" sz="1200"/>
          </a:p>
          <a:p>
            <a:endParaRPr lang="en-US"/>
          </a:p>
        </p:txBody>
      </p:sp>
    </p:spTree>
    <p:extLst>
      <p:ext uri="{BB962C8B-B14F-4D97-AF65-F5344CB8AC3E}">
        <p14:creationId xmlns:p14="http://schemas.microsoft.com/office/powerpoint/2010/main" val="1434633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8">
            <a:extLst>
              <a:ext uri="{FF2B5EF4-FFF2-40B4-BE49-F238E27FC236}">
                <a16:creationId xmlns:a16="http://schemas.microsoft.com/office/drawing/2014/main" id="{01D0AF59-99C3-4251-AB9A-C966C6AD44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0">
            <a:extLst>
              <a:ext uri="{FF2B5EF4-FFF2-40B4-BE49-F238E27FC236}">
                <a16:creationId xmlns:a16="http://schemas.microsoft.com/office/drawing/2014/main" id="{1855405F-37A2-4869-9154-F8BE3BECE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itle 1">
            <a:extLst>
              <a:ext uri="{FF2B5EF4-FFF2-40B4-BE49-F238E27FC236}">
                <a16:creationId xmlns:a16="http://schemas.microsoft.com/office/drawing/2014/main" id="{A5C64833-E1A7-4392-B418-CB913EAC19FD}"/>
              </a:ext>
            </a:extLst>
          </p:cNvPr>
          <p:cNvSpPr txBox="1">
            <a:spLocks/>
          </p:cNvSpPr>
          <p:nvPr/>
        </p:nvSpPr>
        <p:spPr>
          <a:xfrm>
            <a:off x="4990443" y="474841"/>
            <a:ext cx="2211113" cy="739056"/>
          </a:xfrm>
          <a:prstGeom prst="rect">
            <a:avLst/>
          </a:prstGeom>
        </p:spPr>
        <p:txBody>
          <a:bodyPr rIns="0">
            <a:normAutofit/>
          </a:bodyPr>
          <a:lstStyle>
            <a:lvl1pPr algn="l" defTabSz="914400" rtl="0" eaLnBrk="1" latinLnBrk="0" hangingPunct="1">
              <a:lnSpc>
                <a:spcPct val="90000"/>
              </a:lnSpc>
              <a:spcBef>
                <a:spcPct val="0"/>
              </a:spcBef>
              <a:buNone/>
              <a:defRPr lang="en-US" sz="3600" b="1" kern="1200">
                <a:solidFill>
                  <a:schemeClr val="tx1"/>
                </a:solidFill>
                <a:latin typeface="Helvetica" panose="020B0500000000000000"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1" i="0" u="none" strike="noStrike" kern="1200" cap="none" spc="0" normalizeH="0" baseline="0" noProof="0">
                <a:ln>
                  <a:noFill/>
                </a:ln>
                <a:solidFill>
                  <a:sysClr val="windowText" lastClr="000000"/>
                </a:solidFill>
                <a:effectLst/>
                <a:uLnTx/>
                <a:uFillTx/>
                <a:latin typeface="Raleway" panose="020B0503030101060003" pitchFamily="34" charset="0"/>
              </a:rPr>
              <a:t>Overview</a:t>
            </a:r>
          </a:p>
        </p:txBody>
      </p:sp>
      <p:grpSp>
        <p:nvGrpSpPr>
          <p:cNvPr id="31" name="Group 30">
            <a:extLst>
              <a:ext uri="{FF2B5EF4-FFF2-40B4-BE49-F238E27FC236}">
                <a16:creationId xmlns:a16="http://schemas.microsoft.com/office/drawing/2014/main" id="{05295D9C-ED71-4F18-81CB-6A3C5445C4C0}"/>
              </a:ext>
            </a:extLst>
          </p:cNvPr>
          <p:cNvGrpSpPr>
            <a:grpSpLocks noChangeAspect="1"/>
          </p:cNvGrpSpPr>
          <p:nvPr/>
        </p:nvGrpSpPr>
        <p:grpSpPr>
          <a:xfrm>
            <a:off x="7452090" y="1910541"/>
            <a:ext cx="1881286" cy="2014606"/>
            <a:chOff x="8540226" y="1753726"/>
            <a:chExt cx="2302399" cy="2489485"/>
          </a:xfrm>
        </p:grpSpPr>
        <p:sp>
          <p:nvSpPr>
            <p:cNvPr id="32" name="Arc 31">
              <a:extLst>
                <a:ext uri="{FF2B5EF4-FFF2-40B4-BE49-F238E27FC236}">
                  <a16:creationId xmlns:a16="http://schemas.microsoft.com/office/drawing/2014/main" id="{4F87ADC1-78C2-4223-93C3-DC21238EEA25}"/>
                </a:ext>
              </a:extLst>
            </p:cNvPr>
            <p:cNvSpPr/>
            <p:nvPr/>
          </p:nvSpPr>
          <p:spPr>
            <a:xfrm>
              <a:off x="9666557" y="3067143"/>
              <a:ext cx="1176068" cy="1176068"/>
            </a:xfrm>
            <a:prstGeom prst="arc">
              <a:avLst>
                <a:gd name="adj1" fmla="val 15956854"/>
                <a:gd name="adj2" fmla="val 10795556"/>
              </a:avLst>
            </a:prstGeom>
            <a:noFill/>
            <a:ln w="38100" cap="flat" cmpd="sng" algn="ctr">
              <a:solidFill>
                <a:srgbClr val="A2B969"/>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cxnSp>
          <p:nvCxnSpPr>
            <p:cNvPr id="33" name="Straight Connector 32">
              <a:extLst>
                <a:ext uri="{FF2B5EF4-FFF2-40B4-BE49-F238E27FC236}">
                  <a16:creationId xmlns:a16="http://schemas.microsoft.com/office/drawing/2014/main" id="{BB572464-1445-4497-8580-85EE04C2A247}"/>
                </a:ext>
              </a:extLst>
            </p:cNvPr>
            <p:cNvCxnSpPr>
              <a:cxnSpLocks/>
            </p:cNvCxnSpPr>
            <p:nvPr/>
          </p:nvCxnSpPr>
          <p:spPr>
            <a:xfrm flipH="1">
              <a:off x="8540226" y="3655937"/>
              <a:ext cx="1143000" cy="0"/>
            </a:xfrm>
            <a:prstGeom prst="line">
              <a:avLst/>
            </a:prstGeom>
            <a:noFill/>
            <a:ln w="38100" cap="flat" cmpd="sng" algn="ctr">
              <a:solidFill>
                <a:srgbClr val="A2B969"/>
              </a:solidFill>
              <a:prstDash val="solid"/>
              <a:miter lim="800000"/>
            </a:ln>
            <a:effectLst/>
          </p:spPr>
        </p:cxnSp>
        <p:cxnSp>
          <p:nvCxnSpPr>
            <p:cNvPr id="34" name="Straight Connector 33">
              <a:extLst>
                <a:ext uri="{FF2B5EF4-FFF2-40B4-BE49-F238E27FC236}">
                  <a16:creationId xmlns:a16="http://schemas.microsoft.com/office/drawing/2014/main" id="{FECC7E17-EE06-43F6-A4F3-1CDA98A18BDA}"/>
                </a:ext>
              </a:extLst>
            </p:cNvPr>
            <p:cNvCxnSpPr>
              <a:cxnSpLocks/>
            </p:cNvCxnSpPr>
            <p:nvPr/>
          </p:nvCxnSpPr>
          <p:spPr>
            <a:xfrm flipV="1">
              <a:off x="10208272" y="1753726"/>
              <a:ext cx="0" cy="1333939"/>
            </a:xfrm>
            <a:prstGeom prst="line">
              <a:avLst/>
            </a:prstGeom>
            <a:noFill/>
            <a:ln w="38100" cap="flat" cmpd="sng" algn="ctr">
              <a:solidFill>
                <a:srgbClr val="A2B969"/>
              </a:solidFill>
              <a:prstDash val="solid"/>
              <a:miter lim="800000"/>
              <a:tailEnd type="oval"/>
            </a:ln>
            <a:effectLst/>
          </p:spPr>
        </p:cxnSp>
        <p:sp>
          <p:nvSpPr>
            <p:cNvPr id="35" name="Oval 34">
              <a:extLst>
                <a:ext uri="{FF2B5EF4-FFF2-40B4-BE49-F238E27FC236}">
                  <a16:creationId xmlns:a16="http://schemas.microsoft.com/office/drawing/2014/main" id="{B1FE4041-DA2F-4A18-8C9F-EA18F8E07259}"/>
                </a:ext>
              </a:extLst>
            </p:cNvPr>
            <p:cNvSpPr/>
            <p:nvPr/>
          </p:nvSpPr>
          <p:spPr>
            <a:xfrm>
              <a:off x="9814281" y="3214866"/>
              <a:ext cx="880621" cy="880621"/>
            </a:xfrm>
            <a:prstGeom prst="ellipse">
              <a:avLst/>
            </a:prstGeom>
            <a:gradFill rotWithShape="1">
              <a:gsLst>
                <a:gs pos="0">
                  <a:srgbClr val="A2B969">
                    <a:satMod val="103000"/>
                    <a:lumMod val="102000"/>
                    <a:tint val="94000"/>
                  </a:srgbClr>
                </a:gs>
                <a:gs pos="50000">
                  <a:srgbClr val="A2B969">
                    <a:satMod val="110000"/>
                    <a:lumMod val="100000"/>
                    <a:shade val="100000"/>
                  </a:srgbClr>
                </a:gs>
                <a:gs pos="100000">
                  <a:srgbClr val="A2B969">
                    <a:lumMod val="99000"/>
                    <a:satMod val="120000"/>
                    <a:shade val="78000"/>
                  </a:srgbClr>
                </a:gs>
              </a:gsLst>
              <a:lin ang="5400000" scaled="0"/>
            </a:gradFill>
            <a:ln w="6350" cap="flat" cmpd="sng" algn="ctr">
              <a:solidFill>
                <a:srgbClr val="A2B969"/>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800" b="1" i="0" u="none" strike="noStrike" kern="0" cap="none" spc="0" normalizeH="0" baseline="0" noProof="0">
                <a:ln>
                  <a:noFill/>
                </a:ln>
                <a:solidFill>
                  <a:prstClr val="black">
                    <a:lumMod val="85000"/>
                    <a:lumOff val="15000"/>
                  </a:prstClr>
                </a:solidFill>
                <a:effectLst/>
                <a:uLnTx/>
                <a:uFillTx/>
                <a:latin typeface="Calibri" panose="020F0502020204030204"/>
                <a:ea typeface="+mn-ea"/>
                <a:cs typeface="+mn-cs"/>
              </a:endParaRPr>
            </a:p>
          </p:txBody>
        </p:sp>
      </p:grpSp>
      <p:grpSp>
        <p:nvGrpSpPr>
          <p:cNvPr id="36" name="Group 35">
            <a:extLst>
              <a:ext uri="{FF2B5EF4-FFF2-40B4-BE49-F238E27FC236}">
                <a16:creationId xmlns:a16="http://schemas.microsoft.com/office/drawing/2014/main" id="{2CF833F8-FDC0-4D4A-93FE-382DF9197326}"/>
              </a:ext>
            </a:extLst>
          </p:cNvPr>
          <p:cNvGrpSpPr>
            <a:grpSpLocks noChangeAspect="1"/>
          </p:cNvGrpSpPr>
          <p:nvPr/>
        </p:nvGrpSpPr>
        <p:grpSpPr>
          <a:xfrm>
            <a:off x="5554318" y="2990100"/>
            <a:ext cx="1877271" cy="2016483"/>
            <a:chOff x="6222608" y="3087927"/>
            <a:chExt cx="2317619" cy="2489485"/>
          </a:xfrm>
        </p:grpSpPr>
        <p:sp>
          <p:nvSpPr>
            <p:cNvPr id="37" name="Arc 36">
              <a:extLst>
                <a:ext uri="{FF2B5EF4-FFF2-40B4-BE49-F238E27FC236}">
                  <a16:creationId xmlns:a16="http://schemas.microsoft.com/office/drawing/2014/main" id="{A7E786A1-BF61-4F22-AFF7-C40054C615DB}"/>
                </a:ext>
              </a:extLst>
            </p:cNvPr>
            <p:cNvSpPr/>
            <p:nvPr/>
          </p:nvSpPr>
          <p:spPr>
            <a:xfrm rot="10800000">
              <a:off x="7364159" y="3087927"/>
              <a:ext cx="1176068" cy="1176068"/>
            </a:xfrm>
            <a:prstGeom prst="arc">
              <a:avLst>
                <a:gd name="adj1" fmla="val 10895"/>
                <a:gd name="adj2" fmla="val 15969831"/>
              </a:avLst>
            </a:prstGeom>
            <a:noFill/>
            <a:ln w="38100" cap="flat" cmpd="sng" algn="ctr">
              <a:solidFill>
                <a:srgbClr val="C13018"/>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cxnSp>
          <p:nvCxnSpPr>
            <p:cNvPr id="38" name="Straight Connector 37">
              <a:extLst>
                <a:ext uri="{FF2B5EF4-FFF2-40B4-BE49-F238E27FC236}">
                  <a16:creationId xmlns:a16="http://schemas.microsoft.com/office/drawing/2014/main" id="{408B7F51-5BCD-4C42-9E52-7AF6B5E286CB}"/>
                </a:ext>
              </a:extLst>
            </p:cNvPr>
            <p:cNvCxnSpPr>
              <a:cxnSpLocks/>
            </p:cNvCxnSpPr>
            <p:nvPr/>
          </p:nvCxnSpPr>
          <p:spPr>
            <a:xfrm>
              <a:off x="6222608" y="3656199"/>
              <a:ext cx="1141550" cy="0"/>
            </a:xfrm>
            <a:prstGeom prst="line">
              <a:avLst/>
            </a:prstGeom>
            <a:noFill/>
            <a:ln w="38100" cap="flat" cmpd="sng" algn="ctr">
              <a:solidFill>
                <a:srgbClr val="C13018"/>
              </a:solidFill>
              <a:prstDash val="solid"/>
              <a:miter lim="800000"/>
            </a:ln>
            <a:effectLst/>
          </p:spPr>
        </p:cxnSp>
        <p:cxnSp>
          <p:nvCxnSpPr>
            <p:cNvPr id="39" name="Straight Connector 38">
              <a:extLst>
                <a:ext uri="{FF2B5EF4-FFF2-40B4-BE49-F238E27FC236}">
                  <a16:creationId xmlns:a16="http://schemas.microsoft.com/office/drawing/2014/main" id="{440EA8A8-59F2-4ABF-B6BF-2F335EF4B11A}"/>
                </a:ext>
              </a:extLst>
            </p:cNvPr>
            <p:cNvCxnSpPr>
              <a:cxnSpLocks/>
            </p:cNvCxnSpPr>
            <p:nvPr/>
          </p:nvCxnSpPr>
          <p:spPr>
            <a:xfrm rot="10800000" flipV="1">
              <a:off x="7998512" y="4243473"/>
              <a:ext cx="0" cy="1333939"/>
            </a:xfrm>
            <a:prstGeom prst="line">
              <a:avLst/>
            </a:prstGeom>
            <a:noFill/>
            <a:ln w="38100" cap="flat" cmpd="sng" algn="ctr">
              <a:solidFill>
                <a:srgbClr val="C13018"/>
              </a:solidFill>
              <a:prstDash val="solid"/>
              <a:miter lim="800000"/>
              <a:tailEnd type="oval"/>
            </a:ln>
            <a:effectLst/>
          </p:spPr>
        </p:cxnSp>
        <p:sp>
          <p:nvSpPr>
            <p:cNvPr id="40" name="Oval 39">
              <a:extLst>
                <a:ext uri="{FF2B5EF4-FFF2-40B4-BE49-F238E27FC236}">
                  <a16:creationId xmlns:a16="http://schemas.microsoft.com/office/drawing/2014/main" id="{88D7B70C-859D-4A96-A7E1-FDB06B20ED54}"/>
                </a:ext>
              </a:extLst>
            </p:cNvPr>
            <p:cNvSpPr/>
            <p:nvPr/>
          </p:nvSpPr>
          <p:spPr>
            <a:xfrm>
              <a:off x="7511883" y="3235650"/>
              <a:ext cx="880621" cy="880621"/>
            </a:xfrm>
            <a:prstGeom prst="ellipse">
              <a:avLst/>
            </a:prstGeom>
            <a:gradFill rotWithShape="1">
              <a:gsLst>
                <a:gs pos="0">
                  <a:srgbClr val="C13018">
                    <a:satMod val="103000"/>
                    <a:lumMod val="102000"/>
                    <a:tint val="94000"/>
                  </a:srgbClr>
                </a:gs>
                <a:gs pos="50000">
                  <a:srgbClr val="C13018">
                    <a:satMod val="110000"/>
                    <a:lumMod val="100000"/>
                    <a:shade val="100000"/>
                  </a:srgbClr>
                </a:gs>
                <a:gs pos="100000">
                  <a:srgbClr val="C13018">
                    <a:lumMod val="99000"/>
                    <a:satMod val="120000"/>
                    <a:shade val="78000"/>
                  </a:srgbClr>
                </a:gs>
              </a:gsLst>
              <a:lin ang="5400000" scaled="0"/>
            </a:gradFill>
            <a:ln w="6350" cap="flat" cmpd="sng" algn="ctr">
              <a:solidFill>
                <a:srgbClr val="C13018"/>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800" b="1" i="0" u="none" strike="noStrike" kern="0" cap="none" spc="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mn-ea"/>
                <a:cs typeface="+mn-cs"/>
              </a:endParaRPr>
            </a:p>
          </p:txBody>
        </p:sp>
      </p:grpSp>
      <p:grpSp>
        <p:nvGrpSpPr>
          <p:cNvPr id="41" name="Group 40">
            <a:extLst>
              <a:ext uri="{FF2B5EF4-FFF2-40B4-BE49-F238E27FC236}">
                <a16:creationId xmlns:a16="http://schemas.microsoft.com/office/drawing/2014/main" id="{BE6DFEF4-606B-4116-AE57-C37BDF327105}"/>
              </a:ext>
            </a:extLst>
          </p:cNvPr>
          <p:cNvGrpSpPr>
            <a:grpSpLocks noChangeAspect="1"/>
          </p:cNvGrpSpPr>
          <p:nvPr/>
        </p:nvGrpSpPr>
        <p:grpSpPr>
          <a:xfrm>
            <a:off x="3675544" y="1908664"/>
            <a:ext cx="1864943" cy="2016483"/>
            <a:chOff x="3905920" y="1753726"/>
            <a:chExt cx="2302399" cy="2489485"/>
          </a:xfrm>
        </p:grpSpPr>
        <p:sp>
          <p:nvSpPr>
            <p:cNvPr id="42" name="Arc 41">
              <a:extLst>
                <a:ext uri="{FF2B5EF4-FFF2-40B4-BE49-F238E27FC236}">
                  <a16:creationId xmlns:a16="http://schemas.microsoft.com/office/drawing/2014/main" id="{3030AEDE-5771-4607-AB30-41BCC548BF37}"/>
                </a:ext>
              </a:extLst>
            </p:cNvPr>
            <p:cNvSpPr/>
            <p:nvPr/>
          </p:nvSpPr>
          <p:spPr>
            <a:xfrm>
              <a:off x="5032251" y="3067143"/>
              <a:ext cx="1176068" cy="1176068"/>
            </a:xfrm>
            <a:prstGeom prst="arc">
              <a:avLst>
                <a:gd name="adj1" fmla="val 15956854"/>
                <a:gd name="adj2" fmla="val 10795556"/>
              </a:avLst>
            </a:prstGeom>
            <a:noFill/>
            <a:ln w="38100" cap="flat" cmpd="sng" algn="ctr">
              <a:solidFill>
                <a:srgbClr val="F7931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cxnSp>
          <p:nvCxnSpPr>
            <p:cNvPr id="43" name="Straight Connector 42">
              <a:extLst>
                <a:ext uri="{FF2B5EF4-FFF2-40B4-BE49-F238E27FC236}">
                  <a16:creationId xmlns:a16="http://schemas.microsoft.com/office/drawing/2014/main" id="{C60ECC26-C5DD-4562-B7DE-0E85FD49002D}"/>
                </a:ext>
              </a:extLst>
            </p:cNvPr>
            <p:cNvCxnSpPr>
              <a:cxnSpLocks/>
            </p:cNvCxnSpPr>
            <p:nvPr/>
          </p:nvCxnSpPr>
          <p:spPr>
            <a:xfrm flipH="1">
              <a:off x="3905920" y="3655937"/>
              <a:ext cx="1143000" cy="0"/>
            </a:xfrm>
            <a:prstGeom prst="line">
              <a:avLst/>
            </a:prstGeom>
            <a:noFill/>
            <a:ln w="38100" cap="flat" cmpd="sng" algn="ctr">
              <a:solidFill>
                <a:srgbClr val="F7931F"/>
              </a:solidFill>
              <a:prstDash val="solid"/>
              <a:miter lim="800000"/>
            </a:ln>
            <a:effectLst/>
          </p:spPr>
        </p:cxnSp>
        <p:cxnSp>
          <p:nvCxnSpPr>
            <p:cNvPr id="44" name="Straight Connector 43">
              <a:extLst>
                <a:ext uri="{FF2B5EF4-FFF2-40B4-BE49-F238E27FC236}">
                  <a16:creationId xmlns:a16="http://schemas.microsoft.com/office/drawing/2014/main" id="{8A565F92-CF6B-4FF2-A8B2-7BEB4B943DFB}"/>
                </a:ext>
              </a:extLst>
            </p:cNvPr>
            <p:cNvCxnSpPr>
              <a:cxnSpLocks/>
            </p:cNvCxnSpPr>
            <p:nvPr/>
          </p:nvCxnSpPr>
          <p:spPr>
            <a:xfrm flipV="1">
              <a:off x="5573966" y="1753726"/>
              <a:ext cx="0" cy="1333939"/>
            </a:xfrm>
            <a:prstGeom prst="line">
              <a:avLst/>
            </a:prstGeom>
            <a:noFill/>
            <a:ln w="38100" cap="flat" cmpd="sng" algn="ctr">
              <a:solidFill>
                <a:srgbClr val="F7931F"/>
              </a:solidFill>
              <a:prstDash val="solid"/>
              <a:miter lim="800000"/>
              <a:tailEnd type="oval"/>
            </a:ln>
            <a:effectLst/>
          </p:spPr>
        </p:cxnSp>
        <p:sp>
          <p:nvSpPr>
            <p:cNvPr id="45" name="Oval 44">
              <a:extLst>
                <a:ext uri="{FF2B5EF4-FFF2-40B4-BE49-F238E27FC236}">
                  <a16:creationId xmlns:a16="http://schemas.microsoft.com/office/drawing/2014/main" id="{F484254F-A1D5-485E-A7CD-F68C19016D0C}"/>
                </a:ext>
              </a:extLst>
            </p:cNvPr>
            <p:cNvSpPr/>
            <p:nvPr/>
          </p:nvSpPr>
          <p:spPr>
            <a:xfrm>
              <a:off x="5179975" y="3214866"/>
              <a:ext cx="880621" cy="880621"/>
            </a:xfrm>
            <a:prstGeom prst="ellipse">
              <a:avLst/>
            </a:prstGeom>
            <a:gradFill rotWithShape="1">
              <a:gsLst>
                <a:gs pos="0">
                  <a:srgbClr val="F7931F">
                    <a:satMod val="103000"/>
                    <a:lumMod val="102000"/>
                    <a:tint val="94000"/>
                  </a:srgbClr>
                </a:gs>
                <a:gs pos="50000">
                  <a:srgbClr val="F7931F">
                    <a:satMod val="110000"/>
                    <a:lumMod val="100000"/>
                    <a:shade val="100000"/>
                  </a:srgbClr>
                </a:gs>
                <a:gs pos="100000">
                  <a:srgbClr val="F7931F">
                    <a:lumMod val="99000"/>
                    <a:satMod val="120000"/>
                    <a:shade val="78000"/>
                  </a:srgbClr>
                </a:gs>
              </a:gsLst>
              <a:lin ang="5400000" scaled="0"/>
            </a:gradFill>
            <a:ln w="6350" cap="flat" cmpd="sng" algn="ctr">
              <a:solidFill>
                <a:srgbClr val="F7931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800" b="1" i="0" u="none" strike="noStrike" kern="0" cap="none" spc="0" normalizeH="0" baseline="0" noProof="0">
                <a:ln>
                  <a:noFill/>
                </a:ln>
                <a:solidFill>
                  <a:prstClr val="black">
                    <a:lumMod val="85000"/>
                    <a:lumOff val="15000"/>
                  </a:prstClr>
                </a:solidFill>
                <a:effectLst/>
                <a:uLnTx/>
                <a:uFillTx/>
                <a:latin typeface="Calibri" panose="020F0502020204030204"/>
                <a:ea typeface="+mn-ea"/>
                <a:cs typeface="+mn-cs"/>
              </a:endParaRPr>
            </a:p>
          </p:txBody>
        </p:sp>
      </p:grpSp>
      <p:grpSp>
        <p:nvGrpSpPr>
          <p:cNvPr id="46" name="Group 45">
            <a:extLst>
              <a:ext uri="{FF2B5EF4-FFF2-40B4-BE49-F238E27FC236}">
                <a16:creationId xmlns:a16="http://schemas.microsoft.com/office/drawing/2014/main" id="{88995737-DA47-4BC0-A82B-1101C5C5B9C1}"/>
              </a:ext>
            </a:extLst>
          </p:cNvPr>
          <p:cNvGrpSpPr>
            <a:grpSpLocks noChangeAspect="1"/>
          </p:cNvGrpSpPr>
          <p:nvPr/>
        </p:nvGrpSpPr>
        <p:grpSpPr>
          <a:xfrm>
            <a:off x="1785154" y="2990100"/>
            <a:ext cx="1877271" cy="2016483"/>
            <a:chOff x="1601158" y="3087927"/>
            <a:chExt cx="2317619" cy="2489485"/>
          </a:xfrm>
        </p:grpSpPr>
        <p:sp>
          <p:nvSpPr>
            <p:cNvPr id="47" name="Arc 46">
              <a:extLst>
                <a:ext uri="{FF2B5EF4-FFF2-40B4-BE49-F238E27FC236}">
                  <a16:creationId xmlns:a16="http://schemas.microsoft.com/office/drawing/2014/main" id="{77CDEC3E-08F8-45DE-A95B-4D4ABBBD022E}"/>
                </a:ext>
              </a:extLst>
            </p:cNvPr>
            <p:cNvSpPr/>
            <p:nvPr/>
          </p:nvSpPr>
          <p:spPr>
            <a:xfrm rot="10800000">
              <a:off x="2742709" y="3087927"/>
              <a:ext cx="1176068" cy="1176068"/>
            </a:xfrm>
            <a:prstGeom prst="arc">
              <a:avLst>
                <a:gd name="adj1" fmla="val 10895"/>
                <a:gd name="adj2" fmla="val 15969831"/>
              </a:avLst>
            </a:prstGeom>
            <a:noFill/>
            <a:ln w="38100" cap="flat" cmpd="sng" algn="ctr">
              <a:solidFill>
                <a:srgbClr val="4CC1E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cxnSp>
          <p:nvCxnSpPr>
            <p:cNvPr id="48" name="Straight Connector 47">
              <a:extLst>
                <a:ext uri="{FF2B5EF4-FFF2-40B4-BE49-F238E27FC236}">
                  <a16:creationId xmlns:a16="http://schemas.microsoft.com/office/drawing/2014/main" id="{34A0DF49-D2B4-4934-8BD6-E18847F5EF85}"/>
                </a:ext>
              </a:extLst>
            </p:cNvPr>
            <p:cNvCxnSpPr>
              <a:cxnSpLocks/>
            </p:cNvCxnSpPr>
            <p:nvPr/>
          </p:nvCxnSpPr>
          <p:spPr>
            <a:xfrm>
              <a:off x="1601158" y="3656199"/>
              <a:ext cx="1141550" cy="0"/>
            </a:xfrm>
            <a:prstGeom prst="line">
              <a:avLst/>
            </a:prstGeom>
            <a:noFill/>
            <a:ln w="38100" cap="flat" cmpd="sng" algn="ctr">
              <a:solidFill>
                <a:srgbClr val="4CC1EF"/>
              </a:solidFill>
              <a:prstDash val="solid"/>
              <a:miter lim="800000"/>
            </a:ln>
            <a:effectLst/>
          </p:spPr>
        </p:cxnSp>
        <p:cxnSp>
          <p:nvCxnSpPr>
            <p:cNvPr id="49" name="Straight Connector 48">
              <a:extLst>
                <a:ext uri="{FF2B5EF4-FFF2-40B4-BE49-F238E27FC236}">
                  <a16:creationId xmlns:a16="http://schemas.microsoft.com/office/drawing/2014/main" id="{DCCB100E-25D2-4B4C-BB25-48E5917A9321}"/>
                </a:ext>
              </a:extLst>
            </p:cNvPr>
            <p:cNvCxnSpPr>
              <a:cxnSpLocks/>
            </p:cNvCxnSpPr>
            <p:nvPr/>
          </p:nvCxnSpPr>
          <p:spPr>
            <a:xfrm rot="10800000" flipV="1">
              <a:off x="3377062" y="4243473"/>
              <a:ext cx="0" cy="1333939"/>
            </a:xfrm>
            <a:prstGeom prst="line">
              <a:avLst/>
            </a:prstGeom>
            <a:noFill/>
            <a:ln w="38100" cap="flat" cmpd="sng" algn="ctr">
              <a:solidFill>
                <a:srgbClr val="4CC1EF"/>
              </a:solidFill>
              <a:prstDash val="solid"/>
              <a:miter lim="800000"/>
              <a:tailEnd type="oval"/>
            </a:ln>
            <a:effectLst/>
          </p:spPr>
        </p:cxnSp>
        <p:sp>
          <p:nvSpPr>
            <p:cNvPr id="50" name="Oval 49">
              <a:extLst>
                <a:ext uri="{FF2B5EF4-FFF2-40B4-BE49-F238E27FC236}">
                  <a16:creationId xmlns:a16="http://schemas.microsoft.com/office/drawing/2014/main" id="{0A74D193-A46F-4E89-A677-FDAA28417084}"/>
                </a:ext>
              </a:extLst>
            </p:cNvPr>
            <p:cNvSpPr/>
            <p:nvPr/>
          </p:nvSpPr>
          <p:spPr>
            <a:xfrm>
              <a:off x="2890432" y="3235650"/>
              <a:ext cx="880621" cy="880621"/>
            </a:xfrm>
            <a:prstGeom prst="ellipse">
              <a:avLst/>
            </a:prstGeom>
            <a:gradFill rotWithShape="1">
              <a:gsLst>
                <a:gs pos="0">
                  <a:srgbClr val="4CC1EF">
                    <a:satMod val="103000"/>
                    <a:lumMod val="102000"/>
                    <a:tint val="94000"/>
                  </a:srgbClr>
                </a:gs>
                <a:gs pos="50000">
                  <a:srgbClr val="4CC1EF">
                    <a:satMod val="110000"/>
                    <a:lumMod val="100000"/>
                    <a:shade val="100000"/>
                  </a:srgbClr>
                </a:gs>
                <a:gs pos="100000">
                  <a:srgbClr val="4CC1EF">
                    <a:lumMod val="99000"/>
                    <a:satMod val="120000"/>
                    <a:shade val="78000"/>
                  </a:srgbClr>
                </a:gs>
              </a:gsLst>
              <a:lin ang="5400000" scaled="0"/>
            </a:gradFill>
            <a:ln w="6350" cap="flat" cmpd="sng" algn="ctr">
              <a:solidFill>
                <a:srgbClr val="4CC1EF"/>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800" b="1" i="0" u="none" strike="noStrike" kern="0" cap="none" spc="0" normalizeH="0" baseline="0" noProof="0">
                <a:ln>
                  <a:noFill/>
                </a:ln>
                <a:solidFill>
                  <a:srgbClr val="3A5C84">
                    <a:lumMod val="50000"/>
                  </a:srgbClr>
                </a:solidFill>
                <a:effectLst/>
                <a:uLnTx/>
                <a:uFillTx/>
                <a:latin typeface="Calibri" panose="020F0502020204030204"/>
                <a:ea typeface="+mn-ea"/>
                <a:cs typeface="+mn-cs"/>
              </a:endParaRPr>
            </a:p>
          </p:txBody>
        </p:sp>
      </p:grpSp>
      <p:grpSp>
        <p:nvGrpSpPr>
          <p:cNvPr id="51" name="Group 50">
            <a:extLst>
              <a:ext uri="{FF2B5EF4-FFF2-40B4-BE49-F238E27FC236}">
                <a16:creationId xmlns:a16="http://schemas.microsoft.com/office/drawing/2014/main" id="{1607F45F-28F1-4B81-9B3B-CF0DB106CFBF}"/>
              </a:ext>
            </a:extLst>
          </p:cNvPr>
          <p:cNvGrpSpPr>
            <a:grpSpLocks noChangeAspect="1"/>
          </p:cNvGrpSpPr>
          <p:nvPr/>
        </p:nvGrpSpPr>
        <p:grpSpPr>
          <a:xfrm>
            <a:off x="471947" y="1908664"/>
            <a:ext cx="1296332" cy="2016483"/>
            <a:chOff x="0" y="1753726"/>
            <a:chExt cx="1600410" cy="2489485"/>
          </a:xfrm>
        </p:grpSpPr>
        <p:sp>
          <p:nvSpPr>
            <p:cNvPr id="52" name="Arc 51">
              <a:extLst>
                <a:ext uri="{FF2B5EF4-FFF2-40B4-BE49-F238E27FC236}">
                  <a16:creationId xmlns:a16="http://schemas.microsoft.com/office/drawing/2014/main" id="{164B2FC2-40CD-4062-B47B-6CDA85CCF128}"/>
                </a:ext>
              </a:extLst>
            </p:cNvPr>
            <p:cNvSpPr/>
            <p:nvPr/>
          </p:nvSpPr>
          <p:spPr>
            <a:xfrm>
              <a:off x="424342" y="3067143"/>
              <a:ext cx="1176068" cy="1176068"/>
            </a:xfrm>
            <a:prstGeom prst="arc">
              <a:avLst>
                <a:gd name="adj1" fmla="val 15956854"/>
                <a:gd name="adj2" fmla="val 10891041"/>
              </a:avLst>
            </a:prstGeom>
            <a:noFill/>
            <a:ln w="38100" cap="flat" cmpd="sng" algn="ctr">
              <a:solidFill>
                <a:srgbClr val="3A5C84"/>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cxnSp>
          <p:nvCxnSpPr>
            <p:cNvPr id="53" name="Straight Connector 52">
              <a:extLst>
                <a:ext uri="{FF2B5EF4-FFF2-40B4-BE49-F238E27FC236}">
                  <a16:creationId xmlns:a16="http://schemas.microsoft.com/office/drawing/2014/main" id="{AB0C96C2-3E1B-45A7-862B-CBF006289F0A}"/>
                </a:ext>
              </a:extLst>
            </p:cNvPr>
            <p:cNvCxnSpPr>
              <a:cxnSpLocks/>
            </p:cNvCxnSpPr>
            <p:nvPr/>
          </p:nvCxnSpPr>
          <p:spPr>
            <a:xfrm flipH="1">
              <a:off x="0" y="3655937"/>
              <a:ext cx="438631" cy="0"/>
            </a:xfrm>
            <a:prstGeom prst="line">
              <a:avLst/>
            </a:prstGeom>
            <a:noFill/>
            <a:ln w="38100" cap="flat" cmpd="sng" algn="ctr">
              <a:solidFill>
                <a:srgbClr val="3A5C84"/>
              </a:solidFill>
              <a:prstDash val="solid"/>
              <a:miter lim="800000"/>
            </a:ln>
            <a:effectLst/>
          </p:spPr>
        </p:cxnSp>
        <p:cxnSp>
          <p:nvCxnSpPr>
            <p:cNvPr id="54" name="Straight Connector 53">
              <a:extLst>
                <a:ext uri="{FF2B5EF4-FFF2-40B4-BE49-F238E27FC236}">
                  <a16:creationId xmlns:a16="http://schemas.microsoft.com/office/drawing/2014/main" id="{F3316F67-6D7C-40FB-AF54-470F8DF23EE2}"/>
                </a:ext>
              </a:extLst>
            </p:cNvPr>
            <p:cNvCxnSpPr>
              <a:cxnSpLocks/>
            </p:cNvCxnSpPr>
            <p:nvPr/>
          </p:nvCxnSpPr>
          <p:spPr>
            <a:xfrm flipV="1">
              <a:off x="966057" y="1753726"/>
              <a:ext cx="0" cy="1333939"/>
            </a:xfrm>
            <a:prstGeom prst="line">
              <a:avLst/>
            </a:prstGeom>
            <a:noFill/>
            <a:ln w="38100" cap="flat" cmpd="sng" algn="ctr">
              <a:solidFill>
                <a:srgbClr val="3A5C84"/>
              </a:solidFill>
              <a:prstDash val="solid"/>
              <a:miter lim="800000"/>
              <a:tailEnd type="oval"/>
            </a:ln>
            <a:effectLst/>
          </p:spPr>
        </p:cxnSp>
        <p:sp>
          <p:nvSpPr>
            <p:cNvPr id="55" name="Oval 54">
              <a:extLst>
                <a:ext uri="{FF2B5EF4-FFF2-40B4-BE49-F238E27FC236}">
                  <a16:creationId xmlns:a16="http://schemas.microsoft.com/office/drawing/2014/main" id="{2CD27A14-157A-4BDE-8032-8F404F4DACD5}"/>
                </a:ext>
              </a:extLst>
            </p:cNvPr>
            <p:cNvSpPr/>
            <p:nvPr/>
          </p:nvSpPr>
          <p:spPr>
            <a:xfrm>
              <a:off x="572066" y="3214866"/>
              <a:ext cx="880621" cy="880621"/>
            </a:xfrm>
            <a:prstGeom prst="ellipse">
              <a:avLst/>
            </a:prstGeom>
            <a:gradFill rotWithShape="1">
              <a:gsLst>
                <a:gs pos="0">
                  <a:srgbClr val="3A5C84">
                    <a:satMod val="103000"/>
                    <a:lumMod val="102000"/>
                    <a:tint val="94000"/>
                  </a:srgbClr>
                </a:gs>
                <a:gs pos="50000">
                  <a:srgbClr val="3A5C84">
                    <a:satMod val="110000"/>
                    <a:lumMod val="100000"/>
                    <a:shade val="100000"/>
                  </a:srgbClr>
                </a:gs>
                <a:gs pos="100000">
                  <a:srgbClr val="3A5C84">
                    <a:lumMod val="99000"/>
                    <a:satMod val="120000"/>
                    <a:shade val="78000"/>
                  </a:srgbClr>
                </a:gs>
              </a:gsLst>
              <a:lin ang="5400000" scaled="0"/>
            </a:gradFill>
            <a:ln w="6350" cap="flat" cmpd="sng" algn="ctr">
              <a:solidFill>
                <a:srgbClr val="3A5C84"/>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800" b="1" i="0" u="none" strike="noStrike" kern="0" cap="none" spc="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mn-ea"/>
                <a:cs typeface="+mn-cs"/>
              </a:endParaRPr>
            </a:p>
          </p:txBody>
        </p:sp>
      </p:grpSp>
      <p:sp>
        <p:nvSpPr>
          <p:cNvPr id="56" name="TextBox 55">
            <a:extLst>
              <a:ext uri="{FF2B5EF4-FFF2-40B4-BE49-F238E27FC236}">
                <a16:creationId xmlns:a16="http://schemas.microsoft.com/office/drawing/2014/main" id="{1BCCC2E3-BE00-4609-BB12-E46FE7232BE9}"/>
              </a:ext>
            </a:extLst>
          </p:cNvPr>
          <p:cNvSpPr txBox="1"/>
          <p:nvPr/>
        </p:nvSpPr>
        <p:spPr>
          <a:xfrm>
            <a:off x="496112" y="1257098"/>
            <a:ext cx="1500582" cy="523220"/>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a:ln>
                  <a:noFill/>
                </a:ln>
                <a:solidFill>
                  <a:prstClr val="black"/>
                </a:solidFill>
                <a:effectLst/>
                <a:uLnTx/>
                <a:uFillTx/>
              </a:rPr>
              <a:t>Phase 1</a:t>
            </a:r>
            <a:endParaRPr kumimoji="0" lang="en-US" sz="1200" b="1" i="0" u="none" strike="noStrike" kern="0" cap="none" spc="0" normalizeH="0" baseline="0" noProof="0">
              <a:ln>
                <a:noFill/>
              </a:ln>
              <a:solidFill>
                <a:prstClr val="black"/>
              </a:solidFill>
              <a:effectLst/>
              <a:uLnTx/>
              <a:uFillTx/>
            </a:endParaRPr>
          </a:p>
        </p:txBody>
      </p:sp>
      <p:sp>
        <p:nvSpPr>
          <p:cNvPr id="59" name="TextBox 58">
            <a:extLst>
              <a:ext uri="{FF2B5EF4-FFF2-40B4-BE49-F238E27FC236}">
                <a16:creationId xmlns:a16="http://schemas.microsoft.com/office/drawing/2014/main" id="{135C6F73-FFBC-4959-BB3D-42403A51E2DD}"/>
              </a:ext>
            </a:extLst>
          </p:cNvPr>
          <p:cNvSpPr txBox="1"/>
          <p:nvPr/>
        </p:nvSpPr>
        <p:spPr>
          <a:xfrm>
            <a:off x="6190746" y="5008658"/>
            <a:ext cx="1579626" cy="523220"/>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a:ln>
                  <a:noFill/>
                </a:ln>
                <a:solidFill>
                  <a:prstClr val="black"/>
                </a:solidFill>
                <a:effectLst/>
                <a:uLnTx/>
                <a:uFillTx/>
              </a:rPr>
              <a:t>Phase 4</a:t>
            </a:r>
          </a:p>
        </p:txBody>
      </p:sp>
      <p:sp>
        <p:nvSpPr>
          <p:cNvPr id="60" name="TextBox 59">
            <a:extLst>
              <a:ext uri="{FF2B5EF4-FFF2-40B4-BE49-F238E27FC236}">
                <a16:creationId xmlns:a16="http://schemas.microsoft.com/office/drawing/2014/main" id="{CFA162EC-B838-4522-9C6A-2E263BC95186}"/>
              </a:ext>
            </a:extLst>
          </p:cNvPr>
          <p:cNvSpPr txBox="1"/>
          <p:nvPr/>
        </p:nvSpPr>
        <p:spPr>
          <a:xfrm>
            <a:off x="7841028" y="1266930"/>
            <a:ext cx="1942232" cy="523220"/>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a:ln>
                  <a:noFill/>
                </a:ln>
                <a:solidFill>
                  <a:prstClr val="black"/>
                </a:solidFill>
                <a:effectLst/>
                <a:uLnTx/>
                <a:uFillTx/>
              </a:rPr>
              <a:t>Phase 5</a:t>
            </a:r>
          </a:p>
        </p:txBody>
      </p:sp>
      <p:grpSp>
        <p:nvGrpSpPr>
          <p:cNvPr id="73" name="Group 72">
            <a:extLst>
              <a:ext uri="{FF2B5EF4-FFF2-40B4-BE49-F238E27FC236}">
                <a16:creationId xmlns:a16="http://schemas.microsoft.com/office/drawing/2014/main" id="{DDDD9CA7-EC21-4FFC-B3D9-18AA009F3669}"/>
              </a:ext>
            </a:extLst>
          </p:cNvPr>
          <p:cNvGrpSpPr/>
          <p:nvPr/>
        </p:nvGrpSpPr>
        <p:grpSpPr>
          <a:xfrm>
            <a:off x="7083873" y="3835754"/>
            <a:ext cx="1517089" cy="1272701"/>
            <a:chOff x="1075388" y="1776888"/>
            <a:chExt cx="1688171" cy="1414113"/>
          </a:xfrm>
        </p:grpSpPr>
        <p:sp>
          <p:nvSpPr>
            <p:cNvPr id="74" name="TextBox 73">
              <a:extLst>
                <a:ext uri="{FF2B5EF4-FFF2-40B4-BE49-F238E27FC236}">
                  <a16:creationId xmlns:a16="http://schemas.microsoft.com/office/drawing/2014/main" id="{C90EE545-C4FB-476D-A985-2CB137A8211B}"/>
                </a:ext>
              </a:extLst>
            </p:cNvPr>
            <p:cNvSpPr txBox="1"/>
            <p:nvPr/>
          </p:nvSpPr>
          <p:spPr>
            <a:xfrm>
              <a:off x="1075388" y="1776888"/>
              <a:ext cx="1688171" cy="410369"/>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b="1" i="0" u="none" strike="noStrike" kern="0" cap="none" spc="0" normalizeH="0" baseline="0" noProof="1">
                  <a:ln>
                    <a:noFill/>
                  </a:ln>
                  <a:solidFill>
                    <a:prstClr val="black"/>
                  </a:solidFill>
                  <a:effectLst/>
                  <a:uLnTx/>
                  <a:uFillTx/>
                </a:rPr>
                <a:t>Development</a:t>
              </a:r>
              <a:endParaRPr kumimoji="0" lang="en-US" sz="1600" b="1" i="0" u="none" strike="noStrike" kern="0" cap="none" spc="0" normalizeH="0" baseline="0" noProof="1">
                <a:ln>
                  <a:noFill/>
                </a:ln>
                <a:solidFill>
                  <a:prstClr val="black"/>
                </a:solidFill>
                <a:effectLst/>
                <a:uLnTx/>
                <a:uFillTx/>
              </a:endParaRPr>
            </a:p>
          </p:txBody>
        </p:sp>
        <p:cxnSp>
          <p:nvCxnSpPr>
            <p:cNvPr id="75" name="Straight Connector 74">
              <a:extLst>
                <a:ext uri="{FF2B5EF4-FFF2-40B4-BE49-F238E27FC236}">
                  <a16:creationId xmlns:a16="http://schemas.microsoft.com/office/drawing/2014/main" id="{B7A8AB5A-2C89-4534-8591-3BF6C193BEA4}"/>
                </a:ext>
              </a:extLst>
            </p:cNvPr>
            <p:cNvCxnSpPr/>
            <p:nvPr/>
          </p:nvCxnSpPr>
          <p:spPr>
            <a:xfrm>
              <a:off x="1136650" y="2158920"/>
              <a:ext cx="1403350" cy="0"/>
            </a:xfrm>
            <a:prstGeom prst="line">
              <a:avLst/>
            </a:prstGeom>
            <a:noFill/>
            <a:ln w="38100" cap="flat" cmpd="sng" algn="ctr">
              <a:solidFill>
                <a:srgbClr val="C13018"/>
              </a:solidFill>
              <a:prstDash val="solid"/>
              <a:miter lim="800000"/>
            </a:ln>
            <a:effectLst/>
          </p:spPr>
        </p:cxnSp>
        <p:sp>
          <p:nvSpPr>
            <p:cNvPr id="76" name="Rectangle 75">
              <a:extLst>
                <a:ext uri="{FF2B5EF4-FFF2-40B4-BE49-F238E27FC236}">
                  <a16:creationId xmlns:a16="http://schemas.microsoft.com/office/drawing/2014/main" id="{D216A61B-3DF3-4D40-8C87-A25067323C6E}"/>
                </a:ext>
              </a:extLst>
            </p:cNvPr>
            <p:cNvSpPr/>
            <p:nvPr/>
          </p:nvSpPr>
          <p:spPr>
            <a:xfrm>
              <a:off x="1075389" y="2190726"/>
              <a:ext cx="1667317" cy="1000275"/>
            </a:xfrm>
            <a:prstGeom prst="rect">
              <a:avLst/>
            </a:prstGeom>
          </p:spPr>
          <p:txBody>
            <a:bodyPr wrap="square" anchor="t">
              <a:spAutoFit/>
            </a:bodyPr>
            <a:lstStyle/>
            <a:p>
              <a:pPr marL="171450" indent="-171450">
                <a:buFont typeface="Arial"/>
                <a:buChar char="•"/>
                <a:defRPr/>
              </a:pPr>
              <a:r>
                <a:rPr lang="en-US" sz="1050" kern="0" noProof="1">
                  <a:cs typeface="Calibri"/>
                </a:rPr>
                <a:t>Gathering Dataset</a:t>
              </a:r>
            </a:p>
            <a:p>
              <a:pPr marL="171450" indent="-171450">
                <a:buFont typeface="Arial"/>
                <a:buChar char="•"/>
                <a:defRPr/>
              </a:pPr>
              <a:r>
                <a:rPr lang="en-US" sz="1050" kern="0" noProof="1">
                  <a:cs typeface="Calibri"/>
                </a:rPr>
                <a:t>Develop and Optimize models</a:t>
              </a:r>
            </a:p>
            <a:p>
              <a:pPr marL="171450" indent="-171450">
                <a:buFont typeface="Arial"/>
                <a:buChar char="•"/>
                <a:defRPr/>
              </a:pPr>
              <a:r>
                <a:rPr lang="en-US" sz="1050" kern="0" noProof="1">
                  <a:cs typeface="Calibri"/>
                </a:rPr>
                <a:t>Interface Development</a:t>
              </a:r>
            </a:p>
          </p:txBody>
        </p:sp>
      </p:grpSp>
      <p:grpSp>
        <p:nvGrpSpPr>
          <p:cNvPr id="77" name="Group 76">
            <a:extLst>
              <a:ext uri="{FF2B5EF4-FFF2-40B4-BE49-F238E27FC236}">
                <a16:creationId xmlns:a16="http://schemas.microsoft.com/office/drawing/2014/main" id="{395030C4-D71C-481B-BA3F-54BDFFBE2F12}"/>
              </a:ext>
            </a:extLst>
          </p:cNvPr>
          <p:cNvGrpSpPr/>
          <p:nvPr/>
        </p:nvGrpSpPr>
        <p:grpSpPr>
          <a:xfrm>
            <a:off x="8898027" y="1704335"/>
            <a:ext cx="2228407" cy="1215275"/>
            <a:chOff x="1075389" y="1776888"/>
            <a:chExt cx="2293220" cy="1350309"/>
          </a:xfrm>
        </p:grpSpPr>
        <p:sp>
          <p:nvSpPr>
            <p:cNvPr id="78" name="TextBox 77">
              <a:extLst>
                <a:ext uri="{FF2B5EF4-FFF2-40B4-BE49-F238E27FC236}">
                  <a16:creationId xmlns:a16="http://schemas.microsoft.com/office/drawing/2014/main" id="{DFC94A83-F455-41F4-8621-4230A9025442}"/>
                </a:ext>
              </a:extLst>
            </p:cNvPr>
            <p:cNvSpPr txBox="1"/>
            <p:nvPr/>
          </p:nvSpPr>
          <p:spPr>
            <a:xfrm>
              <a:off x="1075389" y="1776888"/>
              <a:ext cx="2293220" cy="41037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1">
                  <a:ln>
                    <a:noFill/>
                  </a:ln>
                  <a:solidFill>
                    <a:prstClr val="black"/>
                  </a:solidFill>
                  <a:effectLst/>
                  <a:uLnTx/>
                  <a:uFillTx/>
                </a:rPr>
                <a:t>Integration &amp; Testing</a:t>
              </a:r>
            </a:p>
          </p:txBody>
        </p:sp>
        <p:cxnSp>
          <p:nvCxnSpPr>
            <p:cNvPr id="79" name="Straight Connector 78">
              <a:extLst>
                <a:ext uri="{FF2B5EF4-FFF2-40B4-BE49-F238E27FC236}">
                  <a16:creationId xmlns:a16="http://schemas.microsoft.com/office/drawing/2014/main" id="{AB6513A5-D589-4E49-A1A7-0F39443302C9}"/>
                </a:ext>
              </a:extLst>
            </p:cNvPr>
            <p:cNvCxnSpPr/>
            <p:nvPr/>
          </p:nvCxnSpPr>
          <p:spPr>
            <a:xfrm>
              <a:off x="1136650" y="2158920"/>
              <a:ext cx="1403350" cy="0"/>
            </a:xfrm>
            <a:prstGeom prst="line">
              <a:avLst/>
            </a:prstGeom>
            <a:noFill/>
            <a:ln w="38100" cap="flat" cmpd="sng" algn="ctr">
              <a:solidFill>
                <a:srgbClr val="A2B969">
                  <a:lumMod val="75000"/>
                </a:srgbClr>
              </a:solidFill>
              <a:prstDash val="solid"/>
              <a:miter lim="800000"/>
            </a:ln>
            <a:effectLst/>
          </p:spPr>
        </p:cxnSp>
        <p:sp>
          <p:nvSpPr>
            <p:cNvPr id="80" name="Rectangle 79">
              <a:extLst>
                <a:ext uri="{FF2B5EF4-FFF2-40B4-BE49-F238E27FC236}">
                  <a16:creationId xmlns:a16="http://schemas.microsoft.com/office/drawing/2014/main" id="{2849C472-4163-4EE0-8DF5-0FD1BE1708E2}"/>
                </a:ext>
              </a:extLst>
            </p:cNvPr>
            <p:cNvSpPr/>
            <p:nvPr/>
          </p:nvSpPr>
          <p:spPr>
            <a:xfrm>
              <a:off x="1075389" y="2272261"/>
              <a:ext cx="1667317" cy="854936"/>
            </a:xfrm>
            <a:prstGeom prst="rect">
              <a:avLst/>
            </a:prstGeom>
          </p:spPr>
          <p:txBody>
            <a:bodyPr wrap="square" anchor="t">
              <a:spAutoFit/>
            </a:bodyPr>
            <a:lstStyle/>
            <a:p>
              <a:pPr marL="171450" indent="-171450">
                <a:buFont typeface="Arial"/>
                <a:buChar char="•"/>
                <a:defRPr/>
              </a:pPr>
              <a:r>
                <a:rPr lang="en-US" sz="1100" kern="0" noProof="1">
                  <a:cs typeface="Calibri" panose="020F0502020204030204"/>
                </a:rPr>
                <a:t>Integrating components</a:t>
              </a:r>
            </a:p>
            <a:p>
              <a:pPr marL="171450" indent="-171450">
                <a:buFont typeface="Arial"/>
                <a:buChar char="•"/>
                <a:defRPr/>
              </a:pPr>
              <a:r>
                <a:rPr lang="en-US" sz="1100" kern="0" noProof="1">
                  <a:cs typeface="Calibri" panose="020F0502020204030204"/>
                </a:rPr>
                <a:t>Integration &amp; System testing</a:t>
              </a:r>
              <a:endParaRPr lang="en-US" sz="1100" kern="0" noProof="1">
                <a:solidFill>
                  <a:prstClr val="black"/>
                </a:solidFill>
                <a:cs typeface="Calibri" panose="020F0502020204030204"/>
              </a:endParaRPr>
            </a:p>
          </p:txBody>
        </p:sp>
      </p:grpSp>
      <p:pic>
        <p:nvPicPr>
          <p:cNvPr id="81" name="Graphic 80" descr="Rocket">
            <a:extLst>
              <a:ext uri="{FF2B5EF4-FFF2-40B4-BE49-F238E27FC236}">
                <a16:creationId xmlns:a16="http://schemas.microsoft.com/office/drawing/2014/main" id="{CA53BDAB-9AF0-4A0E-9482-9E4530E8C8D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600551" y="3195985"/>
            <a:ext cx="526569" cy="526569"/>
          </a:xfrm>
          <a:prstGeom prst="rect">
            <a:avLst/>
          </a:prstGeom>
          <a:effectLst>
            <a:outerShdw blurRad="50800" dist="38100" dir="2700000" algn="tl" rotWithShape="0">
              <a:prstClr val="black">
                <a:alpha val="40000"/>
              </a:prstClr>
            </a:outerShdw>
          </a:effectLst>
        </p:spPr>
      </p:pic>
      <p:pic>
        <p:nvPicPr>
          <p:cNvPr id="82" name="Graphic 81" descr="Head with gears">
            <a:extLst>
              <a:ext uri="{FF2B5EF4-FFF2-40B4-BE49-F238E27FC236}">
                <a16:creationId xmlns:a16="http://schemas.microsoft.com/office/drawing/2014/main" id="{2A83E2BC-9611-42F4-8D22-783FDD65BFD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833661" y="3187522"/>
            <a:ext cx="526569" cy="526569"/>
          </a:xfrm>
          <a:prstGeom prst="rect">
            <a:avLst/>
          </a:prstGeom>
        </p:spPr>
      </p:pic>
      <p:pic>
        <p:nvPicPr>
          <p:cNvPr id="83" name="Graphic 82" descr="Gears">
            <a:extLst>
              <a:ext uri="{FF2B5EF4-FFF2-40B4-BE49-F238E27FC236}">
                <a16:creationId xmlns:a16="http://schemas.microsoft.com/office/drawing/2014/main" id="{916B0C1E-8A1B-45DE-8812-2AD32412892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26185" y="3195080"/>
            <a:ext cx="526569" cy="526569"/>
          </a:xfrm>
          <a:prstGeom prst="rect">
            <a:avLst/>
          </a:prstGeom>
        </p:spPr>
      </p:pic>
      <p:grpSp>
        <p:nvGrpSpPr>
          <p:cNvPr id="84" name="Group 83">
            <a:extLst>
              <a:ext uri="{FF2B5EF4-FFF2-40B4-BE49-F238E27FC236}">
                <a16:creationId xmlns:a16="http://schemas.microsoft.com/office/drawing/2014/main" id="{115451B1-A64E-4FC5-9A17-A4852B5AC339}"/>
              </a:ext>
            </a:extLst>
          </p:cNvPr>
          <p:cNvGrpSpPr>
            <a:grpSpLocks noChangeAspect="1"/>
          </p:cNvGrpSpPr>
          <p:nvPr/>
        </p:nvGrpSpPr>
        <p:grpSpPr>
          <a:xfrm>
            <a:off x="9351018" y="2989988"/>
            <a:ext cx="1877271" cy="2014606"/>
            <a:chOff x="6222608" y="3087927"/>
            <a:chExt cx="2317619" cy="2489485"/>
          </a:xfrm>
        </p:grpSpPr>
        <p:sp>
          <p:nvSpPr>
            <p:cNvPr id="85" name="Arc 84">
              <a:extLst>
                <a:ext uri="{FF2B5EF4-FFF2-40B4-BE49-F238E27FC236}">
                  <a16:creationId xmlns:a16="http://schemas.microsoft.com/office/drawing/2014/main" id="{9EF0750D-5799-472D-9C4A-4FD46EC119F3}"/>
                </a:ext>
              </a:extLst>
            </p:cNvPr>
            <p:cNvSpPr/>
            <p:nvPr/>
          </p:nvSpPr>
          <p:spPr>
            <a:xfrm rot="10800000">
              <a:off x="7364159" y="3087927"/>
              <a:ext cx="1176068" cy="1176068"/>
            </a:xfrm>
            <a:prstGeom prst="arc">
              <a:avLst>
                <a:gd name="adj1" fmla="val 10895"/>
                <a:gd name="adj2" fmla="val 15969831"/>
              </a:avLst>
            </a:prstGeom>
            <a:noFill/>
            <a:ln w="38100" cap="flat" cmpd="sng" algn="ctr">
              <a:solidFill>
                <a:srgbClr val="FFCC4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cxnSp>
          <p:nvCxnSpPr>
            <p:cNvPr id="86" name="Straight Connector 85">
              <a:extLst>
                <a:ext uri="{FF2B5EF4-FFF2-40B4-BE49-F238E27FC236}">
                  <a16:creationId xmlns:a16="http://schemas.microsoft.com/office/drawing/2014/main" id="{3F3F1A22-3372-47B1-8D7C-526033BF9E80}"/>
                </a:ext>
              </a:extLst>
            </p:cNvPr>
            <p:cNvCxnSpPr>
              <a:cxnSpLocks/>
            </p:cNvCxnSpPr>
            <p:nvPr/>
          </p:nvCxnSpPr>
          <p:spPr>
            <a:xfrm>
              <a:off x="6222608" y="3656199"/>
              <a:ext cx="1141550" cy="0"/>
            </a:xfrm>
            <a:prstGeom prst="line">
              <a:avLst/>
            </a:prstGeom>
            <a:noFill/>
            <a:ln w="38100" cap="flat" cmpd="sng" algn="ctr">
              <a:solidFill>
                <a:srgbClr val="FFCC4C"/>
              </a:solidFill>
              <a:prstDash val="solid"/>
              <a:miter lim="800000"/>
            </a:ln>
            <a:effectLst/>
          </p:spPr>
        </p:cxnSp>
        <p:cxnSp>
          <p:nvCxnSpPr>
            <p:cNvPr id="87" name="Straight Connector 86">
              <a:extLst>
                <a:ext uri="{FF2B5EF4-FFF2-40B4-BE49-F238E27FC236}">
                  <a16:creationId xmlns:a16="http://schemas.microsoft.com/office/drawing/2014/main" id="{F5A3B10F-9A02-4B78-892C-C3E8DCF3949E}"/>
                </a:ext>
              </a:extLst>
            </p:cNvPr>
            <p:cNvCxnSpPr>
              <a:cxnSpLocks/>
            </p:cNvCxnSpPr>
            <p:nvPr/>
          </p:nvCxnSpPr>
          <p:spPr>
            <a:xfrm rot="10800000" flipV="1">
              <a:off x="7998512" y="4243473"/>
              <a:ext cx="0" cy="1333939"/>
            </a:xfrm>
            <a:prstGeom prst="line">
              <a:avLst/>
            </a:prstGeom>
            <a:noFill/>
            <a:ln w="38100" cap="flat" cmpd="sng" algn="ctr">
              <a:solidFill>
                <a:srgbClr val="FFCC4C"/>
              </a:solidFill>
              <a:prstDash val="solid"/>
              <a:miter lim="800000"/>
              <a:tailEnd type="oval"/>
            </a:ln>
            <a:effectLst/>
          </p:spPr>
        </p:cxnSp>
        <p:sp>
          <p:nvSpPr>
            <p:cNvPr id="88" name="Oval 87">
              <a:extLst>
                <a:ext uri="{FF2B5EF4-FFF2-40B4-BE49-F238E27FC236}">
                  <a16:creationId xmlns:a16="http://schemas.microsoft.com/office/drawing/2014/main" id="{14749CC1-E70A-4738-B9DD-2E7891D12A88}"/>
                </a:ext>
              </a:extLst>
            </p:cNvPr>
            <p:cNvSpPr/>
            <p:nvPr/>
          </p:nvSpPr>
          <p:spPr>
            <a:xfrm>
              <a:off x="7511883" y="3235650"/>
              <a:ext cx="880621" cy="880621"/>
            </a:xfrm>
            <a:prstGeom prst="ellipse">
              <a:avLst/>
            </a:prstGeom>
            <a:gradFill rotWithShape="1">
              <a:gsLst>
                <a:gs pos="0">
                  <a:srgbClr val="FFCC4C"/>
                </a:gs>
                <a:gs pos="50000">
                  <a:srgbClr val="FFCC4C"/>
                </a:gs>
                <a:gs pos="100000">
                  <a:srgbClr val="FFCC4C"/>
                </a:gs>
              </a:gsLst>
              <a:lin ang="5400000" scaled="0"/>
            </a:gradFill>
            <a:ln w="6350" cap="flat" cmpd="sng" algn="ctr">
              <a:solidFill>
                <a:srgbClr val="FFCC4C"/>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800" b="1" i="0" u="none" strike="noStrike" kern="0" cap="none" spc="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mn-ea"/>
                <a:cs typeface="+mn-cs"/>
              </a:endParaRPr>
            </a:p>
          </p:txBody>
        </p:sp>
      </p:grpSp>
      <p:grpSp>
        <p:nvGrpSpPr>
          <p:cNvPr id="89" name="Graphic 14" descr="Lightbulb">
            <a:extLst>
              <a:ext uri="{FF2B5EF4-FFF2-40B4-BE49-F238E27FC236}">
                <a16:creationId xmlns:a16="http://schemas.microsoft.com/office/drawing/2014/main" id="{1862A427-764B-4ED4-B873-A3E9022C3935}"/>
              </a:ext>
            </a:extLst>
          </p:cNvPr>
          <p:cNvGrpSpPr/>
          <p:nvPr/>
        </p:nvGrpSpPr>
        <p:grpSpPr>
          <a:xfrm>
            <a:off x="1182901" y="3264258"/>
            <a:ext cx="231071" cy="373268"/>
            <a:chOff x="6803613" y="3159292"/>
            <a:chExt cx="256745" cy="414742"/>
          </a:xfrm>
          <a:effectLst>
            <a:outerShdw blurRad="50800" dist="38100" dir="2700000" algn="tl" rotWithShape="0">
              <a:prstClr val="black">
                <a:alpha val="40000"/>
              </a:prstClr>
            </a:outerShdw>
          </a:effectLst>
        </p:grpSpPr>
        <p:sp>
          <p:nvSpPr>
            <p:cNvPr id="90" name="Freeform: Shape 89">
              <a:extLst>
                <a:ext uri="{FF2B5EF4-FFF2-40B4-BE49-F238E27FC236}">
                  <a16:creationId xmlns:a16="http://schemas.microsoft.com/office/drawing/2014/main" id="{4D8A5526-73CF-4CEE-A26C-D04B30AB78B2}"/>
                </a:ext>
              </a:extLst>
            </p:cNvPr>
            <p:cNvSpPr/>
            <p:nvPr/>
          </p:nvSpPr>
          <p:spPr>
            <a:xfrm>
              <a:off x="6867800" y="3445662"/>
              <a:ext cx="128372" cy="29624"/>
            </a:xfrm>
            <a:custGeom>
              <a:avLst/>
              <a:gdLst>
                <a:gd name="connsiteX0" fmla="*/ 14812 w 128372"/>
                <a:gd name="connsiteY0" fmla="*/ 0 h 29624"/>
                <a:gd name="connsiteX1" fmla="*/ 113560 w 128372"/>
                <a:gd name="connsiteY1" fmla="*/ 0 h 29624"/>
                <a:gd name="connsiteX2" fmla="*/ 128373 w 128372"/>
                <a:gd name="connsiteY2" fmla="*/ 14812 h 29624"/>
                <a:gd name="connsiteX3" fmla="*/ 113560 w 128372"/>
                <a:gd name="connsiteY3" fmla="*/ 29624 h 29624"/>
                <a:gd name="connsiteX4" fmla="*/ 14812 w 128372"/>
                <a:gd name="connsiteY4" fmla="*/ 29624 h 29624"/>
                <a:gd name="connsiteX5" fmla="*/ 0 w 128372"/>
                <a:gd name="connsiteY5" fmla="*/ 14812 h 29624"/>
                <a:gd name="connsiteX6" fmla="*/ 14812 w 128372"/>
                <a:gd name="connsiteY6" fmla="*/ 0 h 29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8372" h="29624">
                  <a:moveTo>
                    <a:pt x="14812" y="0"/>
                  </a:moveTo>
                  <a:lnTo>
                    <a:pt x="113560" y="0"/>
                  </a:lnTo>
                  <a:cubicBezTo>
                    <a:pt x="121954" y="0"/>
                    <a:pt x="128373" y="6419"/>
                    <a:pt x="128373" y="14812"/>
                  </a:cubicBezTo>
                  <a:cubicBezTo>
                    <a:pt x="128373" y="23206"/>
                    <a:pt x="121954" y="29624"/>
                    <a:pt x="113560" y="29624"/>
                  </a:cubicBezTo>
                  <a:lnTo>
                    <a:pt x="14812" y="29624"/>
                  </a:lnTo>
                  <a:cubicBezTo>
                    <a:pt x="6419" y="29624"/>
                    <a:pt x="0" y="23206"/>
                    <a:pt x="0" y="14812"/>
                  </a:cubicBezTo>
                  <a:cubicBezTo>
                    <a:pt x="0" y="6419"/>
                    <a:pt x="6419" y="0"/>
                    <a:pt x="14812" y="0"/>
                  </a:cubicBezTo>
                  <a:close/>
                </a:path>
              </a:pathLst>
            </a:custGeom>
            <a:solidFill>
              <a:schemeClr val="bg1"/>
            </a:solidFill>
            <a:ln w="4862"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AE107CA3-8828-41A8-998C-76991F1DB677}"/>
                </a:ext>
              </a:extLst>
            </p:cNvPr>
            <p:cNvSpPr/>
            <p:nvPr/>
          </p:nvSpPr>
          <p:spPr>
            <a:xfrm>
              <a:off x="6867800" y="3495036"/>
              <a:ext cx="128372" cy="29624"/>
            </a:xfrm>
            <a:custGeom>
              <a:avLst/>
              <a:gdLst>
                <a:gd name="connsiteX0" fmla="*/ 14812 w 128372"/>
                <a:gd name="connsiteY0" fmla="*/ 0 h 29624"/>
                <a:gd name="connsiteX1" fmla="*/ 113560 w 128372"/>
                <a:gd name="connsiteY1" fmla="*/ 0 h 29624"/>
                <a:gd name="connsiteX2" fmla="*/ 128373 w 128372"/>
                <a:gd name="connsiteY2" fmla="*/ 14812 h 29624"/>
                <a:gd name="connsiteX3" fmla="*/ 113560 w 128372"/>
                <a:gd name="connsiteY3" fmla="*/ 29624 h 29624"/>
                <a:gd name="connsiteX4" fmla="*/ 14812 w 128372"/>
                <a:gd name="connsiteY4" fmla="*/ 29624 h 29624"/>
                <a:gd name="connsiteX5" fmla="*/ 0 w 128372"/>
                <a:gd name="connsiteY5" fmla="*/ 14812 h 29624"/>
                <a:gd name="connsiteX6" fmla="*/ 14812 w 128372"/>
                <a:gd name="connsiteY6" fmla="*/ 0 h 29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8372" h="29624">
                  <a:moveTo>
                    <a:pt x="14812" y="0"/>
                  </a:moveTo>
                  <a:lnTo>
                    <a:pt x="113560" y="0"/>
                  </a:lnTo>
                  <a:cubicBezTo>
                    <a:pt x="121954" y="0"/>
                    <a:pt x="128373" y="6419"/>
                    <a:pt x="128373" y="14812"/>
                  </a:cubicBezTo>
                  <a:cubicBezTo>
                    <a:pt x="128373" y="23206"/>
                    <a:pt x="121954" y="29624"/>
                    <a:pt x="113560" y="29624"/>
                  </a:cubicBezTo>
                  <a:lnTo>
                    <a:pt x="14812" y="29624"/>
                  </a:lnTo>
                  <a:cubicBezTo>
                    <a:pt x="6419" y="29624"/>
                    <a:pt x="0" y="23206"/>
                    <a:pt x="0" y="14812"/>
                  </a:cubicBezTo>
                  <a:cubicBezTo>
                    <a:pt x="0" y="6419"/>
                    <a:pt x="6419" y="0"/>
                    <a:pt x="14812" y="0"/>
                  </a:cubicBezTo>
                  <a:close/>
                </a:path>
              </a:pathLst>
            </a:custGeom>
            <a:solidFill>
              <a:schemeClr val="bg1"/>
            </a:solidFill>
            <a:ln w="4862"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2486BFE9-EA62-46AE-83C5-366E9401FAB8}"/>
                </a:ext>
              </a:extLst>
            </p:cNvPr>
            <p:cNvSpPr/>
            <p:nvPr/>
          </p:nvSpPr>
          <p:spPr>
            <a:xfrm>
              <a:off x="6899893" y="3544410"/>
              <a:ext cx="64186" cy="29624"/>
            </a:xfrm>
            <a:custGeom>
              <a:avLst/>
              <a:gdLst>
                <a:gd name="connsiteX0" fmla="*/ 0 w 64186"/>
                <a:gd name="connsiteY0" fmla="*/ 0 h 29624"/>
                <a:gd name="connsiteX1" fmla="*/ 32093 w 64186"/>
                <a:gd name="connsiteY1" fmla="*/ 29624 h 29624"/>
                <a:gd name="connsiteX2" fmla="*/ 64186 w 64186"/>
                <a:gd name="connsiteY2" fmla="*/ 0 h 29624"/>
                <a:gd name="connsiteX3" fmla="*/ 0 w 64186"/>
                <a:gd name="connsiteY3" fmla="*/ 0 h 29624"/>
              </a:gdLst>
              <a:ahLst/>
              <a:cxnLst>
                <a:cxn ang="0">
                  <a:pos x="connsiteX0" y="connsiteY0"/>
                </a:cxn>
                <a:cxn ang="0">
                  <a:pos x="connsiteX1" y="connsiteY1"/>
                </a:cxn>
                <a:cxn ang="0">
                  <a:pos x="connsiteX2" y="connsiteY2"/>
                </a:cxn>
                <a:cxn ang="0">
                  <a:pos x="connsiteX3" y="connsiteY3"/>
                </a:cxn>
              </a:cxnLst>
              <a:rect l="l" t="t" r="r" b="b"/>
              <a:pathLst>
                <a:path w="64186" h="29624">
                  <a:moveTo>
                    <a:pt x="0" y="0"/>
                  </a:moveTo>
                  <a:cubicBezTo>
                    <a:pt x="1481" y="16787"/>
                    <a:pt x="15306" y="29624"/>
                    <a:pt x="32093" y="29624"/>
                  </a:cubicBezTo>
                  <a:cubicBezTo>
                    <a:pt x="48880" y="29624"/>
                    <a:pt x="62705" y="16787"/>
                    <a:pt x="64186" y="0"/>
                  </a:cubicBezTo>
                  <a:lnTo>
                    <a:pt x="0" y="0"/>
                  </a:lnTo>
                  <a:close/>
                </a:path>
              </a:pathLst>
            </a:custGeom>
            <a:solidFill>
              <a:schemeClr val="bg1"/>
            </a:solidFill>
            <a:ln w="4862"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3810401C-1F0E-429C-A33B-C836C9BF0E84}"/>
                </a:ext>
              </a:extLst>
            </p:cNvPr>
            <p:cNvSpPr/>
            <p:nvPr/>
          </p:nvSpPr>
          <p:spPr>
            <a:xfrm>
              <a:off x="6803613" y="3159292"/>
              <a:ext cx="256745" cy="266619"/>
            </a:xfrm>
            <a:custGeom>
              <a:avLst/>
              <a:gdLst>
                <a:gd name="connsiteX0" fmla="*/ 128373 w 256745"/>
                <a:gd name="connsiteY0" fmla="*/ 0 h 266619"/>
                <a:gd name="connsiteX1" fmla="*/ 128373 w 256745"/>
                <a:gd name="connsiteY1" fmla="*/ 0 h 266619"/>
                <a:gd name="connsiteX2" fmla="*/ 128373 w 256745"/>
                <a:gd name="connsiteY2" fmla="*/ 0 h 266619"/>
                <a:gd name="connsiteX3" fmla="*/ 0 w 256745"/>
                <a:gd name="connsiteY3" fmla="*/ 126891 h 266619"/>
                <a:gd name="connsiteX4" fmla="*/ 0 w 256745"/>
                <a:gd name="connsiteY4" fmla="*/ 131335 h 266619"/>
                <a:gd name="connsiteX5" fmla="*/ 8887 w 256745"/>
                <a:gd name="connsiteY5" fmla="*/ 175772 h 266619"/>
                <a:gd name="connsiteX6" fmla="*/ 31106 w 256745"/>
                <a:gd name="connsiteY6" fmla="*/ 212308 h 266619"/>
                <a:gd name="connsiteX7" fmla="*/ 61224 w 256745"/>
                <a:gd name="connsiteY7" fmla="*/ 261189 h 266619"/>
                <a:gd name="connsiteX8" fmla="*/ 70111 w 256745"/>
                <a:gd name="connsiteY8" fmla="*/ 266620 h 266619"/>
                <a:gd name="connsiteX9" fmla="*/ 186634 w 256745"/>
                <a:gd name="connsiteY9" fmla="*/ 266620 h 266619"/>
                <a:gd name="connsiteX10" fmla="*/ 195521 w 256745"/>
                <a:gd name="connsiteY10" fmla="*/ 261189 h 266619"/>
                <a:gd name="connsiteX11" fmla="*/ 225639 w 256745"/>
                <a:gd name="connsiteY11" fmla="*/ 212308 h 266619"/>
                <a:gd name="connsiteX12" fmla="*/ 247858 w 256745"/>
                <a:gd name="connsiteY12" fmla="*/ 175772 h 266619"/>
                <a:gd name="connsiteX13" fmla="*/ 256745 w 256745"/>
                <a:gd name="connsiteY13" fmla="*/ 131335 h 266619"/>
                <a:gd name="connsiteX14" fmla="*/ 256745 w 256745"/>
                <a:gd name="connsiteY14" fmla="*/ 126891 h 266619"/>
                <a:gd name="connsiteX15" fmla="*/ 128373 w 256745"/>
                <a:gd name="connsiteY15" fmla="*/ 0 h 266619"/>
                <a:gd name="connsiteX16" fmla="*/ 227121 w 256745"/>
                <a:gd name="connsiteY16" fmla="*/ 130841 h 266619"/>
                <a:gd name="connsiteX17" fmla="*/ 220208 w 256745"/>
                <a:gd name="connsiteY17" fmla="*/ 165403 h 266619"/>
                <a:gd name="connsiteX18" fmla="*/ 203421 w 256745"/>
                <a:gd name="connsiteY18" fmla="*/ 192559 h 266619"/>
                <a:gd name="connsiteX19" fmla="*/ 174784 w 256745"/>
                <a:gd name="connsiteY19" fmla="*/ 236996 h 266619"/>
                <a:gd name="connsiteX20" fmla="*/ 128373 w 256745"/>
                <a:gd name="connsiteY20" fmla="*/ 236996 h 266619"/>
                <a:gd name="connsiteX21" fmla="*/ 82455 w 256745"/>
                <a:gd name="connsiteY21" fmla="*/ 236996 h 266619"/>
                <a:gd name="connsiteX22" fmla="*/ 53818 w 256745"/>
                <a:gd name="connsiteY22" fmla="*/ 192559 h 266619"/>
                <a:gd name="connsiteX23" fmla="*/ 37031 w 256745"/>
                <a:gd name="connsiteY23" fmla="*/ 165403 h 266619"/>
                <a:gd name="connsiteX24" fmla="*/ 30118 w 256745"/>
                <a:gd name="connsiteY24" fmla="*/ 130841 h 266619"/>
                <a:gd name="connsiteX25" fmla="*/ 30118 w 256745"/>
                <a:gd name="connsiteY25" fmla="*/ 126891 h 266619"/>
                <a:gd name="connsiteX26" fmla="*/ 128866 w 256745"/>
                <a:gd name="connsiteY26" fmla="*/ 29131 h 266619"/>
                <a:gd name="connsiteX27" fmla="*/ 128866 w 256745"/>
                <a:gd name="connsiteY27" fmla="*/ 29131 h 266619"/>
                <a:gd name="connsiteX28" fmla="*/ 128866 w 256745"/>
                <a:gd name="connsiteY28" fmla="*/ 29131 h 266619"/>
                <a:gd name="connsiteX29" fmla="*/ 128866 w 256745"/>
                <a:gd name="connsiteY29" fmla="*/ 29131 h 266619"/>
                <a:gd name="connsiteX30" fmla="*/ 128866 w 256745"/>
                <a:gd name="connsiteY30" fmla="*/ 29131 h 266619"/>
                <a:gd name="connsiteX31" fmla="*/ 128866 w 256745"/>
                <a:gd name="connsiteY31" fmla="*/ 29131 h 266619"/>
                <a:gd name="connsiteX32" fmla="*/ 128866 w 256745"/>
                <a:gd name="connsiteY32" fmla="*/ 29131 h 266619"/>
                <a:gd name="connsiteX33" fmla="*/ 227614 w 256745"/>
                <a:gd name="connsiteY33" fmla="*/ 126891 h 266619"/>
                <a:gd name="connsiteX34" fmla="*/ 227614 w 256745"/>
                <a:gd name="connsiteY34" fmla="*/ 130841 h 266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56745" h="266619">
                  <a:moveTo>
                    <a:pt x="128373" y="0"/>
                  </a:moveTo>
                  <a:cubicBezTo>
                    <a:pt x="128373" y="0"/>
                    <a:pt x="128373" y="0"/>
                    <a:pt x="128373" y="0"/>
                  </a:cubicBezTo>
                  <a:cubicBezTo>
                    <a:pt x="128373" y="0"/>
                    <a:pt x="128373" y="0"/>
                    <a:pt x="128373" y="0"/>
                  </a:cubicBezTo>
                  <a:cubicBezTo>
                    <a:pt x="58261" y="494"/>
                    <a:pt x="1481" y="56780"/>
                    <a:pt x="0" y="126891"/>
                  </a:cubicBezTo>
                  <a:lnTo>
                    <a:pt x="0" y="131335"/>
                  </a:lnTo>
                  <a:cubicBezTo>
                    <a:pt x="494" y="146641"/>
                    <a:pt x="3456" y="161453"/>
                    <a:pt x="8887" y="175772"/>
                  </a:cubicBezTo>
                  <a:cubicBezTo>
                    <a:pt x="14318" y="189103"/>
                    <a:pt x="21725" y="201446"/>
                    <a:pt x="31106" y="212308"/>
                  </a:cubicBezTo>
                  <a:cubicBezTo>
                    <a:pt x="42955" y="225146"/>
                    <a:pt x="55793" y="250327"/>
                    <a:pt x="61224" y="261189"/>
                  </a:cubicBezTo>
                  <a:cubicBezTo>
                    <a:pt x="62705" y="264645"/>
                    <a:pt x="66161" y="266620"/>
                    <a:pt x="70111" y="266620"/>
                  </a:cubicBezTo>
                  <a:lnTo>
                    <a:pt x="186634" y="266620"/>
                  </a:lnTo>
                  <a:cubicBezTo>
                    <a:pt x="190584" y="266620"/>
                    <a:pt x="194040" y="264645"/>
                    <a:pt x="195521" y="261189"/>
                  </a:cubicBezTo>
                  <a:cubicBezTo>
                    <a:pt x="200952" y="250327"/>
                    <a:pt x="213790" y="225146"/>
                    <a:pt x="225639" y="212308"/>
                  </a:cubicBezTo>
                  <a:cubicBezTo>
                    <a:pt x="235021" y="201446"/>
                    <a:pt x="242920" y="189103"/>
                    <a:pt x="247858" y="175772"/>
                  </a:cubicBezTo>
                  <a:cubicBezTo>
                    <a:pt x="253289" y="161453"/>
                    <a:pt x="256251" y="146641"/>
                    <a:pt x="256745" y="131335"/>
                  </a:cubicBezTo>
                  <a:lnTo>
                    <a:pt x="256745" y="126891"/>
                  </a:lnTo>
                  <a:cubicBezTo>
                    <a:pt x="255264" y="56780"/>
                    <a:pt x="198484" y="494"/>
                    <a:pt x="128373" y="0"/>
                  </a:cubicBezTo>
                  <a:close/>
                  <a:moveTo>
                    <a:pt x="227121" y="130841"/>
                  </a:moveTo>
                  <a:cubicBezTo>
                    <a:pt x="226627" y="142691"/>
                    <a:pt x="224158" y="154541"/>
                    <a:pt x="220208" y="165403"/>
                  </a:cubicBezTo>
                  <a:cubicBezTo>
                    <a:pt x="216258" y="175278"/>
                    <a:pt x="210827" y="184659"/>
                    <a:pt x="203421" y="192559"/>
                  </a:cubicBezTo>
                  <a:cubicBezTo>
                    <a:pt x="192065" y="206384"/>
                    <a:pt x="182190" y="221196"/>
                    <a:pt x="174784" y="236996"/>
                  </a:cubicBezTo>
                  <a:lnTo>
                    <a:pt x="128373" y="236996"/>
                  </a:lnTo>
                  <a:lnTo>
                    <a:pt x="82455" y="236996"/>
                  </a:lnTo>
                  <a:cubicBezTo>
                    <a:pt x="74555" y="221196"/>
                    <a:pt x="64680" y="206384"/>
                    <a:pt x="53818" y="192559"/>
                  </a:cubicBezTo>
                  <a:cubicBezTo>
                    <a:pt x="46905" y="184659"/>
                    <a:pt x="40980" y="175278"/>
                    <a:pt x="37031" y="165403"/>
                  </a:cubicBezTo>
                  <a:cubicBezTo>
                    <a:pt x="32587" y="154541"/>
                    <a:pt x="30612" y="142691"/>
                    <a:pt x="30118" y="130841"/>
                  </a:cubicBezTo>
                  <a:lnTo>
                    <a:pt x="30118" y="126891"/>
                  </a:lnTo>
                  <a:cubicBezTo>
                    <a:pt x="31106" y="73074"/>
                    <a:pt x="75049" y="29624"/>
                    <a:pt x="128866" y="29131"/>
                  </a:cubicBezTo>
                  <a:lnTo>
                    <a:pt x="128866" y="29131"/>
                  </a:lnTo>
                  <a:lnTo>
                    <a:pt x="128866" y="29131"/>
                  </a:lnTo>
                  <a:cubicBezTo>
                    <a:pt x="128866" y="29131"/>
                    <a:pt x="128866" y="29131"/>
                    <a:pt x="128866" y="29131"/>
                  </a:cubicBezTo>
                  <a:cubicBezTo>
                    <a:pt x="128866" y="29131"/>
                    <a:pt x="128866" y="29131"/>
                    <a:pt x="128866" y="29131"/>
                  </a:cubicBezTo>
                  <a:lnTo>
                    <a:pt x="128866" y="29131"/>
                  </a:lnTo>
                  <a:lnTo>
                    <a:pt x="128866" y="29131"/>
                  </a:lnTo>
                  <a:cubicBezTo>
                    <a:pt x="182684" y="29624"/>
                    <a:pt x="226627" y="72580"/>
                    <a:pt x="227614" y="126891"/>
                  </a:cubicBezTo>
                  <a:lnTo>
                    <a:pt x="227614" y="130841"/>
                  </a:lnTo>
                  <a:close/>
                </a:path>
              </a:pathLst>
            </a:custGeom>
            <a:solidFill>
              <a:schemeClr val="bg1"/>
            </a:solidFill>
            <a:ln w="4862" cap="flat">
              <a:noFill/>
              <a:prstDash val="solid"/>
              <a:miter/>
            </a:ln>
          </p:spPr>
          <p:txBody>
            <a:bodyPr rtlCol="0" anchor="ctr"/>
            <a:lstStyle/>
            <a:p>
              <a:endParaRPr lang="en-US"/>
            </a:p>
          </p:txBody>
        </p:sp>
      </p:grpSp>
      <p:sp>
        <p:nvSpPr>
          <p:cNvPr id="94" name="Graphic 15" descr="Magnifying glass">
            <a:extLst>
              <a:ext uri="{FF2B5EF4-FFF2-40B4-BE49-F238E27FC236}">
                <a16:creationId xmlns:a16="http://schemas.microsoft.com/office/drawing/2014/main" id="{D7777FDD-B3CB-48CA-8D6F-7E8D601F3F8D}"/>
              </a:ext>
            </a:extLst>
          </p:cNvPr>
          <p:cNvSpPr/>
          <p:nvPr/>
        </p:nvSpPr>
        <p:spPr>
          <a:xfrm>
            <a:off x="3019454" y="3296024"/>
            <a:ext cx="350772" cy="351050"/>
          </a:xfrm>
          <a:custGeom>
            <a:avLst/>
            <a:gdLst>
              <a:gd name="connsiteX0" fmla="*/ 379687 w 389747"/>
              <a:gd name="connsiteY0" fmla="*/ 330806 h 390055"/>
              <a:gd name="connsiteX1" fmla="*/ 317969 w 389747"/>
              <a:gd name="connsiteY1" fmla="*/ 269089 h 390055"/>
              <a:gd name="connsiteX2" fmla="*/ 287357 w 389747"/>
              <a:gd name="connsiteY2" fmla="*/ 259708 h 390055"/>
              <a:gd name="connsiteX3" fmla="*/ 265632 w 389747"/>
              <a:gd name="connsiteY3" fmla="*/ 237983 h 390055"/>
              <a:gd name="connsiteX4" fmla="*/ 296244 w 389747"/>
              <a:gd name="connsiteY4" fmla="*/ 148122 h 390055"/>
              <a:gd name="connsiteX5" fmla="*/ 148122 w 389747"/>
              <a:gd name="connsiteY5" fmla="*/ 0 h 390055"/>
              <a:gd name="connsiteX6" fmla="*/ 0 w 389747"/>
              <a:gd name="connsiteY6" fmla="*/ 148122 h 390055"/>
              <a:gd name="connsiteX7" fmla="*/ 148122 w 389747"/>
              <a:gd name="connsiteY7" fmla="*/ 296244 h 390055"/>
              <a:gd name="connsiteX8" fmla="*/ 237983 w 389747"/>
              <a:gd name="connsiteY8" fmla="*/ 265632 h 390055"/>
              <a:gd name="connsiteX9" fmla="*/ 259708 w 389747"/>
              <a:gd name="connsiteY9" fmla="*/ 287357 h 390055"/>
              <a:gd name="connsiteX10" fmla="*/ 269089 w 389747"/>
              <a:gd name="connsiteY10" fmla="*/ 317969 h 390055"/>
              <a:gd name="connsiteX11" fmla="*/ 330806 w 389747"/>
              <a:gd name="connsiteY11" fmla="*/ 379687 h 390055"/>
              <a:gd name="connsiteX12" fmla="*/ 355493 w 389747"/>
              <a:gd name="connsiteY12" fmla="*/ 390055 h 390055"/>
              <a:gd name="connsiteX13" fmla="*/ 380180 w 389747"/>
              <a:gd name="connsiteY13" fmla="*/ 379687 h 390055"/>
              <a:gd name="connsiteX14" fmla="*/ 379687 w 389747"/>
              <a:gd name="connsiteY14" fmla="*/ 330806 h 390055"/>
              <a:gd name="connsiteX15" fmla="*/ 147628 w 389747"/>
              <a:gd name="connsiteY15" fmla="*/ 266126 h 390055"/>
              <a:gd name="connsiteX16" fmla="*/ 29131 w 389747"/>
              <a:gd name="connsiteY16" fmla="*/ 147628 h 390055"/>
              <a:gd name="connsiteX17" fmla="*/ 147628 w 389747"/>
              <a:gd name="connsiteY17" fmla="*/ 29131 h 390055"/>
              <a:gd name="connsiteX18" fmla="*/ 266126 w 389747"/>
              <a:gd name="connsiteY18" fmla="*/ 147628 h 390055"/>
              <a:gd name="connsiteX19" fmla="*/ 147628 w 389747"/>
              <a:gd name="connsiteY19" fmla="*/ 266126 h 390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89747" h="390055">
                <a:moveTo>
                  <a:pt x="379687" y="330806"/>
                </a:moveTo>
                <a:lnTo>
                  <a:pt x="317969" y="269089"/>
                </a:lnTo>
                <a:cubicBezTo>
                  <a:pt x="309575" y="260695"/>
                  <a:pt x="298219" y="257733"/>
                  <a:pt x="287357" y="259708"/>
                </a:cubicBezTo>
                <a:lnTo>
                  <a:pt x="265632" y="237983"/>
                </a:lnTo>
                <a:cubicBezTo>
                  <a:pt x="284888" y="213296"/>
                  <a:pt x="296244" y="181697"/>
                  <a:pt x="296244" y="148122"/>
                </a:cubicBezTo>
                <a:cubicBezTo>
                  <a:pt x="296244" y="66655"/>
                  <a:pt x="229589" y="0"/>
                  <a:pt x="148122" y="0"/>
                </a:cubicBezTo>
                <a:cubicBezTo>
                  <a:pt x="66655" y="0"/>
                  <a:pt x="0" y="66655"/>
                  <a:pt x="0" y="148122"/>
                </a:cubicBezTo>
                <a:cubicBezTo>
                  <a:pt x="0" y="229589"/>
                  <a:pt x="66655" y="296244"/>
                  <a:pt x="148122" y="296244"/>
                </a:cubicBezTo>
                <a:cubicBezTo>
                  <a:pt x="181697" y="296244"/>
                  <a:pt x="212802" y="284888"/>
                  <a:pt x="237983" y="265632"/>
                </a:cubicBezTo>
                <a:lnTo>
                  <a:pt x="259708" y="287357"/>
                </a:lnTo>
                <a:cubicBezTo>
                  <a:pt x="257733" y="298219"/>
                  <a:pt x="260695" y="309575"/>
                  <a:pt x="269089" y="317969"/>
                </a:cubicBezTo>
                <a:lnTo>
                  <a:pt x="330806" y="379687"/>
                </a:lnTo>
                <a:cubicBezTo>
                  <a:pt x="337719" y="386599"/>
                  <a:pt x="346606" y="390055"/>
                  <a:pt x="355493" y="390055"/>
                </a:cubicBezTo>
                <a:cubicBezTo>
                  <a:pt x="364381" y="390055"/>
                  <a:pt x="373268" y="386599"/>
                  <a:pt x="380180" y="379687"/>
                </a:cubicBezTo>
                <a:cubicBezTo>
                  <a:pt x="393018" y="365862"/>
                  <a:pt x="393018" y="344137"/>
                  <a:pt x="379687" y="330806"/>
                </a:cubicBezTo>
                <a:close/>
                <a:moveTo>
                  <a:pt x="147628" y="266126"/>
                </a:moveTo>
                <a:cubicBezTo>
                  <a:pt x="82455" y="266126"/>
                  <a:pt x="29131" y="212802"/>
                  <a:pt x="29131" y="147628"/>
                </a:cubicBezTo>
                <a:cubicBezTo>
                  <a:pt x="29131" y="82455"/>
                  <a:pt x="82455" y="29131"/>
                  <a:pt x="147628" y="29131"/>
                </a:cubicBezTo>
                <a:cubicBezTo>
                  <a:pt x="212802" y="29131"/>
                  <a:pt x="266126" y="82455"/>
                  <a:pt x="266126" y="147628"/>
                </a:cubicBezTo>
                <a:cubicBezTo>
                  <a:pt x="266126" y="212802"/>
                  <a:pt x="212802" y="266126"/>
                  <a:pt x="147628" y="266126"/>
                </a:cubicBezTo>
                <a:close/>
              </a:path>
            </a:pathLst>
          </a:custGeom>
          <a:solidFill>
            <a:schemeClr val="bg1"/>
          </a:solidFill>
          <a:ln w="4862" cap="flat">
            <a:noFill/>
            <a:prstDash val="solid"/>
            <a:miter/>
          </a:ln>
          <a:effectLst>
            <a:outerShdw blurRad="50800" dist="38100" dir="2700000" algn="tl" rotWithShape="0">
              <a:prstClr val="black">
                <a:alpha val="40000"/>
              </a:prstClr>
            </a:outerShdw>
          </a:effectLst>
        </p:spPr>
        <p:txBody>
          <a:bodyPr rtlCol="0" anchor="ctr"/>
          <a:lstStyle/>
          <a:p>
            <a:endParaRPr lang="en-US"/>
          </a:p>
        </p:txBody>
      </p:sp>
      <p:grpSp>
        <p:nvGrpSpPr>
          <p:cNvPr id="95" name="Graphic 11" descr="Bullseye">
            <a:extLst>
              <a:ext uri="{FF2B5EF4-FFF2-40B4-BE49-F238E27FC236}">
                <a16:creationId xmlns:a16="http://schemas.microsoft.com/office/drawing/2014/main" id="{646EB02F-4A8E-443E-9CC9-7DD70B3A923B}"/>
              </a:ext>
            </a:extLst>
          </p:cNvPr>
          <p:cNvGrpSpPr/>
          <p:nvPr/>
        </p:nvGrpSpPr>
        <p:grpSpPr>
          <a:xfrm>
            <a:off x="10573196" y="3286954"/>
            <a:ext cx="351050" cy="351050"/>
            <a:chOff x="8147500" y="1163400"/>
            <a:chExt cx="390055" cy="390055"/>
          </a:xfrm>
          <a:effectLst>
            <a:outerShdw blurRad="50800" dist="38100" dir="2700000" algn="tl" rotWithShape="0">
              <a:prstClr val="black">
                <a:alpha val="40000"/>
              </a:prstClr>
            </a:outerShdw>
          </a:effectLst>
        </p:grpSpPr>
        <p:sp>
          <p:nvSpPr>
            <p:cNvPr id="96" name="Freeform: Shape 95">
              <a:extLst>
                <a:ext uri="{FF2B5EF4-FFF2-40B4-BE49-F238E27FC236}">
                  <a16:creationId xmlns:a16="http://schemas.microsoft.com/office/drawing/2014/main" id="{70A7D428-F186-4523-BD1A-8825743AC7ED}"/>
                </a:ext>
              </a:extLst>
            </p:cNvPr>
            <p:cNvSpPr/>
            <p:nvPr/>
          </p:nvSpPr>
          <p:spPr>
            <a:xfrm>
              <a:off x="8285254" y="1163400"/>
              <a:ext cx="252301" cy="251807"/>
            </a:xfrm>
            <a:custGeom>
              <a:avLst/>
              <a:gdLst>
                <a:gd name="connsiteX0" fmla="*/ 207865 w 252301"/>
                <a:gd name="connsiteY0" fmla="*/ 44437 h 251807"/>
                <a:gd name="connsiteX1" fmla="*/ 202927 w 252301"/>
                <a:gd name="connsiteY1" fmla="*/ 0 h 251807"/>
                <a:gd name="connsiteX2" fmla="*/ 148616 w 252301"/>
                <a:gd name="connsiteY2" fmla="*/ 54311 h 251807"/>
                <a:gd name="connsiteX3" fmla="*/ 151578 w 252301"/>
                <a:gd name="connsiteY3" fmla="*/ 79986 h 251807"/>
                <a:gd name="connsiteX4" fmla="*/ 72580 w 252301"/>
                <a:gd name="connsiteY4" fmla="*/ 158984 h 251807"/>
                <a:gd name="connsiteX5" fmla="*/ 49374 w 252301"/>
                <a:gd name="connsiteY5" fmla="*/ 153060 h 251807"/>
                <a:gd name="connsiteX6" fmla="*/ 0 w 252301"/>
                <a:gd name="connsiteY6" fmla="*/ 202434 h 251807"/>
                <a:gd name="connsiteX7" fmla="*/ 49374 w 252301"/>
                <a:gd name="connsiteY7" fmla="*/ 251808 h 251807"/>
                <a:gd name="connsiteX8" fmla="*/ 98748 w 252301"/>
                <a:gd name="connsiteY8" fmla="*/ 202434 h 251807"/>
                <a:gd name="connsiteX9" fmla="*/ 93317 w 252301"/>
                <a:gd name="connsiteY9" fmla="*/ 179722 h 251807"/>
                <a:gd name="connsiteX10" fmla="*/ 172315 w 252301"/>
                <a:gd name="connsiteY10" fmla="*/ 100723 h 251807"/>
                <a:gd name="connsiteX11" fmla="*/ 197990 w 252301"/>
                <a:gd name="connsiteY11" fmla="*/ 103686 h 251807"/>
                <a:gd name="connsiteX12" fmla="*/ 252301 w 252301"/>
                <a:gd name="connsiteY12" fmla="*/ 49374 h 251807"/>
                <a:gd name="connsiteX13" fmla="*/ 207865 w 252301"/>
                <a:gd name="connsiteY13" fmla="*/ 44437 h 251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2301" h="251807">
                  <a:moveTo>
                    <a:pt x="207865" y="44437"/>
                  </a:moveTo>
                  <a:lnTo>
                    <a:pt x="202927" y="0"/>
                  </a:lnTo>
                  <a:lnTo>
                    <a:pt x="148616" y="54311"/>
                  </a:lnTo>
                  <a:lnTo>
                    <a:pt x="151578" y="79986"/>
                  </a:lnTo>
                  <a:lnTo>
                    <a:pt x="72580" y="158984"/>
                  </a:lnTo>
                  <a:cubicBezTo>
                    <a:pt x="65668" y="155528"/>
                    <a:pt x="57768" y="153060"/>
                    <a:pt x="49374" y="153060"/>
                  </a:cubicBezTo>
                  <a:cubicBezTo>
                    <a:pt x="22218" y="153060"/>
                    <a:pt x="0" y="175278"/>
                    <a:pt x="0" y="202434"/>
                  </a:cubicBezTo>
                  <a:cubicBezTo>
                    <a:pt x="0" y="229589"/>
                    <a:pt x="22218" y="251808"/>
                    <a:pt x="49374" y="251808"/>
                  </a:cubicBezTo>
                  <a:cubicBezTo>
                    <a:pt x="76530" y="251808"/>
                    <a:pt x="98748" y="229589"/>
                    <a:pt x="98748" y="202434"/>
                  </a:cubicBezTo>
                  <a:cubicBezTo>
                    <a:pt x="98748" y="194040"/>
                    <a:pt x="96773" y="186634"/>
                    <a:pt x="93317" y="179722"/>
                  </a:cubicBezTo>
                  <a:lnTo>
                    <a:pt x="172315" y="100723"/>
                  </a:lnTo>
                  <a:lnTo>
                    <a:pt x="197990" y="103686"/>
                  </a:lnTo>
                  <a:lnTo>
                    <a:pt x="252301" y="49374"/>
                  </a:lnTo>
                  <a:lnTo>
                    <a:pt x="207865" y="44437"/>
                  </a:lnTo>
                  <a:close/>
                </a:path>
              </a:pathLst>
            </a:custGeom>
            <a:solidFill>
              <a:schemeClr val="bg1"/>
            </a:solidFill>
            <a:ln w="4862"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8FDF1127-C8BE-4D75-B669-2EDB404EBC04}"/>
                </a:ext>
              </a:extLst>
            </p:cNvPr>
            <p:cNvSpPr/>
            <p:nvPr/>
          </p:nvSpPr>
          <p:spPr>
            <a:xfrm>
              <a:off x="8147500" y="1178213"/>
              <a:ext cx="375242" cy="375242"/>
            </a:xfrm>
            <a:custGeom>
              <a:avLst/>
              <a:gdLst>
                <a:gd name="connsiteX0" fmla="*/ 349568 w 375242"/>
                <a:gd name="connsiteY0" fmla="*/ 102698 h 375242"/>
                <a:gd name="connsiteX1" fmla="*/ 343150 w 375242"/>
                <a:gd name="connsiteY1" fmla="*/ 109610 h 375242"/>
                <a:gd name="connsiteX2" fmla="*/ 333769 w 375242"/>
                <a:gd name="connsiteY2" fmla="*/ 108623 h 375242"/>
                <a:gd name="connsiteX3" fmla="*/ 323400 w 375242"/>
                <a:gd name="connsiteY3" fmla="*/ 107142 h 375242"/>
                <a:gd name="connsiteX4" fmla="*/ 345618 w 375242"/>
                <a:gd name="connsiteY4" fmla="*/ 187621 h 375242"/>
                <a:gd name="connsiteX5" fmla="*/ 187621 w 375242"/>
                <a:gd name="connsiteY5" fmla="*/ 345618 h 375242"/>
                <a:gd name="connsiteX6" fmla="*/ 29624 w 375242"/>
                <a:gd name="connsiteY6" fmla="*/ 187621 h 375242"/>
                <a:gd name="connsiteX7" fmla="*/ 187621 w 375242"/>
                <a:gd name="connsiteY7" fmla="*/ 29624 h 375242"/>
                <a:gd name="connsiteX8" fmla="*/ 268101 w 375242"/>
                <a:gd name="connsiteY8" fmla="*/ 51843 h 375242"/>
                <a:gd name="connsiteX9" fmla="*/ 267114 w 375242"/>
                <a:gd name="connsiteY9" fmla="*/ 41968 h 375242"/>
                <a:gd name="connsiteX10" fmla="*/ 265632 w 375242"/>
                <a:gd name="connsiteY10" fmla="*/ 32093 h 375242"/>
                <a:gd name="connsiteX11" fmla="*/ 272545 w 375242"/>
                <a:gd name="connsiteY11" fmla="*/ 25181 h 375242"/>
                <a:gd name="connsiteX12" fmla="*/ 276001 w 375242"/>
                <a:gd name="connsiteY12" fmla="*/ 21725 h 375242"/>
                <a:gd name="connsiteX13" fmla="*/ 187621 w 375242"/>
                <a:gd name="connsiteY13" fmla="*/ 0 h 375242"/>
                <a:gd name="connsiteX14" fmla="*/ 0 w 375242"/>
                <a:gd name="connsiteY14" fmla="*/ 187621 h 375242"/>
                <a:gd name="connsiteX15" fmla="*/ 187621 w 375242"/>
                <a:gd name="connsiteY15" fmla="*/ 375243 h 375242"/>
                <a:gd name="connsiteX16" fmla="*/ 375243 w 375242"/>
                <a:gd name="connsiteY16" fmla="*/ 187621 h 375242"/>
                <a:gd name="connsiteX17" fmla="*/ 353025 w 375242"/>
                <a:gd name="connsiteY17" fmla="*/ 99736 h 375242"/>
                <a:gd name="connsiteX18" fmla="*/ 349568 w 375242"/>
                <a:gd name="connsiteY18" fmla="*/ 102698 h 375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75242" h="375242">
                  <a:moveTo>
                    <a:pt x="349568" y="102698"/>
                  </a:moveTo>
                  <a:lnTo>
                    <a:pt x="343150" y="109610"/>
                  </a:lnTo>
                  <a:lnTo>
                    <a:pt x="333769" y="108623"/>
                  </a:lnTo>
                  <a:lnTo>
                    <a:pt x="323400" y="107142"/>
                  </a:lnTo>
                  <a:cubicBezTo>
                    <a:pt x="337225" y="130841"/>
                    <a:pt x="345618" y="157997"/>
                    <a:pt x="345618" y="187621"/>
                  </a:cubicBezTo>
                  <a:cubicBezTo>
                    <a:pt x="345618" y="274520"/>
                    <a:pt x="274520" y="345618"/>
                    <a:pt x="187621" y="345618"/>
                  </a:cubicBezTo>
                  <a:cubicBezTo>
                    <a:pt x="100723" y="345618"/>
                    <a:pt x="29624" y="274520"/>
                    <a:pt x="29624" y="187621"/>
                  </a:cubicBezTo>
                  <a:cubicBezTo>
                    <a:pt x="29624" y="100723"/>
                    <a:pt x="100723" y="29624"/>
                    <a:pt x="187621" y="29624"/>
                  </a:cubicBezTo>
                  <a:cubicBezTo>
                    <a:pt x="216752" y="29624"/>
                    <a:pt x="244402" y="37524"/>
                    <a:pt x="268101" y="51843"/>
                  </a:cubicBezTo>
                  <a:lnTo>
                    <a:pt x="267114" y="41968"/>
                  </a:lnTo>
                  <a:lnTo>
                    <a:pt x="265632" y="32093"/>
                  </a:lnTo>
                  <a:lnTo>
                    <a:pt x="272545" y="25181"/>
                  </a:lnTo>
                  <a:lnTo>
                    <a:pt x="276001" y="21725"/>
                  </a:lnTo>
                  <a:cubicBezTo>
                    <a:pt x="249339" y="7900"/>
                    <a:pt x="219715" y="0"/>
                    <a:pt x="187621" y="0"/>
                  </a:cubicBezTo>
                  <a:cubicBezTo>
                    <a:pt x="83936" y="0"/>
                    <a:pt x="0" y="83936"/>
                    <a:pt x="0" y="187621"/>
                  </a:cubicBezTo>
                  <a:cubicBezTo>
                    <a:pt x="0" y="291307"/>
                    <a:pt x="83936" y="375243"/>
                    <a:pt x="187621" y="375243"/>
                  </a:cubicBezTo>
                  <a:cubicBezTo>
                    <a:pt x="291307" y="375243"/>
                    <a:pt x="375243" y="291307"/>
                    <a:pt x="375243" y="187621"/>
                  </a:cubicBezTo>
                  <a:cubicBezTo>
                    <a:pt x="375243" y="155528"/>
                    <a:pt x="367343" y="125904"/>
                    <a:pt x="353025" y="99736"/>
                  </a:cubicBezTo>
                  <a:lnTo>
                    <a:pt x="349568" y="102698"/>
                  </a:lnTo>
                  <a:close/>
                </a:path>
              </a:pathLst>
            </a:custGeom>
            <a:solidFill>
              <a:schemeClr val="bg1"/>
            </a:solidFill>
            <a:ln w="4862"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6A5BF783-BA32-40F2-8818-F64DEA0FB743}"/>
                </a:ext>
              </a:extLst>
            </p:cNvPr>
            <p:cNvSpPr/>
            <p:nvPr/>
          </p:nvSpPr>
          <p:spPr>
            <a:xfrm>
              <a:off x="8216624" y="1247336"/>
              <a:ext cx="236995" cy="236995"/>
            </a:xfrm>
            <a:custGeom>
              <a:avLst/>
              <a:gdLst>
                <a:gd name="connsiteX0" fmla="*/ 200952 w 236995"/>
                <a:gd name="connsiteY0" fmla="*/ 84923 h 236995"/>
                <a:gd name="connsiteX1" fmla="*/ 207371 w 236995"/>
                <a:gd name="connsiteY1" fmla="*/ 118498 h 236995"/>
                <a:gd name="connsiteX2" fmla="*/ 118498 w 236995"/>
                <a:gd name="connsiteY2" fmla="*/ 207371 h 236995"/>
                <a:gd name="connsiteX3" fmla="*/ 29624 w 236995"/>
                <a:gd name="connsiteY3" fmla="*/ 118498 h 236995"/>
                <a:gd name="connsiteX4" fmla="*/ 118498 w 236995"/>
                <a:gd name="connsiteY4" fmla="*/ 29624 h 236995"/>
                <a:gd name="connsiteX5" fmla="*/ 152072 w 236995"/>
                <a:gd name="connsiteY5" fmla="*/ 36043 h 236995"/>
                <a:gd name="connsiteX6" fmla="*/ 174290 w 236995"/>
                <a:gd name="connsiteY6" fmla="*/ 13825 h 236995"/>
                <a:gd name="connsiteX7" fmla="*/ 118498 w 236995"/>
                <a:gd name="connsiteY7" fmla="*/ 0 h 236995"/>
                <a:gd name="connsiteX8" fmla="*/ 0 w 236995"/>
                <a:gd name="connsiteY8" fmla="*/ 118498 h 236995"/>
                <a:gd name="connsiteX9" fmla="*/ 118498 w 236995"/>
                <a:gd name="connsiteY9" fmla="*/ 236996 h 236995"/>
                <a:gd name="connsiteX10" fmla="*/ 236996 w 236995"/>
                <a:gd name="connsiteY10" fmla="*/ 118498 h 236995"/>
                <a:gd name="connsiteX11" fmla="*/ 223171 w 236995"/>
                <a:gd name="connsiteY11" fmla="*/ 62705 h 236995"/>
                <a:gd name="connsiteX12" fmla="*/ 200952 w 236995"/>
                <a:gd name="connsiteY12" fmla="*/ 84923 h 236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6995" h="236995">
                  <a:moveTo>
                    <a:pt x="200952" y="84923"/>
                  </a:moveTo>
                  <a:cubicBezTo>
                    <a:pt x="205396" y="95292"/>
                    <a:pt x="207371" y="106648"/>
                    <a:pt x="207371" y="118498"/>
                  </a:cubicBezTo>
                  <a:cubicBezTo>
                    <a:pt x="207371" y="167378"/>
                    <a:pt x="167378" y="207371"/>
                    <a:pt x="118498" y="207371"/>
                  </a:cubicBezTo>
                  <a:cubicBezTo>
                    <a:pt x="69617" y="207371"/>
                    <a:pt x="29624" y="167378"/>
                    <a:pt x="29624" y="118498"/>
                  </a:cubicBezTo>
                  <a:cubicBezTo>
                    <a:pt x="29624" y="69617"/>
                    <a:pt x="69617" y="29624"/>
                    <a:pt x="118498" y="29624"/>
                  </a:cubicBezTo>
                  <a:cubicBezTo>
                    <a:pt x="130348" y="29624"/>
                    <a:pt x="141704" y="32093"/>
                    <a:pt x="152072" y="36043"/>
                  </a:cubicBezTo>
                  <a:lnTo>
                    <a:pt x="174290" y="13825"/>
                  </a:lnTo>
                  <a:cubicBezTo>
                    <a:pt x="157503" y="4937"/>
                    <a:pt x="138741" y="0"/>
                    <a:pt x="118498" y="0"/>
                  </a:cubicBezTo>
                  <a:cubicBezTo>
                    <a:pt x="53324" y="0"/>
                    <a:pt x="0" y="53324"/>
                    <a:pt x="0" y="118498"/>
                  </a:cubicBezTo>
                  <a:cubicBezTo>
                    <a:pt x="0" y="183672"/>
                    <a:pt x="53324" y="236996"/>
                    <a:pt x="118498" y="236996"/>
                  </a:cubicBezTo>
                  <a:cubicBezTo>
                    <a:pt x="183672" y="236996"/>
                    <a:pt x="236996" y="183672"/>
                    <a:pt x="236996" y="118498"/>
                  </a:cubicBezTo>
                  <a:cubicBezTo>
                    <a:pt x="236996" y="98254"/>
                    <a:pt x="232058" y="79492"/>
                    <a:pt x="223171" y="62705"/>
                  </a:cubicBezTo>
                  <a:lnTo>
                    <a:pt x="200952" y="84923"/>
                  </a:lnTo>
                  <a:close/>
                </a:path>
              </a:pathLst>
            </a:custGeom>
            <a:solidFill>
              <a:schemeClr val="bg1"/>
            </a:solidFill>
            <a:ln w="4862" cap="flat">
              <a:noFill/>
              <a:prstDash val="solid"/>
              <a:miter/>
            </a:ln>
          </p:spPr>
          <p:txBody>
            <a:bodyPr rtlCol="0" anchor="ctr"/>
            <a:lstStyle/>
            <a:p>
              <a:endParaRPr lang="en-US"/>
            </a:p>
          </p:txBody>
        </p:sp>
      </p:grpSp>
      <p:grpSp>
        <p:nvGrpSpPr>
          <p:cNvPr id="100" name="Group 99">
            <a:extLst>
              <a:ext uri="{FF2B5EF4-FFF2-40B4-BE49-F238E27FC236}">
                <a16:creationId xmlns:a16="http://schemas.microsoft.com/office/drawing/2014/main" id="{E39E8C49-F1B1-462A-92EF-9D377D2AF0BD}"/>
              </a:ext>
            </a:extLst>
          </p:cNvPr>
          <p:cNvGrpSpPr/>
          <p:nvPr/>
        </p:nvGrpSpPr>
        <p:grpSpPr>
          <a:xfrm>
            <a:off x="10082691" y="5107342"/>
            <a:ext cx="1498348" cy="787953"/>
            <a:chOff x="1075389" y="1776888"/>
            <a:chExt cx="1667317" cy="875503"/>
          </a:xfrm>
        </p:grpSpPr>
        <p:sp>
          <p:nvSpPr>
            <p:cNvPr id="101" name="TextBox 100">
              <a:extLst>
                <a:ext uri="{FF2B5EF4-FFF2-40B4-BE49-F238E27FC236}">
                  <a16:creationId xmlns:a16="http://schemas.microsoft.com/office/drawing/2014/main" id="{6A743229-8308-4BC9-8117-18FCF66E2FF9}"/>
                </a:ext>
              </a:extLst>
            </p:cNvPr>
            <p:cNvSpPr txBox="1"/>
            <p:nvPr/>
          </p:nvSpPr>
          <p:spPr>
            <a:xfrm>
              <a:off x="1075389" y="1776888"/>
              <a:ext cx="1509057" cy="37617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1">
                  <a:ln>
                    <a:noFill/>
                  </a:ln>
                  <a:solidFill>
                    <a:prstClr val="black"/>
                  </a:solidFill>
                  <a:effectLst/>
                  <a:uLnTx/>
                  <a:uFillTx/>
                </a:rPr>
                <a:t>Deployment</a:t>
              </a:r>
            </a:p>
          </p:txBody>
        </p:sp>
        <p:cxnSp>
          <p:nvCxnSpPr>
            <p:cNvPr id="102" name="Straight Connector 101">
              <a:extLst>
                <a:ext uri="{FF2B5EF4-FFF2-40B4-BE49-F238E27FC236}">
                  <a16:creationId xmlns:a16="http://schemas.microsoft.com/office/drawing/2014/main" id="{D673B61D-8676-4B76-839F-532144B5206F}"/>
                </a:ext>
              </a:extLst>
            </p:cNvPr>
            <p:cNvCxnSpPr/>
            <p:nvPr/>
          </p:nvCxnSpPr>
          <p:spPr>
            <a:xfrm>
              <a:off x="1136650" y="2158920"/>
              <a:ext cx="1403350" cy="0"/>
            </a:xfrm>
            <a:prstGeom prst="line">
              <a:avLst/>
            </a:prstGeom>
            <a:noFill/>
            <a:ln w="38100" cap="flat" cmpd="sng" algn="ctr">
              <a:solidFill>
                <a:srgbClr val="FFCC4C"/>
              </a:solidFill>
              <a:prstDash val="solid"/>
              <a:miter lim="800000"/>
            </a:ln>
            <a:effectLst/>
          </p:spPr>
        </p:cxnSp>
        <p:sp>
          <p:nvSpPr>
            <p:cNvPr id="103" name="Rectangle 102">
              <a:extLst>
                <a:ext uri="{FF2B5EF4-FFF2-40B4-BE49-F238E27FC236}">
                  <a16:creationId xmlns:a16="http://schemas.microsoft.com/office/drawing/2014/main" id="{2DDF0D9E-7623-437B-8955-CAF87C68D505}"/>
                </a:ext>
              </a:extLst>
            </p:cNvPr>
            <p:cNvSpPr/>
            <p:nvPr/>
          </p:nvSpPr>
          <p:spPr>
            <a:xfrm>
              <a:off x="1075389" y="2190726"/>
              <a:ext cx="1667317" cy="461665"/>
            </a:xfrm>
            <a:prstGeom prst="rect">
              <a:avLst/>
            </a:prstGeom>
          </p:spPr>
          <p:txBody>
            <a:bodyPr wrap="square" anchor="t">
              <a:spAutoFit/>
            </a:bodyPr>
            <a:lstStyle/>
            <a:p>
              <a:pPr marL="171450" indent="-171450">
                <a:buFont typeface="Arial"/>
                <a:buChar char="•"/>
                <a:defRPr/>
              </a:pPr>
              <a:r>
                <a:rPr lang="en-US" sz="1050" kern="0" noProof="1">
                  <a:cs typeface="Calibri"/>
                </a:rPr>
                <a:t>Deploy Application on cloud platform</a:t>
              </a:r>
              <a:endParaRPr lang="en-US" sz="1050" b="0" i="0" u="none" strike="noStrike" kern="0" cap="none" spc="0" normalizeH="0" baseline="0" noProof="1">
                <a:ln>
                  <a:noFill/>
                </a:ln>
                <a:effectLst/>
                <a:uLnTx/>
                <a:uFillTx/>
                <a:cs typeface="Calibri"/>
              </a:endParaRPr>
            </a:p>
          </p:txBody>
        </p:sp>
      </p:grpSp>
      <p:pic>
        <p:nvPicPr>
          <p:cNvPr id="114" name="Picture 113" descr="A picture containing food, drawing&#10;&#10;Description automatically generated">
            <a:extLst>
              <a:ext uri="{FF2B5EF4-FFF2-40B4-BE49-F238E27FC236}">
                <a16:creationId xmlns:a16="http://schemas.microsoft.com/office/drawing/2014/main" id="{91FA23CC-1D17-42E3-976F-96189981B80F}"/>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266544" y="60437"/>
            <a:ext cx="1421130" cy="375285"/>
          </a:xfrm>
          <a:prstGeom prst="rect">
            <a:avLst/>
          </a:prstGeom>
        </p:spPr>
      </p:pic>
      <p:sp>
        <p:nvSpPr>
          <p:cNvPr id="115" name="Footer Placeholder 1">
            <a:extLst>
              <a:ext uri="{FF2B5EF4-FFF2-40B4-BE49-F238E27FC236}">
                <a16:creationId xmlns:a16="http://schemas.microsoft.com/office/drawing/2014/main" id="{C8EAF0AB-B35C-48D4-9915-52125E730999}"/>
              </a:ext>
            </a:extLst>
          </p:cNvPr>
          <p:cNvSpPr>
            <a:spLocks noGrp="1"/>
          </p:cNvSpPr>
          <p:nvPr>
            <p:ph type="ftr" sz="quarter" idx="11"/>
          </p:nvPr>
        </p:nvSpPr>
        <p:spPr>
          <a:xfrm>
            <a:off x="4038600" y="6356350"/>
            <a:ext cx="4114800" cy="365125"/>
          </a:xfrm>
        </p:spPr>
        <p:txBody>
          <a:bodyPr>
            <a:normAutofit lnSpcReduction="10000"/>
          </a:bodyPr>
          <a:lstStyle/>
          <a:p>
            <a:pPr>
              <a:lnSpc>
                <a:spcPct val="90000"/>
              </a:lnSpc>
              <a:spcAft>
                <a:spcPts val="600"/>
              </a:spcAft>
            </a:pPr>
            <a:r>
              <a:rPr lang="en-US" sz="1000"/>
              <a:t>SEER - A Real-Time Pedestrian Detection and Tracking System for Intelligent Vehicles</a:t>
            </a:r>
          </a:p>
        </p:txBody>
      </p:sp>
      <p:sp>
        <p:nvSpPr>
          <p:cNvPr id="116" name="Slide Number Placeholder 2">
            <a:extLst>
              <a:ext uri="{FF2B5EF4-FFF2-40B4-BE49-F238E27FC236}">
                <a16:creationId xmlns:a16="http://schemas.microsoft.com/office/drawing/2014/main" id="{DD33930F-5B7E-4FF3-9B34-BEE6A3A938C6}"/>
              </a:ext>
            </a:extLst>
          </p:cNvPr>
          <p:cNvSpPr>
            <a:spLocks noGrp="1"/>
          </p:cNvSpPr>
          <p:nvPr>
            <p:ph type="sldNum" sz="quarter" idx="12"/>
          </p:nvPr>
        </p:nvSpPr>
        <p:spPr>
          <a:xfrm>
            <a:off x="8610600" y="6356350"/>
            <a:ext cx="2743200" cy="365125"/>
          </a:xfrm>
        </p:spPr>
        <p:txBody>
          <a:bodyPr>
            <a:normAutofit/>
          </a:bodyPr>
          <a:lstStyle/>
          <a:p>
            <a:pPr>
              <a:spcAft>
                <a:spcPts val="600"/>
              </a:spcAft>
            </a:pPr>
            <a:fld id="{2F98ACD2-9D07-46C2-95A3-67E0301C77FE}" type="slidenum">
              <a:rPr lang="en-US" smtClean="0"/>
              <a:pPr>
                <a:spcAft>
                  <a:spcPts val="600"/>
                </a:spcAft>
              </a:pPr>
              <a:t>3</a:t>
            </a:fld>
            <a:endParaRPr lang="en-US"/>
          </a:p>
        </p:txBody>
      </p:sp>
      <p:sp>
        <p:nvSpPr>
          <p:cNvPr id="99" name="TextBox 98">
            <a:extLst>
              <a:ext uri="{FF2B5EF4-FFF2-40B4-BE49-F238E27FC236}">
                <a16:creationId xmlns:a16="http://schemas.microsoft.com/office/drawing/2014/main" id="{F9CB7544-F80F-4E34-BA68-1911DDEC8198}"/>
              </a:ext>
            </a:extLst>
          </p:cNvPr>
          <p:cNvSpPr txBox="1"/>
          <p:nvPr/>
        </p:nvSpPr>
        <p:spPr>
          <a:xfrm>
            <a:off x="4277291" y="1255648"/>
            <a:ext cx="1500582" cy="523220"/>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a:ln>
                  <a:noFill/>
                </a:ln>
                <a:solidFill>
                  <a:prstClr val="black"/>
                </a:solidFill>
                <a:effectLst/>
                <a:uLnTx/>
                <a:uFillTx/>
              </a:rPr>
              <a:t>Phase 3</a:t>
            </a:r>
            <a:endParaRPr kumimoji="0" lang="en-US" sz="1200" b="1" i="0" u="none" strike="noStrike" kern="0" cap="none" spc="0" normalizeH="0" baseline="0" noProof="0">
              <a:ln>
                <a:noFill/>
              </a:ln>
              <a:solidFill>
                <a:prstClr val="black"/>
              </a:solidFill>
              <a:effectLst/>
              <a:uLnTx/>
              <a:uFillTx/>
            </a:endParaRPr>
          </a:p>
        </p:txBody>
      </p:sp>
      <p:sp>
        <p:nvSpPr>
          <p:cNvPr id="104" name="TextBox 103">
            <a:extLst>
              <a:ext uri="{FF2B5EF4-FFF2-40B4-BE49-F238E27FC236}">
                <a16:creationId xmlns:a16="http://schemas.microsoft.com/office/drawing/2014/main" id="{87EE3193-9B3F-474C-8739-497FC08298BB}"/>
              </a:ext>
            </a:extLst>
          </p:cNvPr>
          <p:cNvSpPr txBox="1"/>
          <p:nvPr/>
        </p:nvSpPr>
        <p:spPr>
          <a:xfrm>
            <a:off x="2467981" y="5019405"/>
            <a:ext cx="1500582" cy="523220"/>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a:ln>
                  <a:noFill/>
                </a:ln>
                <a:solidFill>
                  <a:prstClr val="black"/>
                </a:solidFill>
                <a:effectLst/>
                <a:uLnTx/>
                <a:uFillTx/>
              </a:rPr>
              <a:t>Phase 2</a:t>
            </a:r>
            <a:endParaRPr kumimoji="0" lang="en-US" sz="1200" b="1" i="0" u="none" strike="noStrike" kern="0" cap="none" spc="0" normalizeH="0" baseline="0" noProof="0">
              <a:ln>
                <a:noFill/>
              </a:ln>
              <a:solidFill>
                <a:prstClr val="black"/>
              </a:solidFill>
              <a:effectLst/>
              <a:uLnTx/>
              <a:uFillTx/>
            </a:endParaRPr>
          </a:p>
        </p:txBody>
      </p:sp>
      <p:grpSp>
        <p:nvGrpSpPr>
          <p:cNvPr id="113" name="Group 112">
            <a:extLst>
              <a:ext uri="{FF2B5EF4-FFF2-40B4-BE49-F238E27FC236}">
                <a16:creationId xmlns:a16="http://schemas.microsoft.com/office/drawing/2014/main" id="{CE84E0E3-3EF0-4FB6-863F-2BB8112A25F4}"/>
              </a:ext>
            </a:extLst>
          </p:cNvPr>
          <p:cNvGrpSpPr/>
          <p:nvPr/>
        </p:nvGrpSpPr>
        <p:grpSpPr>
          <a:xfrm>
            <a:off x="3292264" y="3870873"/>
            <a:ext cx="1979693" cy="1426677"/>
            <a:chOff x="1075389" y="1776888"/>
            <a:chExt cx="1667317" cy="1618241"/>
          </a:xfrm>
        </p:grpSpPr>
        <p:sp>
          <p:nvSpPr>
            <p:cNvPr id="117" name="TextBox 116">
              <a:extLst>
                <a:ext uri="{FF2B5EF4-FFF2-40B4-BE49-F238E27FC236}">
                  <a16:creationId xmlns:a16="http://schemas.microsoft.com/office/drawing/2014/main" id="{0BBC6EBA-FA8B-48EC-9715-EDC3977E31AF}"/>
                </a:ext>
              </a:extLst>
            </p:cNvPr>
            <p:cNvSpPr txBox="1"/>
            <p:nvPr/>
          </p:nvSpPr>
          <p:spPr>
            <a:xfrm>
              <a:off x="1075389" y="1776888"/>
              <a:ext cx="1488534" cy="418923"/>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b="1" i="0" u="none" strike="noStrike" kern="0" cap="none" spc="0" normalizeH="0" baseline="0" noProof="1">
                  <a:ln>
                    <a:noFill/>
                  </a:ln>
                  <a:solidFill>
                    <a:prstClr val="black"/>
                  </a:solidFill>
                  <a:effectLst/>
                  <a:uLnTx/>
                  <a:uFillTx/>
                </a:rPr>
                <a:t>Literature</a:t>
              </a:r>
              <a:r>
                <a:rPr kumimoji="0" lang="en-US" sz="1600" b="1" i="0" u="none" strike="noStrike" kern="0" cap="none" spc="0" normalizeH="0" baseline="0" noProof="1">
                  <a:ln>
                    <a:noFill/>
                  </a:ln>
                  <a:solidFill>
                    <a:prstClr val="black"/>
                  </a:solidFill>
                  <a:effectLst/>
                  <a:uLnTx/>
                  <a:uFillTx/>
                </a:rPr>
                <a:t> Survey</a:t>
              </a:r>
            </a:p>
          </p:txBody>
        </p:sp>
        <p:cxnSp>
          <p:nvCxnSpPr>
            <p:cNvPr id="118" name="Straight Connector 117">
              <a:extLst>
                <a:ext uri="{FF2B5EF4-FFF2-40B4-BE49-F238E27FC236}">
                  <a16:creationId xmlns:a16="http://schemas.microsoft.com/office/drawing/2014/main" id="{2C8459DC-BC66-407E-AFD5-ED06A3F8B727}"/>
                </a:ext>
              </a:extLst>
            </p:cNvPr>
            <p:cNvCxnSpPr>
              <a:cxnSpLocks/>
            </p:cNvCxnSpPr>
            <p:nvPr/>
          </p:nvCxnSpPr>
          <p:spPr>
            <a:xfrm>
              <a:off x="1136650" y="2158920"/>
              <a:ext cx="1327506" cy="0"/>
            </a:xfrm>
            <a:prstGeom prst="line">
              <a:avLst/>
            </a:prstGeom>
            <a:noFill/>
            <a:ln w="38100" cap="flat" cmpd="sng" algn="ctr">
              <a:solidFill>
                <a:srgbClr val="13A1D9"/>
              </a:solidFill>
              <a:prstDash val="solid"/>
              <a:miter lim="800000"/>
            </a:ln>
            <a:effectLst/>
          </p:spPr>
        </p:cxnSp>
        <p:sp>
          <p:nvSpPr>
            <p:cNvPr id="119" name="Rectangle 118">
              <a:extLst>
                <a:ext uri="{FF2B5EF4-FFF2-40B4-BE49-F238E27FC236}">
                  <a16:creationId xmlns:a16="http://schemas.microsoft.com/office/drawing/2014/main" id="{A00B4CF8-2594-4457-AD9C-83293FD35777}"/>
                </a:ext>
              </a:extLst>
            </p:cNvPr>
            <p:cNvSpPr/>
            <p:nvPr/>
          </p:nvSpPr>
          <p:spPr>
            <a:xfrm>
              <a:off x="1075389" y="2190725"/>
              <a:ext cx="1667317" cy="1204404"/>
            </a:xfrm>
            <a:prstGeom prst="rect">
              <a:avLst/>
            </a:prstGeom>
          </p:spPr>
          <p:txBody>
            <a:bodyPr wrap="square" anchor="t">
              <a:spAutoFit/>
            </a:bodyPr>
            <a:lstStyle/>
            <a:p>
              <a:pPr marR="0" lvl="0" defTabSz="914400" eaLnBrk="1" fontAlgn="auto" latinLnBrk="0" hangingPunct="1">
                <a:lnSpc>
                  <a:spcPct val="100000"/>
                </a:lnSpc>
                <a:spcBef>
                  <a:spcPts val="0"/>
                </a:spcBef>
                <a:spcAft>
                  <a:spcPts val="0"/>
                </a:spcAft>
                <a:buClrTx/>
                <a:buSzTx/>
                <a:tabLst/>
                <a:defRPr/>
              </a:pPr>
              <a:r>
                <a:rPr kumimoji="0" lang="en-US" sz="1050" b="1" i="0" u="none" strike="noStrike" kern="0" cap="none" spc="0" normalizeH="0" baseline="0" noProof="1">
                  <a:ln>
                    <a:noFill/>
                  </a:ln>
                  <a:effectLst/>
                  <a:uLnTx/>
                  <a:uFillTx/>
                </a:rPr>
                <a:t>How Does It </a:t>
              </a:r>
              <a:r>
                <a:rPr lang="en-US" sz="1050" b="1" kern="0" noProof="1"/>
                <a:t>Work</a:t>
              </a:r>
              <a:r>
                <a:rPr kumimoji="0" lang="en-US" sz="1050" b="1" i="0" u="none" strike="noStrike" kern="0" cap="none" spc="0" normalizeH="0" baseline="0" noProof="1">
                  <a:ln>
                    <a:noFill/>
                  </a:ln>
                  <a:effectLst/>
                  <a:uLnTx/>
                  <a:uFillTx/>
                </a:rPr>
                <a:t>?</a:t>
              </a:r>
            </a:p>
            <a:p>
              <a:pPr marL="171450" indent="-171450">
                <a:buFont typeface="Arial" panose="020B0604020202020204" pitchFamily="34" charset="0"/>
                <a:buChar char="•"/>
                <a:defRPr/>
              </a:pPr>
              <a:r>
                <a:rPr kumimoji="0" lang="en-US" sz="1050" b="0" i="0" u="none" strike="noStrike" kern="0" cap="none" spc="0" normalizeH="0" baseline="0" noProof="1">
                  <a:ln>
                    <a:noFill/>
                  </a:ln>
                  <a:effectLst/>
                  <a:uLnTx/>
                  <a:uFillTx/>
                </a:rPr>
                <a:t>Safety &amp; </a:t>
              </a:r>
              <a:r>
                <a:rPr lang="en-US" sz="1050" kern="0" noProof="1"/>
                <a:t>Communication </a:t>
              </a:r>
              <a:endParaRPr lang="en-US" sz="1050" b="0" i="0" u="none" strike="noStrike" kern="0" cap="none" spc="0" normalizeH="0" baseline="0" noProof="1">
                <a:ln>
                  <a:noFill/>
                </a:ln>
                <a:effectLst/>
                <a:uLnTx/>
                <a:uFillTx/>
                <a:cs typeface="Calibri"/>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0" cap="none" spc="0" normalizeH="0" baseline="0" noProof="1">
                  <a:ln>
                    <a:noFill/>
                  </a:ln>
                  <a:effectLst/>
                  <a:uLnTx/>
                  <a:uFillTx/>
                </a:rPr>
                <a:t>Architecture &amp; </a:t>
              </a:r>
              <a:r>
                <a:rPr lang="en-US" sz="1050" kern="0" noProof="1"/>
                <a:t>Networking</a:t>
              </a:r>
              <a:endParaRPr lang="en-US" sz="1050" kern="0" noProof="1">
                <a:cs typeface="Calibri"/>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kern="0" noProof="1"/>
                <a:t>Threat &amp; Security</a:t>
              </a:r>
              <a:endParaRPr lang="en-US" sz="1050" kern="0" noProof="1">
                <a:cs typeface="Calibri"/>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kern="0" noProof="1"/>
                <a:t>Components for Prototype</a:t>
              </a:r>
              <a:endParaRPr lang="en-US" sz="1050" kern="0" noProof="1">
                <a:cs typeface="Calibri"/>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50" b="0" i="0" u="none" strike="noStrike" kern="0" cap="none" spc="0" normalizeH="0" baseline="0" noProof="1">
                <a:ln>
                  <a:noFill/>
                </a:ln>
                <a:solidFill>
                  <a:prstClr val="black"/>
                </a:solidFill>
                <a:effectLst/>
                <a:uLnTx/>
                <a:uFillTx/>
              </a:endParaRPr>
            </a:p>
          </p:txBody>
        </p:sp>
      </p:grpSp>
      <p:grpSp>
        <p:nvGrpSpPr>
          <p:cNvPr id="124" name="Group 123">
            <a:extLst>
              <a:ext uri="{FF2B5EF4-FFF2-40B4-BE49-F238E27FC236}">
                <a16:creationId xmlns:a16="http://schemas.microsoft.com/office/drawing/2014/main" id="{0A3FA56C-4A06-40F9-BD18-B82ADC0D4C0D}"/>
              </a:ext>
            </a:extLst>
          </p:cNvPr>
          <p:cNvGrpSpPr/>
          <p:nvPr/>
        </p:nvGrpSpPr>
        <p:grpSpPr>
          <a:xfrm>
            <a:off x="1349147" y="1684016"/>
            <a:ext cx="2079404" cy="972618"/>
            <a:chOff x="1075389" y="1776888"/>
            <a:chExt cx="2333923" cy="1080688"/>
          </a:xfrm>
        </p:grpSpPr>
        <p:sp>
          <p:nvSpPr>
            <p:cNvPr id="127" name="Rectangle 126">
              <a:extLst>
                <a:ext uri="{FF2B5EF4-FFF2-40B4-BE49-F238E27FC236}">
                  <a16:creationId xmlns:a16="http://schemas.microsoft.com/office/drawing/2014/main" id="{E7D82850-54ED-44E2-B7E8-D9A04360EC63}"/>
                </a:ext>
              </a:extLst>
            </p:cNvPr>
            <p:cNvSpPr/>
            <p:nvPr/>
          </p:nvSpPr>
          <p:spPr>
            <a:xfrm>
              <a:off x="1075389" y="2190726"/>
              <a:ext cx="2333923" cy="666850"/>
            </a:xfrm>
            <a:prstGeom prst="rect">
              <a:avLst/>
            </a:prstGeom>
          </p:spPr>
          <p:txBody>
            <a:bodyPr wrap="square" anchor="t">
              <a:spAutoFit/>
            </a:bodyPr>
            <a:lstStyle/>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1">
                  <a:ln>
                    <a:noFill/>
                  </a:ln>
                  <a:effectLst/>
                  <a:uLnTx/>
                  <a:uFillTx/>
                </a:rPr>
                <a:t>Brief Idea of Project</a:t>
              </a:r>
            </a:p>
            <a:p>
              <a:pPr marL="171450" indent="-171450">
                <a:buFont typeface="Arial" panose="020B0604020202020204" pitchFamily="34" charset="0"/>
                <a:buChar char="•"/>
                <a:defRPr/>
              </a:pPr>
              <a:r>
                <a:rPr lang="en-US" sz="1100" kern="0" noProof="1">
                  <a:cs typeface="Calibri"/>
                </a:rPr>
                <a:t>Comprehensive requirement analysis</a:t>
              </a:r>
            </a:p>
          </p:txBody>
        </p:sp>
        <p:sp>
          <p:nvSpPr>
            <p:cNvPr id="125" name="TextBox 124">
              <a:extLst>
                <a:ext uri="{FF2B5EF4-FFF2-40B4-BE49-F238E27FC236}">
                  <a16:creationId xmlns:a16="http://schemas.microsoft.com/office/drawing/2014/main" id="{B886675F-79A0-49E0-85A9-74D6F247D005}"/>
                </a:ext>
              </a:extLst>
            </p:cNvPr>
            <p:cNvSpPr txBox="1"/>
            <p:nvPr/>
          </p:nvSpPr>
          <p:spPr>
            <a:xfrm>
              <a:off x="1075389" y="1776888"/>
              <a:ext cx="1302402" cy="410369"/>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1">
                  <a:ln>
                    <a:noFill/>
                  </a:ln>
                  <a:solidFill>
                    <a:prstClr val="black"/>
                  </a:solidFill>
                  <a:effectLst/>
                  <a:uLnTx/>
                  <a:uFillTx/>
                </a:rPr>
                <a:t>Inception</a:t>
              </a:r>
            </a:p>
          </p:txBody>
        </p:sp>
        <p:cxnSp>
          <p:nvCxnSpPr>
            <p:cNvPr id="126" name="Straight Connector 125">
              <a:extLst>
                <a:ext uri="{FF2B5EF4-FFF2-40B4-BE49-F238E27FC236}">
                  <a16:creationId xmlns:a16="http://schemas.microsoft.com/office/drawing/2014/main" id="{DDDF1686-804D-47A0-9E1B-5041DF342874}"/>
                </a:ext>
              </a:extLst>
            </p:cNvPr>
            <p:cNvCxnSpPr>
              <a:cxnSpLocks/>
            </p:cNvCxnSpPr>
            <p:nvPr/>
          </p:nvCxnSpPr>
          <p:spPr>
            <a:xfrm>
              <a:off x="1136650" y="2158920"/>
              <a:ext cx="1241142" cy="0"/>
            </a:xfrm>
            <a:prstGeom prst="line">
              <a:avLst/>
            </a:prstGeom>
            <a:noFill/>
            <a:ln w="38100" cap="flat" cmpd="sng" algn="ctr">
              <a:solidFill>
                <a:srgbClr val="3A5C84"/>
              </a:solidFill>
              <a:prstDash val="solid"/>
              <a:miter lim="800000"/>
            </a:ln>
            <a:effectLst/>
          </p:spPr>
        </p:cxnSp>
      </p:grpSp>
      <p:grpSp>
        <p:nvGrpSpPr>
          <p:cNvPr id="136" name="Group 135">
            <a:extLst>
              <a:ext uri="{FF2B5EF4-FFF2-40B4-BE49-F238E27FC236}">
                <a16:creationId xmlns:a16="http://schemas.microsoft.com/office/drawing/2014/main" id="{7A45C567-D53A-406F-AA1B-B324129D631E}"/>
              </a:ext>
            </a:extLst>
          </p:cNvPr>
          <p:cNvGrpSpPr/>
          <p:nvPr/>
        </p:nvGrpSpPr>
        <p:grpSpPr>
          <a:xfrm>
            <a:off x="5131224" y="1706792"/>
            <a:ext cx="2397336" cy="1265093"/>
            <a:chOff x="1075389" y="1776888"/>
            <a:chExt cx="1667317" cy="1434961"/>
          </a:xfrm>
        </p:grpSpPr>
        <p:sp>
          <p:nvSpPr>
            <p:cNvPr id="137" name="TextBox 136">
              <a:extLst>
                <a:ext uri="{FF2B5EF4-FFF2-40B4-BE49-F238E27FC236}">
                  <a16:creationId xmlns:a16="http://schemas.microsoft.com/office/drawing/2014/main" id="{66B702DA-B33E-47DF-BCB0-DBC0B270CAEC}"/>
                </a:ext>
              </a:extLst>
            </p:cNvPr>
            <p:cNvSpPr txBox="1"/>
            <p:nvPr/>
          </p:nvSpPr>
          <p:spPr>
            <a:xfrm>
              <a:off x="1075389" y="1776888"/>
              <a:ext cx="1488534" cy="733116"/>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b="1" i="0" u="none" strike="noStrike" kern="0" cap="none" spc="0" normalizeH="0" baseline="0" noProof="1">
                  <a:ln>
                    <a:noFill/>
                  </a:ln>
                  <a:solidFill>
                    <a:prstClr val="black"/>
                  </a:solidFill>
                  <a:effectLst/>
                  <a:uLnTx/>
                  <a:uFillTx/>
                </a:rPr>
                <a:t>Architecture Design</a:t>
              </a:r>
              <a:endParaRPr kumimoji="0" lang="en-US" sz="1600" b="1" i="0" u="none" strike="noStrike" kern="0" cap="none" spc="0" normalizeH="0" baseline="0" noProof="1">
                <a:ln>
                  <a:noFill/>
                </a:ln>
                <a:solidFill>
                  <a:prstClr val="black"/>
                </a:solidFill>
                <a:effectLst/>
                <a:uLnTx/>
                <a:uFillTx/>
              </a:endParaRPr>
            </a:p>
          </p:txBody>
        </p:sp>
        <p:sp>
          <p:nvSpPr>
            <p:cNvPr id="139" name="Rectangle 138">
              <a:extLst>
                <a:ext uri="{FF2B5EF4-FFF2-40B4-BE49-F238E27FC236}">
                  <a16:creationId xmlns:a16="http://schemas.microsoft.com/office/drawing/2014/main" id="{916A3409-C5F7-407E-A1B4-837D7CAD3566}"/>
                </a:ext>
              </a:extLst>
            </p:cNvPr>
            <p:cNvSpPr/>
            <p:nvPr/>
          </p:nvSpPr>
          <p:spPr>
            <a:xfrm>
              <a:off x="1075389" y="2190725"/>
              <a:ext cx="1667317" cy="1021124"/>
            </a:xfrm>
            <a:prstGeom prst="rect">
              <a:avLst/>
            </a:prstGeom>
          </p:spPr>
          <p:txBody>
            <a:bodyPr wrap="square">
              <a:spAutoFit/>
            </a:bodyPr>
            <a:lstStyle/>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0" cap="none" spc="0" normalizeH="0" baseline="0" noProof="1">
                  <a:ln>
                    <a:noFill/>
                  </a:ln>
                  <a:solidFill>
                    <a:prstClr val="black"/>
                  </a:solidFill>
                  <a:effectLst/>
                  <a:uLnTx/>
                  <a:uFillTx/>
                </a:rPr>
                <a:t>Physical Design</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kern="0" noProof="1">
                  <a:solidFill>
                    <a:prstClr val="black"/>
                  </a:solidFill>
                </a:rPr>
                <a:t>System Networking </a:t>
              </a:r>
              <a:endParaRPr kumimoji="0" lang="en-US" sz="1050" b="0" i="0" u="none" strike="noStrike" kern="0" cap="none" spc="0" normalizeH="0" baseline="0" noProof="1">
                <a:ln>
                  <a:noFill/>
                </a:ln>
                <a:solidFill>
                  <a:prstClr val="black"/>
                </a:solidFill>
                <a:effectLst/>
                <a:uLnTx/>
                <a:uFillTx/>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0" cap="none" spc="0" normalizeH="0" baseline="0" noProof="1">
                  <a:ln>
                    <a:noFill/>
                  </a:ln>
                  <a:solidFill>
                    <a:prstClr val="black"/>
                  </a:solidFill>
                  <a:effectLst/>
                  <a:uLnTx/>
                  <a:uFillTx/>
                </a:rPr>
                <a:t>Logical Architecture</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kern="0" noProof="1">
                  <a:solidFill>
                    <a:prstClr val="black"/>
                  </a:solidFill>
                </a:rPr>
                <a:t>Specification for Prototype</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50" b="0" i="0" u="none" strike="noStrike" kern="0" cap="none" spc="0" normalizeH="0" baseline="0" noProof="1">
                <a:ln>
                  <a:noFill/>
                </a:ln>
                <a:solidFill>
                  <a:prstClr val="black"/>
                </a:solidFill>
                <a:effectLst/>
                <a:uLnTx/>
                <a:uFillTx/>
              </a:endParaRPr>
            </a:p>
          </p:txBody>
        </p:sp>
        <p:cxnSp>
          <p:nvCxnSpPr>
            <p:cNvPr id="138" name="Straight Connector 137">
              <a:extLst>
                <a:ext uri="{FF2B5EF4-FFF2-40B4-BE49-F238E27FC236}">
                  <a16:creationId xmlns:a16="http://schemas.microsoft.com/office/drawing/2014/main" id="{C7085BB4-E930-4DFD-9CC1-11CC6AD9171E}"/>
                </a:ext>
              </a:extLst>
            </p:cNvPr>
            <p:cNvCxnSpPr>
              <a:cxnSpLocks/>
            </p:cNvCxnSpPr>
            <p:nvPr/>
          </p:nvCxnSpPr>
          <p:spPr>
            <a:xfrm>
              <a:off x="1136650" y="2158920"/>
              <a:ext cx="1327506" cy="0"/>
            </a:xfrm>
            <a:prstGeom prst="line">
              <a:avLst/>
            </a:prstGeom>
            <a:noFill/>
            <a:ln w="38100" cap="flat" cmpd="sng" algn="ctr">
              <a:solidFill>
                <a:srgbClr val="F7931F"/>
              </a:solidFill>
              <a:prstDash val="solid"/>
              <a:miter lim="800000"/>
            </a:ln>
            <a:effectLst/>
          </p:spPr>
        </p:cxnSp>
      </p:grpSp>
    </p:spTree>
    <p:extLst>
      <p:ext uri="{BB962C8B-B14F-4D97-AF65-F5344CB8AC3E}">
        <p14:creationId xmlns:p14="http://schemas.microsoft.com/office/powerpoint/2010/main" val="4199099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838200" y="1412488"/>
            <a:ext cx="2899189" cy="4363844"/>
          </a:xfrm>
        </p:spPr>
        <p:txBody>
          <a:bodyPr anchor="t">
            <a:normAutofit/>
          </a:bodyPr>
          <a:lstStyle/>
          <a:p>
            <a:r>
              <a:rPr lang="en-US" sz="4000">
                <a:solidFill>
                  <a:srgbClr val="FFFFFF"/>
                </a:solidFill>
                <a:latin typeface="Raleway"/>
              </a:rPr>
              <a:t>PHASE 2</a:t>
            </a:r>
            <a:br>
              <a:rPr lang="en-US" sz="4000"/>
            </a:br>
            <a:br>
              <a:rPr lang="en-US" sz="4000"/>
            </a:br>
            <a:endParaRPr lang="en-US" sz="4000">
              <a:solidFill>
                <a:srgbClr val="FFFFFF"/>
              </a:solidFill>
            </a:endParaRPr>
          </a:p>
        </p:txBody>
      </p:sp>
      <p:cxnSp>
        <p:nvCxnSpPr>
          <p:cNvPr id="15" name="Straight Connector 1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49830AE6-3D29-4888-9A98-CA7098D82180}"/>
              </a:ext>
            </a:extLst>
          </p:cNvPr>
          <p:cNvSpPr>
            <a:spLocks noGrp="1"/>
          </p:cNvSpPr>
          <p:nvPr>
            <p:ph type="ftr" sz="quarter" idx="11"/>
          </p:nvPr>
        </p:nvSpPr>
        <p:spPr>
          <a:xfrm>
            <a:off x="4380854" y="6356350"/>
            <a:ext cx="4059047" cy="365125"/>
          </a:xfrm>
        </p:spPr>
        <p:txBody>
          <a:bodyPr>
            <a:norm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SEER - A Real-Time Pedestrian Detection and Tracking System for Intelligent Vehicles</a:t>
            </a:r>
          </a:p>
        </p:txBody>
      </p: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9202366" y="6356350"/>
            <a:ext cx="2151434"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F98ACD2-9D07-46C2-95A3-67E0301C77F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17" name="Content Placeholder 7">
            <a:extLst>
              <a:ext uri="{FF2B5EF4-FFF2-40B4-BE49-F238E27FC236}">
                <a16:creationId xmlns:a16="http://schemas.microsoft.com/office/drawing/2014/main" id="{16ABED77-31FE-4EDA-A472-E0B431693583}"/>
              </a:ext>
            </a:extLst>
          </p:cNvPr>
          <p:cNvGraphicFramePr>
            <a:graphicFrameLocks/>
          </p:cNvGraphicFramePr>
          <p:nvPr/>
        </p:nvGraphicFramePr>
        <p:xfrm>
          <a:off x="4879340" y="572524"/>
          <a:ext cx="6513604" cy="58854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392192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838200" y="1412488"/>
            <a:ext cx="2899189" cy="4363844"/>
          </a:xfrm>
        </p:spPr>
        <p:txBody>
          <a:bodyPr anchor="t">
            <a:normAutofit/>
          </a:bodyPr>
          <a:lstStyle/>
          <a:p>
            <a:r>
              <a:rPr lang="en-US" sz="2800">
                <a:solidFill>
                  <a:srgbClr val="FFFFFF"/>
                </a:solidFill>
                <a:cs typeface="Calibri"/>
              </a:rPr>
              <a:t>Intelligent Transportation System (ITS)</a:t>
            </a:r>
            <a:endParaRPr lang="en-US" sz="2800">
              <a:solidFill>
                <a:srgbClr val="FFFFFF"/>
              </a:solidFill>
            </a:endParaRPr>
          </a:p>
        </p:txBody>
      </p:sp>
      <p:cxnSp>
        <p:nvCxnSpPr>
          <p:cNvPr id="15" name="Straight Connector 1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49830AE6-3D29-4888-9A98-CA7098D82180}"/>
              </a:ext>
            </a:extLst>
          </p:cNvPr>
          <p:cNvSpPr>
            <a:spLocks noGrp="1"/>
          </p:cNvSpPr>
          <p:nvPr>
            <p:ph type="ftr" sz="quarter" idx="11"/>
          </p:nvPr>
        </p:nvSpPr>
        <p:spPr>
          <a:xfrm>
            <a:off x="4380854" y="6356350"/>
            <a:ext cx="4059047" cy="365125"/>
          </a:xfrm>
        </p:spPr>
        <p:txBody>
          <a:bodyPr>
            <a:norm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SEER - A Real-Time Pedestrian Detection and Tracking System for Intelligent Vehicles</a:t>
            </a:r>
          </a:p>
        </p:txBody>
      </p: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9202366" y="6356350"/>
            <a:ext cx="2151434"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F98ACD2-9D07-46C2-95A3-67E0301C77F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1" name="Content Placeholder 7">
            <a:extLst>
              <a:ext uri="{FF2B5EF4-FFF2-40B4-BE49-F238E27FC236}">
                <a16:creationId xmlns:a16="http://schemas.microsoft.com/office/drawing/2014/main" id="{BB003D32-00BD-4546-BB15-66F3DB626FE6}"/>
              </a:ext>
            </a:extLst>
          </p:cNvPr>
          <p:cNvSpPr>
            <a:spLocks noGrp="1"/>
          </p:cNvSpPr>
          <p:nvPr>
            <p:ph idx="1"/>
          </p:nvPr>
        </p:nvSpPr>
        <p:spPr>
          <a:xfrm>
            <a:off x="4704080" y="934720"/>
            <a:ext cx="6649720" cy="5242243"/>
          </a:xfrm>
          <a:solidFill>
            <a:schemeClr val="bg1"/>
          </a:solidFill>
        </p:spPr>
        <p:txBody>
          <a:bodyPr>
            <a:normAutofit fontScale="92500"/>
          </a:bodyPr>
          <a:lstStyle/>
          <a:p>
            <a:pPr marL="0" lvl="0" indent="0" algn="just">
              <a:buNone/>
            </a:pPr>
            <a:r>
              <a:rPr lang="en-IN" sz="2200">
                <a:solidFill>
                  <a:prstClr val="black"/>
                </a:solidFill>
              </a:rPr>
              <a:t>ITS is a system which employs state of the art technologies to enhance traffic management, mode of transport and to provide smart services which improve drivers’ experience. </a:t>
            </a:r>
          </a:p>
          <a:p>
            <a:pPr marL="0" lvl="0" indent="0" algn="just">
              <a:buNone/>
            </a:pPr>
            <a:endParaRPr lang="en-US" sz="2200">
              <a:solidFill>
                <a:prstClr val="black"/>
              </a:solidFill>
            </a:endParaRPr>
          </a:p>
          <a:p>
            <a:pPr marL="0" lvl="0" indent="0" algn="just">
              <a:buNone/>
            </a:pPr>
            <a:r>
              <a:rPr lang="en-IN" sz="2200">
                <a:solidFill>
                  <a:prstClr val="black"/>
                </a:solidFill>
              </a:rPr>
              <a:t>Advantages of ITS: </a:t>
            </a:r>
          </a:p>
          <a:p>
            <a:pPr lvl="0" algn="just"/>
            <a:r>
              <a:rPr lang="en-IN" sz="2200">
                <a:solidFill>
                  <a:prstClr val="black"/>
                </a:solidFill>
              </a:rPr>
              <a:t>Human intervention can be reduced by automating routine activities that do not need human supervision.</a:t>
            </a:r>
          </a:p>
          <a:p>
            <a:pPr lvl="0" algn="just"/>
            <a:r>
              <a:rPr lang="en-IN" sz="2200">
                <a:solidFill>
                  <a:prstClr val="black"/>
                </a:solidFill>
              </a:rPr>
              <a:t>Real-time monitoring of road network performance can be achieved.</a:t>
            </a:r>
          </a:p>
          <a:p>
            <a:pPr lvl="0" algn="just"/>
            <a:endParaRPr lang="en-IN" sz="2200">
              <a:solidFill>
                <a:prstClr val="black"/>
              </a:solidFill>
            </a:endParaRPr>
          </a:p>
          <a:p>
            <a:pPr marL="0" lvl="0" indent="0" algn="just">
              <a:buNone/>
            </a:pPr>
            <a:r>
              <a:rPr lang="en-IN" sz="2200">
                <a:solidFill>
                  <a:prstClr val="black"/>
                </a:solidFill>
              </a:rPr>
              <a:t>The goal of ITS can be realised by the following concepts:</a:t>
            </a:r>
          </a:p>
          <a:p>
            <a:pPr marL="342900" lvl="0" indent="-342900" algn="just"/>
            <a:r>
              <a:rPr lang="en-IN" sz="2200">
                <a:solidFill>
                  <a:prstClr val="black"/>
                </a:solidFill>
              </a:rPr>
              <a:t>Vehicular Ad-hoc Networks (VANETs)</a:t>
            </a:r>
          </a:p>
          <a:p>
            <a:pPr marL="342900" lvl="0" indent="-342900" algn="just"/>
            <a:r>
              <a:rPr lang="en-IN" sz="2200">
                <a:solidFill>
                  <a:prstClr val="black"/>
                </a:solidFill>
              </a:rPr>
              <a:t>Internet of Vehicles (</a:t>
            </a:r>
            <a:r>
              <a:rPr lang="en-IN" sz="2200" err="1">
                <a:solidFill>
                  <a:prstClr val="black"/>
                </a:solidFill>
              </a:rPr>
              <a:t>IoV</a:t>
            </a:r>
            <a:r>
              <a:rPr lang="en-IN" sz="2200">
                <a:solidFill>
                  <a:prstClr val="black"/>
                </a:solidFill>
              </a:rPr>
              <a:t>)</a:t>
            </a:r>
          </a:p>
        </p:txBody>
      </p:sp>
    </p:spTree>
    <p:extLst>
      <p:ext uri="{BB962C8B-B14F-4D97-AF65-F5344CB8AC3E}">
        <p14:creationId xmlns:p14="http://schemas.microsoft.com/office/powerpoint/2010/main" val="24363067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838200" y="1412488"/>
            <a:ext cx="2899189" cy="4363844"/>
          </a:xfrm>
        </p:spPr>
        <p:txBody>
          <a:bodyPr anchor="t">
            <a:normAutofit/>
          </a:bodyPr>
          <a:lstStyle/>
          <a:p>
            <a:r>
              <a:rPr lang="en-US" sz="2800" err="1">
                <a:solidFill>
                  <a:srgbClr val="FFFFFF"/>
                </a:solidFill>
                <a:latin typeface="Calibri"/>
                <a:cs typeface="Calibri"/>
              </a:rPr>
              <a:t>IoV</a:t>
            </a:r>
            <a:r>
              <a:rPr lang="en-US" sz="2800">
                <a:solidFill>
                  <a:srgbClr val="FFFFFF"/>
                </a:solidFill>
                <a:latin typeface="Calibri"/>
                <a:cs typeface="Calibri"/>
              </a:rPr>
              <a:t> and VANET</a:t>
            </a:r>
            <a:endParaRPr lang="en-US" sz="2800">
              <a:solidFill>
                <a:srgbClr val="FFFFFF"/>
              </a:solidFill>
            </a:endParaRPr>
          </a:p>
        </p:txBody>
      </p:sp>
      <p:cxnSp>
        <p:nvCxnSpPr>
          <p:cNvPr id="15" name="Straight Connector 1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49830AE6-3D29-4888-9A98-CA7098D82180}"/>
              </a:ext>
            </a:extLst>
          </p:cNvPr>
          <p:cNvSpPr>
            <a:spLocks noGrp="1"/>
          </p:cNvSpPr>
          <p:nvPr>
            <p:ph type="ftr" sz="quarter" idx="11"/>
          </p:nvPr>
        </p:nvSpPr>
        <p:spPr>
          <a:xfrm>
            <a:off x="4380854" y="6356350"/>
            <a:ext cx="4059047" cy="365125"/>
          </a:xfrm>
        </p:spPr>
        <p:txBody>
          <a:bodyPr>
            <a:norm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SEER - A Real-Time Pedestrian Detection and Tracking System for Intelligent Vehicles</a:t>
            </a:r>
          </a:p>
        </p:txBody>
      </p: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9202366" y="6356350"/>
            <a:ext cx="2151434"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F98ACD2-9D07-46C2-95A3-67E0301C77F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1" name="Content Placeholder 7">
            <a:extLst>
              <a:ext uri="{FF2B5EF4-FFF2-40B4-BE49-F238E27FC236}">
                <a16:creationId xmlns:a16="http://schemas.microsoft.com/office/drawing/2014/main" id="{BB003D32-00BD-4546-BB15-66F3DB626FE6}"/>
              </a:ext>
            </a:extLst>
          </p:cNvPr>
          <p:cNvSpPr>
            <a:spLocks noGrp="1"/>
          </p:cNvSpPr>
          <p:nvPr>
            <p:ph idx="1"/>
          </p:nvPr>
        </p:nvSpPr>
        <p:spPr>
          <a:xfrm>
            <a:off x="4704080" y="934720"/>
            <a:ext cx="6649720" cy="5242243"/>
          </a:xfrm>
          <a:solidFill>
            <a:schemeClr val="bg1"/>
          </a:solidFill>
        </p:spPr>
        <p:txBody>
          <a:bodyPr vert="horz" lIns="91440" tIns="45720" rIns="91440" bIns="45720" rtlCol="0" anchor="t">
            <a:normAutofit/>
          </a:bodyPr>
          <a:lstStyle/>
          <a:p>
            <a:pPr marL="0" indent="0" algn="just">
              <a:buNone/>
            </a:pPr>
            <a:r>
              <a:rPr lang="en-IN" sz="2000">
                <a:solidFill>
                  <a:prstClr val="black"/>
                </a:solidFill>
              </a:rPr>
              <a:t>VANET: VANET is an infrastructure-less ad hoc network in which the node can be a Roadside Unit(RSU) or a moving vehicle. It establishes and maintains a communication network without the help of any controller.</a:t>
            </a:r>
          </a:p>
          <a:p>
            <a:pPr marL="0" indent="0" algn="just">
              <a:buNone/>
            </a:pPr>
            <a:endParaRPr lang="en-IN" sz="2000">
              <a:solidFill>
                <a:prstClr val="black"/>
              </a:solidFill>
            </a:endParaRPr>
          </a:p>
          <a:p>
            <a:pPr marL="0" indent="0" algn="just">
              <a:buNone/>
            </a:pPr>
            <a:r>
              <a:rPr lang="en-IN" sz="2000">
                <a:solidFill>
                  <a:prstClr val="black"/>
                </a:solidFill>
              </a:rPr>
              <a:t>IOV: </a:t>
            </a:r>
            <a:r>
              <a:rPr lang="en-IN" sz="2000" err="1">
                <a:solidFill>
                  <a:prstClr val="black"/>
                </a:solidFill>
              </a:rPr>
              <a:t>IoV</a:t>
            </a:r>
            <a:r>
              <a:rPr lang="en-IN" sz="2000">
                <a:solidFill>
                  <a:prstClr val="black"/>
                </a:solidFill>
              </a:rPr>
              <a:t> is a distributed network which enables the use of data created by VANETs and connected vehicles on the network. The main goal of </a:t>
            </a:r>
            <a:r>
              <a:rPr lang="en-IN" sz="2000" err="1">
                <a:solidFill>
                  <a:prstClr val="black"/>
                </a:solidFill>
              </a:rPr>
              <a:t>IoV</a:t>
            </a:r>
            <a:r>
              <a:rPr lang="en-IN" sz="2000">
                <a:solidFill>
                  <a:prstClr val="black"/>
                </a:solidFill>
              </a:rPr>
              <a:t> is to allow real-time communication between vehicles and different components (human, thing, environment) on the network.</a:t>
            </a:r>
          </a:p>
          <a:p>
            <a:pPr marL="0" indent="0" algn="just">
              <a:buNone/>
            </a:pPr>
            <a:endParaRPr lang="en-IN" sz="1800"/>
          </a:p>
        </p:txBody>
      </p:sp>
    </p:spTree>
    <p:extLst>
      <p:ext uri="{BB962C8B-B14F-4D97-AF65-F5344CB8AC3E}">
        <p14:creationId xmlns:p14="http://schemas.microsoft.com/office/powerpoint/2010/main" val="2211065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838200" y="1412488"/>
            <a:ext cx="2899189" cy="4363844"/>
          </a:xfrm>
        </p:spPr>
        <p:txBody>
          <a:bodyPr anchor="t">
            <a:normAutofit/>
          </a:bodyPr>
          <a:lstStyle/>
          <a:p>
            <a:pPr algn="just"/>
            <a:r>
              <a:rPr lang="en-US" sz="3200" err="1">
                <a:solidFill>
                  <a:srgbClr val="FFFFFF"/>
                </a:solidFill>
                <a:cs typeface="Calibri"/>
              </a:rPr>
              <a:t>IoV</a:t>
            </a:r>
            <a:r>
              <a:rPr lang="en-US" sz="3200">
                <a:solidFill>
                  <a:srgbClr val="FFFFFF"/>
                </a:solidFill>
                <a:cs typeface="Calibri"/>
              </a:rPr>
              <a:t> </a:t>
            </a:r>
            <a:br>
              <a:rPr lang="en-US" sz="3200">
                <a:solidFill>
                  <a:srgbClr val="FFFFFF"/>
                </a:solidFill>
                <a:cs typeface="Calibri"/>
              </a:rPr>
            </a:br>
            <a:r>
              <a:rPr lang="en-US" sz="3200">
                <a:solidFill>
                  <a:srgbClr val="FFFFFF"/>
                </a:solidFill>
                <a:cs typeface="Calibri"/>
              </a:rPr>
              <a:t>(Contd..)</a:t>
            </a:r>
            <a:br>
              <a:rPr lang="en-US" sz="4000">
                <a:solidFill>
                  <a:srgbClr val="FFFFFF"/>
                </a:solidFill>
                <a:cs typeface="Calibri"/>
              </a:rPr>
            </a:br>
            <a:br>
              <a:rPr lang="en-US" sz="4000">
                <a:solidFill>
                  <a:srgbClr val="FFFFFF"/>
                </a:solidFill>
                <a:cs typeface="Calibri"/>
              </a:rPr>
            </a:br>
            <a:r>
              <a:rPr lang="en-IN" sz="1800" b="0">
                <a:solidFill>
                  <a:prstClr val="white"/>
                </a:solidFill>
                <a:latin typeface="Calibri"/>
                <a:ea typeface="Lato" panose="020F0502020204030203" pitchFamily="34" charset="0"/>
                <a:cs typeface="Lato" panose="020F0502020204030203" pitchFamily="34" charset="0"/>
              </a:rPr>
              <a:t>The main goal of </a:t>
            </a:r>
            <a:r>
              <a:rPr lang="en-IN" sz="1800" b="0" err="1">
                <a:solidFill>
                  <a:prstClr val="white"/>
                </a:solidFill>
                <a:latin typeface="Calibri"/>
                <a:ea typeface="Lato" panose="020F0502020204030203" pitchFamily="34" charset="0"/>
                <a:cs typeface="Lato" panose="020F0502020204030203" pitchFamily="34" charset="0"/>
              </a:rPr>
              <a:t>IoV</a:t>
            </a:r>
            <a:r>
              <a:rPr lang="en-IN" sz="1800" b="0">
                <a:solidFill>
                  <a:prstClr val="white"/>
                </a:solidFill>
                <a:latin typeface="Calibri"/>
                <a:ea typeface="Lato" panose="020F0502020204030203" pitchFamily="34" charset="0"/>
                <a:cs typeface="Lato" panose="020F0502020204030203" pitchFamily="34" charset="0"/>
              </a:rPr>
              <a:t> is to realize in-depth integration of human, vehicle, thing, environment to improve efficiency of transportation.</a:t>
            </a:r>
            <a:endParaRPr lang="en-US" sz="3600">
              <a:solidFill>
                <a:srgbClr val="FFFFFF"/>
              </a:solidFill>
            </a:endParaRPr>
          </a:p>
        </p:txBody>
      </p:sp>
      <p:cxnSp>
        <p:nvCxnSpPr>
          <p:cNvPr id="15" name="Straight Connector 1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49830AE6-3D29-4888-9A98-CA7098D82180}"/>
              </a:ext>
            </a:extLst>
          </p:cNvPr>
          <p:cNvSpPr>
            <a:spLocks noGrp="1"/>
          </p:cNvSpPr>
          <p:nvPr>
            <p:ph type="ftr" sz="quarter" idx="11"/>
          </p:nvPr>
        </p:nvSpPr>
        <p:spPr>
          <a:xfrm>
            <a:off x="4380854" y="6356350"/>
            <a:ext cx="4059047" cy="365125"/>
          </a:xfrm>
        </p:spPr>
        <p:txBody>
          <a:bodyPr>
            <a:norm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SEER - A Real-Time Pedestrian Detection and Tracking System for Intelligent Vehicles</a:t>
            </a:r>
          </a:p>
        </p:txBody>
      </p: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9202366" y="6356350"/>
            <a:ext cx="2151434"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F98ACD2-9D07-46C2-95A3-67E0301C77F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7</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10" name="Diagram 9">
            <a:extLst>
              <a:ext uri="{FF2B5EF4-FFF2-40B4-BE49-F238E27FC236}">
                <a16:creationId xmlns:a16="http://schemas.microsoft.com/office/drawing/2014/main" id="{FD3F8701-2553-4D01-B143-28920EADFF6B}"/>
              </a:ext>
            </a:extLst>
          </p:cNvPr>
          <p:cNvGraphicFramePr/>
          <p:nvPr/>
        </p:nvGraphicFramePr>
        <p:xfrm>
          <a:off x="4575589" y="1450509"/>
          <a:ext cx="6972943" cy="3657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037928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70CAD-D97C-4A0E-B3C3-F96FDD995F9F}"/>
              </a:ext>
            </a:extLst>
          </p:cNvPr>
          <p:cNvSpPr>
            <a:spLocks noGrp="1"/>
          </p:cNvSpPr>
          <p:nvPr>
            <p:ph type="title"/>
          </p:nvPr>
        </p:nvSpPr>
        <p:spPr/>
        <p:txBody>
          <a:bodyPr/>
          <a:lstStyle/>
          <a:p>
            <a:r>
              <a:rPr lang="en-US">
                <a:latin typeface="Raleway"/>
              </a:rPr>
              <a:t>Comparison of VANETs and IoV</a:t>
            </a:r>
            <a:endParaRPr lang="en-US"/>
          </a:p>
        </p:txBody>
      </p:sp>
      <p:sp>
        <p:nvSpPr>
          <p:cNvPr id="4" name="Footer Placeholder 3">
            <a:extLst>
              <a:ext uri="{FF2B5EF4-FFF2-40B4-BE49-F238E27FC236}">
                <a16:creationId xmlns:a16="http://schemas.microsoft.com/office/drawing/2014/main" id="{19909124-B15C-49D3-9578-8B4625665090}"/>
              </a:ext>
            </a:extLst>
          </p:cNvPr>
          <p:cNvSpPr>
            <a:spLocks noGrp="1"/>
          </p:cNvSpPr>
          <p:nvPr>
            <p:ph type="ftr" sz="quarter" idx="11"/>
          </p:nvPr>
        </p:nvSpPr>
        <p:spPr/>
        <p:txBody>
          <a:bodyPr/>
          <a:lstStyle/>
          <a:p>
            <a:r>
              <a:rPr lang="en-US"/>
              <a:t>SEER - A Real-Time Pedestrian Detection and Tracking System for Intelligent Vehicles</a:t>
            </a:r>
          </a:p>
        </p:txBody>
      </p:sp>
      <p:sp>
        <p:nvSpPr>
          <p:cNvPr id="5" name="Slide Number Placeholder 4">
            <a:extLst>
              <a:ext uri="{FF2B5EF4-FFF2-40B4-BE49-F238E27FC236}">
                <a16:creationId xmlns:a16="http://schemas.microsoft.com/office/drawing/2014/main" id="{6751C80C-0835-4E39-866E-F9AA412C2A6F}"/>
              </a:ext>
            </a:extLst>
          </p:cNvPr>
          <p:cNvSpPr>
            <a:spLocks noGrp="1"/>
          </p:cNvSpPr>
          <p:nvPr>
            <p:ph type="sldNum" sz="quarter" idx="12"/>
          </p:nvPr>
        </p:nvSpPr>
        <p:spPr/>
        <p:txBody>
          <a:bodyPr/>
          <a:lstStyle/>
          <a:p>
            <a:fld id="{2F98ACD2-9D07-46C2-95A3-67E0301C77FE}" type="slidenum">
              <a:rPr lang="en-US" smtClean="0"/>
              <a:t>8</a:t>
            </a:fld>
            <a:endParaRPr lang="en-US"/>
          </a:p>
        </p:txBody>
      </p:sp>
      <p:graphicFrame>
        <p:nvGraphicFramePr>
          <p:cNvPr id="10" name="Table 10">
            <a:extLst>
              <a:ext uri="{FF2B5EF4-FFF2-40B4-BE49-F238E27FC236}">
                <a16:creationId xmlns:a16="http://schemas.microsoft.com/office/drawing/2014/main" id="{A7C45D59-E844-4ED8-9352-DA20FA04BFB4}"/>
              </a:ext>
            </a:extLst>
          </p:cNvPr>
          <p:cNvGraphicFramePr>
            <a:graphicFrameLocks noGrp="1"/>
          </p:cNvGraphicFramePr>
          <p:nvPr>
            <p:ph idx="1"/>
            <p:extLst>
              <p:ext uri="{D42A27DB-BD31-4B8C-83A1-F6EECF244321}">
                <p14:modId xmlns:p14="http://schemas.microsoft.com/office/powerpoint/2010/main" val="2919922404"/>
              </p:ext>
            </p:extLst>
          </p:nvPr>
        </p:nvGraphicFramePr>
        <p:xfrm>
          <a:off x="793377" y="1478243"/>
          <a:ext cx="10515600" cy="485140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2697757887"/>
                    </a:ext>
                  </a:extLst>
                </a:gridCol>
                <a:gridCol w="5257800">
                  <a:extLst>
                    <a:ext uri="{9D8B030D-6E8A-4147-A177-3AD203B41FA5}">
                      <a16:colId xmlns:a16="http://schemas.microsoft.com/office/drawing/2014/main" val="531193228"/>
                    </a:ext>
                  </a:extLst>
                </a:gridCol>
              </a:tblGrid>
              <a:tr h="370840">
                <a:tc>
                  <a:txBody>
                    <a:bodyPr/>
                    <a:lstStyle/>
                    <a:p>
                      <a:r>
                        <a:rPr lang="en-US"/>
                        <a:t>VANETs</a:t>
                      </a:r>
                    </a:p>
                  </a:txBody>
                  <a:tcPr/>
                </a:tc>
                <a:tc>
                  <a:txBody>
                    <a:bodyPr/>
                    <a:lstStyle/>
                    <a:p>
                      <a:r>
                        <a:rPr lang="en-US"/>
                        <a:t>IoV</a:t>
                      </a:r>
                    </a:p>
                  </a:txBody>
                  <a:tcPr/>
                </a:tc>
                <a:extLst>
                  <a:ext uri="{0D108BD9-81ED-4DB2-BD59-A6C34878D82A}">
                    <a16:rowId xmlns:a16="http://schemas.microsoft.com/office/drawing/2014/main" val="2576539470"/>
                  </a:ext>
                </a:extLst>
              </a:tr>
              <a:tr h="370840">
                <a:tc>
                  <a:txBody>
                    <a:bodyPr/>
                    <a:lstStyle/>
                    <a:p>
                      <a:pPr lvl="0">
                        <a:buNone/>
                      </a:pPr>
                      <a:r>
                        <a:rPr lang="en-US" sz="1800" b="0" i="0" u="none" strike="noStrike" noProof="0">
                          <a:latin typeface="Calibri"/>
                        </a:rPr>
                        <a:t>Traffic safety to avoid causalities and to enhance traffic effectiveness</a:t>
                      </a:r>
                      <a:endParaRPr lang="en-US"/>
                    </a:p>
                  </a:txBody>
                  <a:tcPr/>
                </a:tc>
                <a:tc>
                  <a:txBody>
                    <a:bodyPr/>
                    <a:lstStyle/>
                    <a:p>
                      <a:pPr lvl="0">
                        <a:buNone/>
                      </a:pPr>
                      <a:r>
                        <a:rPr lang="en-US" sz="1800" b="0" i="0" u="none" strike="noStrike" noProof="0">
                          <a:latin typeface="Calibri"/>
                        </a:rPr>
                        <a:t>Enhancing traffic safety, effectiveness and commercial infotainment for passengers to enhance the driving experience</a:t>
                      </a:r>
                      <a:endParaRPr lang="en-US"/>
                    </a:p>
                  </a:txBody>
                  <a:tcPr/>
                </a:tc>
                <a:extLst>
                  <a:ext uri="{0D108BD9-81ED-4DB2-BD59-A6C34878D82A}">
                    <a16:rowId xmlns:a16="http://schemas.microsoft.com/office/drawing/2014/main" val="328374262"/>
                  </a:ext>
                </a:extLst>
              </a:tr>
              <a:tr h="370840">
                <a:tc>
                  <a:txBody>
                    <a:bodyPr/>
                    <a:lstStyle/>
                    <a:p>
                      <a:pPr lvl="0" algn="l">
                        <a:lnSpc>
                          <a:spcPct val="100000"/>
                        </a:lnSpc>
                        <a:spcBef>
                          <a:spcPts val="0"/>
                        </a:spcBef>
                        <a:spcAft>
                          <a:spcPts val="0"/>
                        </a:spcAft>
                        <a:buNone/>
                      </a:pPr>
                      <a:r>
                        <a:rPr lang="en-US" sz="1800" b="0" i="0" u="none" strike="noStrike" noProof="0">
                          <a:latin typeface="Calibri"/>
                        </a:rPr>
                        <a:t>Two kinds of communication-</a:t>
                      </a:r>
                      <a:endParaRPr lang="en-US"/>
                    </a:p>
                    <a:p>
                      <a:pPr lvl="0" algn="l">
                        <a:lnSpc>
                          <a:spcPct val="100000"/>
                        </a:lnSpc>
                        <a:spcBef>
                          <a:spcPts val="0"/>
                        </a:spcBef>
                        <a:spcAft>
                          <a:spcPts val="0"/>
                        </a:spcAft>
                        <a:buNone/>
                      </a:pPr>
                      <a:r>
                        <a:rPr lang="en-US" sz="1800" b="0" i="0" u="none" strike="noStrike" noProof="0">
                          <a:latin typeface="Calibri"/>
                        </a:rPr>
                        <a:t>•Vehicle-to-vehicle (V2V)</a:t>
                      </a:r>
                      <a:endParaRPr lang="en-US"/>
                    </a:p>
                    <a:p>
                      <a:pPr lvl="0">
                        <a:buNone/>
                      </a:pPr>
                      <a:r>
                        <a:rPr lang="en-US" sz="1800" b="0" i="0" u="none" strike="noStrike" noProof="0">
                          <a:latin typeface="Calibri"/>
                        </a:rPr>
                        <a:t>•Vehicle-to-infrastructures (V2I)</a:t>
                      </a:r>
                      <a:endParaRPr lang="en-US"/>
                    </a:p>
                  </a:txBody>
                  <a:tcPr/>
                </a:tc>
                <a:tc>
                  <a:txBody>
                    <a:bodyPr/>
                    <a:lstStyle/>
                    <a:p>
                      <a:pPr lvl="0" algn="l">
                        <a:lnSpc>
                          <a:spcPct val="100000"/>
                        </a:lnSpc>
                        <a:spcBef>
                          <a:spcPts val="0"/>
                        </a:spcBef>
                        <a:spcAft>
                          <a:spcPts val="0"/>
                        </a:spcAft>
                        <a:buNone/>
                      </a:pPr>
                      <a:r>
                        <a:rPr lang="en-US" sz="1800" b="0" i="0" u="none" strike="noStrike" noProof="0">
                          <a:latin typeface="Calibri"/>
                        </a:rPr>
                        <a:t>Five kinds of communication-</a:t>
                      </a:r>
                      <a:endParaRPr lang="en-US"/>
                    </a:p>
                    <a:p>
                      <a:pPr lvl="0" algn="l">
                        <a:lnSpc>
                          <a:spcPct val="100000"/>
                        </a:lnSpc>
                        <a:spcBef>
                          <a:spcPts val="0"/>
                        </a:spcBef>
                        <a:spcAft>
                          <a:spcPts val="0"/>
                        </a:spcAft>
                        <a:buNone/>
                      </a:pPr>
                      <a:r>
                        <a:rPr lang="en-US" sz="1800" b="0" i="0" u="none" strike="noStrike" noProof="0">
                          <a:latin typeface="Calibri"/>
                        </a:rPr>
                        <a:t>•Vehicle-to-Vehicle (V2V)</a:t>
                      </a:r>
                      <a:endParaRPr lang="en-US"/>
                    </a:p>
                    <a:p>
                      <a:pPr lvl="0" algn="l">
                        <a:lnSpc>
                          <a:spcPct val="100000"/>
                        </a:lnSpc>
                        <a:spcBef>
                          <a:spcPts val="0"/>
                        </a:spcBef>
                        <a:spcAft>
                          <a:spcPts val="0"/>
                        </a:spcAft>
                        <a:buNone/>
                      </a:pPr>
                      <a:r>
                        <a:rPr lang="en-US" sz="1800" b="0" i="0" u="none" strike="noStrike" noProof="0">
                          <a:latin typeface="Calibri"/>
                        </a:rPr>
                        <a:t>•Vehicle-to-Road Side Units (V2R)</a:t>
                      </a:r>
                      <a:endParaRPr lang="en-US"/>
                    </a:p>
                    <a:p>
                      <a:pPr lvl="0" algn="l">
                        <a:lnSpc>
                          <a:spcPct val="100000"/>
                        </a:lnSpc>
                        <a:spcBef>
                          <a:spcPts val="0"/>
                        </a:spcBef>
                        <a:spcAft>
                          <a:spcPts val="0"/>
                        </a:spcAft>
                        <a:buNone/>
                      </a:pPr>
                      <a:r>
                        <a:rPr lang="en-US" sz="1800" b="0" i="0" u="none" strike="noStrike" noProof="0">
                          <a:latin typeface="Calibri"/>
                        </a:rPr>
                        <a:t>•Vehicle-to-Infrastructure of Cellular Networks (V2I)</a:t>
                      </a:r>
                      <a:endParaRPr lang="en-US"/>
                    </a:p>
                    <a:p>
                      <a:pPr lvl="0" algn="l">
                        <a:lnSpc>
                          <a:spcPct val="100000"/>
                        </a:lnSpc>
                        <a:spcBef>
                          <a:spcPts val="0"/>
                        </a:spcBef>
                        <a:spcAft>
                          <a:spcPts val="0"/>
                        </a:spcAft>
                        <a:buNone/>
                      </a:pPr>
                      <a:r>
                        <a:rPr lang="en-US" sz="1800" b="0" i="0" u="none" strike="noStrike" noProof="0">
                          <a:latin typeface="Calibri"/>
                        </a:rPr>
                        <a:t>•Vehicle-to-Sensors (V2S)</a:t>
                      </a:r>
                      <a:endParaRPr lang="en-US"/>
                    </a:p>
                    <a:p>
                      <a:pPr lvl="0">
                        <a:buNone/>
                      </a:pPr>
                      <a:r>
                        <a:rPr lang="en-US" sz="1800" b="0" i="0" u="none" strike="noStrike" noProof="0">
                          <a:latin typeface="Calibri"/>
                        </a:rPr>
                        <a:t>•Vehicle-to-Personal Devices (V2P)</a:t>
                      </a:r>
                      <a:endParaRPr lang="en-US"/>
                    </a:p>
                  </a:txBody>
                  <a:tcPr/>
                </a:tc>
                <a:extLst>
                  <a:ext uri="{0D108BD9-81ED-4DB2-BD59-A6C34878D82A}">
                    <a16:rowId xmlns:a16="http://schemas.microsoft.com/office/drawing/2014/main" val="175030869"/>
                  </a:ext>
                </a:extLst>
              </a:tr>
              <a:tr h="370840">
                <a:tc>
                  <a:txBody>
                    <a:bodyPr/>
                    <a:lstStyle/>
                    <a:p>
                      <a:pPr lvl="0">
                        <a:buNone/>
                      </a:pPr>
                      <a:r>
                        <a:rPr lang="en-US" sz="1800" b="0" i="0" u="none" strike="noStrike" noProof="0">
                          <a:latin typeface="Calibri"/>
                        </a:rPr>
                        <a:t>Not compatible with personal devices like smartphones, tablets, laptops etc. due to singleton network architecture</a:t>
                      </a:r>
                      <a:endParaRPr lang="en-US"/>
                    </a:p>
                  </a:txBody>
                  <a:tcPr/>
                </a:tc>
                <a:tc>
                  <a:txBody>
                    <a:bodyPr/>
                    <a:lstStyle/>
                    <a:p>
                      <a:pPr lvl="0">
                        <a:buNone/>
                      </a:pPr>
                      <a:r>
                        <a:rPr lang="en-US" sz="1800" b="0" i="0" u="none" strike="noStrike" noProof="0">
                          <a:latin typeface="Calibri"/>
                        </a:rPr>
                        <a:t>Effective communication is possible between vehicles and network due to compatibility with personal devices</a:t>
                      </a:r>
                      <a:endParaRPr lang="en-US"/>
                    </a:p>
                  </a:txBody>
                  <a:tcPr/>
                </a:tc>
                <a:extLst>
                  <a:ext uri="{0D108BD9-81ED-4DB2-BD59-A6C34878D82A}">
                    <a16:rowId xmlns:a16="http://schemas.microsoft.com/office/drawing/2014/main" val="3405866737"/>
                  </a:ext>
                </a:extLst>
              </a:tr>
              <a:tr h="370839">
                <a:tc>
                  <a:txBody>
                    <a:bodyPr/>
                    <a:lstStyle/>
                    <a:p>
                      <a:pPr lvl="0">
                        <a:buNone/>
                      </a:pPr>
                      <a:r>
                        <a:rPr lang="en-US" sz="1800" b="0" i="0" u="none" strike="noStrike" noProof="0">
                          <a:latin typeface="Calibri"/>
                        </a:rPr>
                        <a:t>Range is local and discrete. Suitable for limited scale applications</a:t>
                      </a:r>
                      <a:endParaRPr lang="en-US"/>
                    </a:p>
                  </a:txBody>
                  <a:tcPr/>
                </a:tc>
                <a:tc>
                  <a:txBody>
                    <a:bodyPr/>
                    <a:lstStyle/>
                    <a:p>
                      <a:pPr lvl="0">
                        <a:buNone/>
                      </a:pPr>
                      <a:r>
                        <a:rPr lang="en-US" sz="1800" b="0" i="0" u="none" strike="noStrike" noProof="0">
                          <a:latin typeface="Calibri"/>
                        </a:rPr>
                        <a:t>Global scope and sustainable applications due to the incorporation of vehicle networking with vehicle intelligence</a:t>
                      </a:r>
                      <a:endParaRPr lang="en-US"/>
                    </a:p>
                  </a:txBody>
                  <a:tcPr/>
                </a:tc>
                <a:extLst>
                  <a:ext uri="{0D108BD9-81ED-4DB2-BD59-A6C34878D82A}">
                    <a16:rowId xmlns:a16="http://schemas.microsoft.com/office/drawing/2014/main" val="3875498242"/>
                  </a:ext>
                </a:extLst>
              </a:tr>
            </a:tbl>
          </a:graphicData>
        </a:graphic>
      </p:graphicFrame>
    </p:spTree>
    <p:extLst>
      <p:ext uri="{BB962C8B-B14F-4D97-AF65-F5344CB8AC3E}">
        <p14:creationId xmlns:p14="http://schemas.microsoft.com/office/powerpoint/2010/main" val="26320221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BE4F293-0A40-4AA3-8747-1C7D9F3EE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4" name="Group 13">
            <a:extLst>
              <a:ext uri="{FF2B5EF4-FFF2-40B4-BE49-F238E27FC236}">
                <a16:creationId xmlns:a16="http://schemas.microsoft.com/office/drawing/2014/main" id="{5D1CC8B8-2CD1-45F6-9CED-CA31040022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710" y="635715"/>
            <a:ext cx="11142208" cy="2482136"/>
            <a:chOff x="409710" y="635715"/>
            <a:chExt cx="11142208" cy="2482136"/>
          </a:xfrm>
        </p:grpSpPr>
        <p:sp>
          <p:nvSpPr>
            <p:cNvPr id="15" name="Freeform 44">
              <a:extLst>
                <a:ext uri="{FF2B5EF4-FFF2-40B4-BE49-F238E27FC236}">
                  <a16:creationId xmlns:a16="http://schemas.microsoft.com/office/drawing/2014/main" id="{D0486316-3F2D-434E-AF23-A8EDD6E78DD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Freeform 45">
              <a:extLst>
                <a:ext uri="{FF2B5EF4-FFF2-40B4-BE49-F238E27FC236}">
                  <a16:creationId xmlns:a16="http://schemas.microsoft.com/office/drawing/2014/main" id="{2AF5945E-96EF-472A-8B30-5AC427AA400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Freeform 46">
              <a:extLst>
                <a:ext uri="{FF2B5EF4-FFF2-40B4-BE49-F238E27FC236}">
                  <a16:creationId xmlns:a16="http://schemas.microsoft.com/office/drawing/2014/main" id="{F43F39F5-753C-4BA6-AF2B-6F0EEE25AD4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Freeform 47">
              <a:extLst>
                <a:ext uri="{FF2B5EF4-FFF2-40B4-BE49-F238E27FC236}">
                  <a16:creationId xmlns:a16="http://schemas.microsoft.com/office/drawing/2014/main" id="{2CC5073C-8188-4DE4-B2AB-9C87DDA4F0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AEF2074A-D7D4-4AF6-866A-31DDF66B1F7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 name="Title 1">
            <a:extLst>
              <a:ext uri="{FF2B5EF4-FFF2-40B4-BE49-F238E27FC236}">
                <a16:creationId xmlns:a16="http://schemas.microsoft.com/office/drawing/2014/main" id="{7FD3BE02-199F-4A88-A523-D8143482D794}"/>
              </a:ext>
            </a:extLst>
          </p:cNvPr>
          <p:cNvSpPr>
            <a:spLocks noGrp="1"/>
          </p:cNvSpPr>
          <p:nvPr>
            <p:ph type="title"/>
          </p:nvPr>
        </p:nvSpPr>
        <p:spPr>
          <a:xfrm>
            <a:off x="1353666" y="759805"/>
            <a:ext cx="10000133" cy="1325563"/>
          </a:xfrm>
        </p:spPr>
        <p:txBody>
          <a:bodyPr>
            <a:normAutofit/>
          </a:bodyPr>
          <a:lstStyle/>
          <a:p>
            <a:r>
              <a:rPr lang="en-US" sz="4000">
                <a:solidFill>
                  <a:srgbClr val="FFFFFF"/>
                </a:solidFill>
                <a:latin typeface="Calibri"/>
                <a:cs typeface="Calibri"/>
              </a:rPr>
              <a:t>Communication Technologies in </a:t>
            </a:r>
            <a:r>
              <a:rPr lang="en-US" sz="4000" err="1">
                <a:solidFill>
                  <a:srgbClr val="FFFFFF"/>
                </a:solidFill>
                <a:latin typeface="Calibri"/>
                <a:cs typeface="Calibri"/>
              </a:rPr>
              <a:t>IoV</a:t>
            </a:r>
            <a:endParaRPr lang="en-US" sz="4000">
              <a:solidFill>
                <a:srgbClr val="FFFFFF"/>
              </a:solidFill>
              <a:latin typeface="Calibri"/>
              <a:cs typeface="Calibri"/>
            </a:endParaRPr>
          </a:p>
        </p:txBody>
      </p:sp>
      <p:sp>
        <p:nvSpPr>
          <p:cNvPr id="4" name="Footer Placeholder 3">
            <a:extLst>
              <a:ext uri="{FF2B5EF4-FFF2-40B4-BE49-F238E27FC236}">
                <a16:creationId xmlns:a16="http://schemas.microsoft.com/office/drawing/2014/main" id="{C25C2DA6-C016-4375-B2D2-C6253A78216A}"/>
              </a:ext>
            </a:extLst>
          </p:cNvPr>
          <p:cNvSpPr>
            <a:spLocks noGrp="1"/>
          </p:cNvSpPr>
          <p:nvPr>
            <p:ph type="ftr" sz="quarter" idx="11"/>
          </p:nvPr>
        </p:nvSpPr>
        <p:spPr>
          <a:xfrm>
            <a:off x="795528" y="6382512"/>
            <a:ext cx="6757416" cy="320040"/>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Real-Time Pedestrian Detection and Tracking System for Intelligent Vehicles</a:t>
            </a:r>
          </a:p>
        </p:txBody>
      </p:sp>
      <p:sp>
        <p:nvSpPr>
          <p:cNvPr id="5" name="Slide Number Placeholder 4">
            <a:extLst>
              <a:ext uri="{FF2B5EF4-FFF2-40B4-BE49-F238E27FC236}">
                <a16:creationId xmlns:a16="http://schemas.microsoft.com/office/drawing/2014/main" id="{6AF90226-D8D6-469B-94E2-1B41BD64BD8B}"/>
              </a:ext>
            </a:extLst>
          </p:cNvPr>
          <p:cNvSpPr>
            <a:spLocks noGrp="1"/>
          </p:cNvSpPr>
          <p:nvPr>
            <p:ph type="sldNum" sz="quarter" idx="12"/>
          </p:nvPr>
        </p:nvSpPr>
        <p:spPr>
          <a:xfrm>
            <a:off x="10707624" y="6382512"/>
            <a:ext cx="685800" cy="320040"/>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F98ACD2-9D07-46C2-95A3-67E0301C77FE}" type="slidenum">
              <a:rPr kumimoji="0" lang="en-US" sz="10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9</a:t>
            </a:fld>
            <a:endParaRPr kumimoji="0" lang="en-US" sz="10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7" name="Content Placeholder 2">
            <a:extLst>
              <a:ext uri="{FF2B5EF4-FFF2-40B4-BE49-F238E27FC236}">
                <a16:creationId xmlns:a16="http://schemas.microsoft.com/office/drawing/2014/main" id="{2D75ACC9-4037-4050-B5EF-3A70E4516FE7}"/>
              </a:ext>
            </a:extLst>
          </p:cNvPr>
          <p:cNvGraphicFramePr>
            <a:graphicFrameLocks noGrp="1"/>
          </p:cNvGraphicFramePr>
          <p:nvPr>
            <p:ph idx="1"/>
          </p:nvPr>
        </p:nvGraphicFramePr>
        <p:xfrm>
          <a:off x="1422492" y="2499837"/>
          <a:ext cx="9507778" cy="37146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066772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1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2200" kern="1200">
                <a:solidFill>
                  <a:schemeClr val="bg1"/>
                </a:solidFill>
                <a:latin typeface="+mj-lt"/>
                <a:ea typeface="+mj-ea"/>
                <a:cs typeface="+mj-cs"/>
              </a:rPr>
              <a:t>Communication Techniques (Contd..)</a:t>
            </a:r>
          </a:p>
        </p:txBody>
      </p:sp>
      <p:sp>
        <p:nvSpPr>
          <p:cNvPr id="4" name="Footer Placeholder 3">
            <a:extLst>
              <a:ext uri="{FF2B5EF4-FFF2-40B4-BE49-F238E27FC236}">
                <a16:creationId xmlns:a16="http://schemas.microsoft.com/office/drawing/2014/main" id="{49830AE6-3D29-4888-9A98-CA7098D82180}"/>
              </a:ext>
            </a:extLst>
          </p:cNvPr>
          <p:cNvSpPr>
            <a:spLocks noGrp="1"/>
          </p:cNvSpPr>
          <p:nvPr>
            <p:ph type="ftr" sz="quarter" idx="11"/>
          </p:nvPr>
        </p:nvSpPr>
        <p:spPr>
          <a:xfrm>
            <a:off x="4038600" y="6356350"/>
            <a:ext cx="4114800" cy="365125"/>
          </a:xfrm>
        </p:spPr>
        <p:txBody>
          <a:bodyPr vert="horz" lIns="91440" tIns="45720" rIns="91440" bIns="45720" rtlCol="0" anchor="ctr">
            <a:normAutofit lnSpcReduction="10000"/>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SEER - A Real-Time Pedestrian Detection and Tracking System for Intelligent Vehicles</a:t>
            </a:r>
          </a:p>
        </p:txBody>
      </p: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F98ACD2-9D07-46C2-95A3-67E0301C77F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10</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16" name="Table 15">
            <a:extLst>
              <a:ext uri="{FF2B5EF4-FFF2-40B4-BE49-F238E27FC236}">
                <a16:creationId xmlns:a16="http://schemas.microsoft.com/office/drawing/2014/main" id="{8DFC5C92-C2FA-48FB-8FAF-D8CECAD9162B}"/>
              </a:ext>
            </a:extLst>
          </p:cNvPr>
          <p:cNvGraphicFramePr>
            <a:graphicFrameLocks noGrp="1"/>
          </p:cNvGraphicFramePr>
          <p:nvPr>
            <p:extLst>
              <p:ext uri="{D42A27DB-BD31-4B8C-83A1-F6EECF244321}">
                <p14:modId xmlns:p14="http://schemas.microsoft.com/office/powerpoint/2010/main" val="2260371532"/>
              </p:ext>
            </p:extLst>
          </p:nvPr>
        </p:nvGraphicFramePr>
        <p:xfrm>
          <a:off x="867655" y="1579736"/>
          <a:ext cx="6341889" cy="4585180"/>
        </p:xfrm>
        <a:graphic>
          <a:graphicData uri="http://schemas.openxmlformats.org/drawingml/2006/table">
            <a:tbl>
              <a:tblPr firstRow="1" firstCol="1" bandRow="1">
                <a:tableStyleId>{5C22544A-7EE6-4342-B048-85BDC9FD1C3A}</a:tableStyleId>
              </a:tblPr>
              <a:tblGrid>
                <a:gridCol w="847846">
                  <a:extLst>
                    <a:ext uri="{9D8B030D-6E8A-4147-A177-3AD203B41FA5}">
                      <a16:colId xmlns:a16="http://schemas.microsoft.com/office/drawing/2014/main" val="1478320675"/>
                    </a:ext>
                  </a:extLst>
                </a:gridCol>
                <a:gridCol w="1356554">
                  <a:extLst>
                    <a:ext uri="{9D8B030D-6E8A-4147-A177-3AD203B41FA5}">
                      <a16:colId xmlns:a16="http://schemas.microsoft.com/office/drawing/2014/main" val="4211054793"/>
                    </a:ext>
                  </a:extLst>
                </a:gridCol>
                <a:gridCol w="1356554">
                  <a:extLst>
                    <a:ext uri="{9D8B030D-6E8A-4147-A177-3AD203B41FA5}">
                      <a16:colId xmlns:a16="http://schemas.microsoft.com/office/drawing/2014/main" val="1055931696"/>
                    </a:ext>
                  </a:extLst>
                </a:gridCol>
                <a:gridCol w="2780935">
                  <a:extLst>
                    <a:ext uri="{9D8B030D-6E8A-4147-A177-3AD203B41FA5}">
                      <a16:colId xmlns:a16="http://schemas.microsoft.com/office/drawing/2014/main" val="2628890570"/>
                    </a:ext>
                  </a:extLst>
                </a:gridCol>
              </a:tblGrid>
              <a:tr h="146960">
                <a:tc>
                  <a:txBody>
                    <a:bodyPr/>
                    <a:lstStyle/>
                    <a:p>
                      <a:pPr marL="0" marR="0">
                        <a:lnSpc>
                          <a:spcPct val="107000"/>
                        </a:lnSpc>
                        <a:spcBef>
                          <a:spcPts val="0"/>
                        </a:spcBef>
                        <a:spcAft>
                          <a:spcPts val="0"/>
                        </a:spcAft>
                      </a:pPr>
                      <a:r>
                        <a:rPr lang="en-US" sz="700">
                          <a:effectLst/>
                        </a:rPr>
                        <a:t>Parameters</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68205" marT="22609" marB="22609"/>
                </a:tc>
                <a:tc>
                  <a:txBody>
                    <a:bodyPr/>
                    <a:lstStyle/>
                    <a:p>
                      <a:pPr marL="0" marR="0">
                        <a:lnSpc>
                          <a:spcPct val="107000"/>
                        </a:lnSpc>
                        <a:spcBef>
                          <a:spcPts val="0"/>
                        </a:spcBef>
                        <a:spcAft>
                          <a:spcPts val="0"/>
                        </a:spcAft>
                      </a:pPr>
                      <a:r>
                        <a:rPr lang="en-US" sz="700">
                          <a:effectLst/>
                        </a:rPr>
                        <a:t>802.11p</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marL="0" marR="0">
                        <a:lnSpc>
                          <a:spcPct val="107000"/>
                        </a:lnSpc>
                        <a:spcBef>
                          <a:spcPts val="0"/>
                        </a:spcBef>
                        <a:spcAft>
                          <a:spcPts val="0"/>
                        </a:spcAft>
                      </a:pPr>
                      <a:r>
                        <a:rPr lang="en-US" sz="700">
                          <a:effectLst/>
                        </a:rPr>
                        <a:t>V2X communication</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marL="0" marR="0">
                        <a:lnSpc>
                          <a:spcPct val="107000"/>
                        </a:lnSpc>
                        <a:spcBef>
                          <a:spcPts val="0"/>
                        </a:spcBef>
                        <a:spcAft>
                          <a:spcPts val="0"/>
                        </a:spcAft>
                      </a:pPr>
                      <a:r>
                        <a:rPr lang="en-US" sz="700">
                          <a:effectLst/>
                        </a:rPr>
                        <a:t>Comments</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extLst>
                  <a:ext uri="{0D108BD9-81ED-4DB2-BD59-A6C34878D82A}">
                    <a16:rowId xmlns:a16="http://schemas.microsoft.com/office/drawing/2014/main" val="4208085276"/>
                  </a:ext>
                </a:extLst>
              </a:tr>
              <a:tr h="253412">
                <a:tc>
                  <a:txBody>
                    <a:bodyPr/>
                    <a:lstStyle/>
                    <a:p>
                      <a:pPr marL="0" marR="0">
                        <a:lnSpc>
                          <a:spcPct val="107000"/>
                        </a:lnSpc>
                        <a:spcBef>
                          <a:spcPts val="0"/>
                        </a:spcBef>
                        <a:spcAft>
                          <a:spcPts val="0"/>
                        </a:spcAft>
                      </a:pPr>
                      <a:r>
                        <a:rPr lang="en-US" sz="700">
                          <a:effectLst/>
                        </a:rPr>
                        <a:t>Technology</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68205" marT="22609" marB="22609"/>
                </a:tc>
                <a:tc>
                  <a:txBody>
                    <a:bodyPr/>
                    <a:lstStyle/>
                    <a:p>
                      <a:pPr marL="0" marR="0">
                        <a:lnSpc>
                          <a:spcPct val="107000"/>
                        </a:lnSpc>
                        <a:spcBef>
                          <a:spcPts val="0"/>
                        </a:spcBef>
                        <a:spcAft>
                          <a:spcPts val="0"/>
                        </a:spcAft>
                      </a:pPr>
                      <a:r>
                        <a:rPr lang="en-US" sz="700">
                          <a:effectLst/>
                        </a:rPr>
                        <a:t>Dedicated Short-Range Communication (DSRC)</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marL="0" marR="0">
                        <a:lnSpc>
                          <a:spcPct val="107000"/>
                        </a:lnSpc>
                        <a:spcBef>
                          <a:spcPts val="0"/>
                        </a:spcBef>
                        <a:spcAft>
                          <a:spcPts val="0"/>
                        </a:spcAft>
                      </a:pPr>
                      <a:r>
                        <a:rPr lang="en-US" sz="700">
                          <a:effectLst/>
                        </a:rPr>
                        <a:t>Cellular (LTE, PC5 interface)</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a:lnSpc>
                          <a:spcPct val="107000"/>
                        </a:lnSpc>
                      </a:pPr>
                      <a:endParaRPr lang="en-US" sz="700">
                        <a:effectLst/>
                        <a:latin typeface="Calibri" panose="020F0502020204030204" pitchFamily="34" charset="0"/>
                      </a:endParaRPr>
                    </a:p>
                  </a:txBody>
                  <a:tcPr marL="45595" marR="16957" marT="22609" marB="22609"/>
                </a:tc>
                <a:extLst>
                  <a:ext uri="{0D108BD9-81ED-4DB2-BD59-A6C34878D82A}">
                    <a16:rowId xmlns:a16="http://schemas.microsoft.com/office/drawing/2014/main" val="2088663911"/>
                  </a:ext>
                </a:extLst>
              </a:tr>
              <a:tr h="253412">
                <a:tc>
                  <a:txBody>
                    <a:bodyPr/>
                    <a:lstStyle/>
                    <a:p>
                      <a:pPr marL="0" marR="0">
                        <a:lnSpc>
                          <a:spcPct val="107000"/>
                        </a:lnSpc>
                        <a:spcBef>
                          <a:spcPts val="0"/>
                        </a:spcBef>
                        <a:spcAft>
                          <a:spcPts val="0"/>
                        </a:spcAft>
                      </a:pPr>
                      <a:r>
                        <a:rPr lang="en-US" sz="700">
                          <a:effectLst/>
                        </a:rPr>
                        <a:t>Low Latency</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68205" marT="22609" marB="22609"/>
                </a:tc>
                <a:tc>
                  <a:txBody>
                    <a:bodyPr/>
                    <a:lstStyle/>
                    <a:p>
                      <a:pPr marL="0" marR="0">
                        <a:lnSpc>
                          <a:spcPct val="107000"/>
                        </a:lnSpc>
                        <a:spcBef>
                          <a:spcPts val="0"/>
                        </a:spcBef>
                        <a:spcAft>
                          <a:spcPts val="0"/>
                        </a:spcAft>
                      </a:pPr>
                      <a:r>
                        <a:rPr lang="en-US" sz="700">
                          <a:effectLst/>
                        </a:rPr>
                        <a:t>2 ms</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marL="0" marR="0">
                        <a:lnSpc>
                          <a:spcPct val="107000"/>
                        </a:lnSpc>
                        <a:spcBef>
                          <a:spcPts val="0"/>
                        </a:spcBef>
                        <a:spcAft>
                          <a:spcPts val="0"/>
                        </a:spcAft>
                      </a:pPr>
                      <a:r>
                        <a:rPr lang="en-US" sz="700">
                          <a:effectLst/>
                        </a:rPr>
                        <a:t>14-4ms (Release 14/15)</a:t>
                      </a:r>
                    </a:p>
                    <a:p>
                      <a:pPr marL="0" marR="0">
                        <a:lnSpc>
                          <a:spcPct val="107000"/>
                        </a:lnSpc>
                        <a:spcBef>
                          <a:spcPts val="0"/>
                        </a:spcBef>
                        <a:spcAft>
                          <a:spcPts val="0"/>
                        </a:spcAft>
                      </a:pPr>
                      <a:r>
                        <a:rPr lang="en-US" sz="700">
                          <a:effectLst/>
                        </a:rPr>
                        <a:t>&lt;=1ms (Release 16)</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a:lnSpc>
                          <a:spcPct val="107000"/>
                        </a:lnSpc>
                      </a:pPr>
                      <a:endParaRPr lang="en-US" sz="700">
                        <a:effectLst/>
                        <a:latin typeface="Calibri" panose="020F0502020204030204" pitchFamily="34" charset="0"/>
                      </a:endParaRPr>
                    </a:p>
                  </a:txBody>
                  <a:tcPr marL="45595" marR="16957" marT="22609" marB="22609"/>
                </a:tc>
                <a:extLst>
                  <a:ext uri="{0D108BD9-81ED-4DB2-BD59-A6C34878D82A}">
                    <a16:rowId xmlns:a16="http://schemas.microsoft.com/office/drawing/2014/main" val="3251455893"/>
                  </a:ext>
                </a:extLst>
              </a:tr>
              <a:tr h="146960">
                <a:tc>
                  <a:txBody>
                    <a:bodyPr/>
                    <a:lstStyle/>
                    <a:p>
                      <a:pPr marL="0" marR="0">
                        <a:lnSpc>
                          <a:spcPct val="107000"/>
                        </a:lnSpc>
                        <a:spcBef>
                          <a:spcPts val="0"/>
                        </a:spcBef>
                        <a:spcAft>
                          <a:spcPts val="0"/>
                        </a:spcAft>
                      </a:pPr>
                      <a:r>
                        <a:rPr lang="en-US" sz="700">
                          <a:effectLst/>
                        </a:rPr>
                        <a:t>Connection Path</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68205" marT="22609" marB="22609"/>
                </a:tc>
                <a:tc>
                  <a:txBody>
                    <a:bodyPr/>
                    <a:lstStyle/>
                    <a:p>
                      <a:pPr marL="0" marR="0">
                        <a:lnSpc>
                          <a:spcPct val="107000"/>
                        </a:lnSpc>
                        <a:spcBef>
                          <a:spcPts val="0"/>
                        </a:spcBef>
                        <a:spcAft>
                          <a:spcPts val="0"/>
                        </a:spcAft>
                      </a:pPr>
                      <a:r>
                        <a:rPr lang="en-US" sz="700">
                          <a:effectLst/>
                        </a:rPr>
                        <a:t>Direct only</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marL="0" marR="0">
                        <a:lnSpc>
                          <a:spcPct val="107000"/>
                        </a:lnSpc>
                        <a:spcBef>
                          <a:spcPts val="0"/>
                        </a:spcBef>
                        <a:spcAft>
                          <a:spcPts val="0"/>
                        </a:spcAft>
                      </a:pPr>
                      <a:r>
                        <a:rPr lang="en-US" sz="700">
                          <a:effectLst/>
                        </a:rPr>
                        <a:t>Both Direct and Network</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a:lnSpc>
                          <a:spcPct val="107000"/>
                        </a:lnSpc>
                      </a:pPr>
                      <a:endParaRPr lang="en-US" sz="700">
                        <a:effectLst/>
                        <a:latin typeface="Calibri" panose="020F0502020204030204" pitchFamily="34" charset="0"/>
                      </a:endParaRPr>
                    </a:p>
                  </a:txBody>
                  <a:tcPr marL="45595" marR="16957" marT="22609" marB="22609"/>
                </a:tc>
                <a:extLst>
                  <a:ext uri="{0D108BD9-81ED-4DB2-BD59-A6C34878D82A}">
                    <a16:rowId xmlns:a16="http://schemas.microsoft.com/office/drawing/2014/main" val="1936160335"/>
                  </a:ext>
                </a:extLst>
              </a:tr>
              <a:tr h="253412">
                <a:tc>
                  <a:txBody>
                    <a:bodyPr/>
                    <a:lstStyle/>
                    <a:p>
                      <a:pPr marL="0" marR="0">
                        <a:lnSpc>
                          <a:spcPct val="107000"/>
                        </a:lnSpc>
                        <a:spcBef>
                          <a:spcPts val="0"/>
                        </a:spcBef>
                        <a:spcAft>
                          <a:spcPts val="0"/>
                        </a:spcAft>
                      </a:pPr>
                      <a:r>
                        <a:rPr lang="en-US" sz="700">
                          <a:effectLst/>
                        </a:rPr>
                        <a:t>Range</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68205" marT="22609" marB="22609"/>
                </a:tc>
                <a:tc>
                  <a:txBody>
                    <a:bodyPr/>
                    <a:lstStyle/>
                    <a:p>
                      <a:pPr marL="0" marR="0">
                        <a:lnSpc>
                          <a:spcPct val="107000"/>
                        </a:lnSpc>
                        <a:spcBef>
                          <a:spcPts val="0"/>
                        </a:spcBef>
                        <a:spcAft>
                          <a:spcPts val="0"/>
                        </a:spcAft>
                      </a:pPr>
                      <a:r>
                        <a:rPr lang="en-US" sz="700">
                          <a:effectLst/>
                        </a:rPr>
                        <a:t>300m(1000m max)</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marL="0" marR="0">
                        <a:lnSpc>
                          <a:spcPct val="107000"/>
                        </a:lnSpc>
                        <a:spcBef>
                          <a:spcPts val="0"/>
                        </a:spcBef>
                        <a:spcAft>
                          <a:spcPts val="0"/>
                        </a:spcAft>
                      </a:pPr>
                      <a:r>
                        <a:rPr lang="en-US" sz="700">
                          <a:effectLst/>
                        </a:rPr>
                        <a:t>300 m (PC5 interface)</a:t>
                      </a:r>
                    </a:p>
                    <a:p>
                      <a:pPr marL="0" marR="0">
                        <a:lnSpc>
                          <a:spcPct val="107000"/>
                        </a:lnSpc>
                        <a:spcBef>
                          <a:spcPts val="0"/>
                        </a:spcBef>
                        <a:spcAft>
                          <a:spcPts val="0"/>
                        </a:spcAft>
                      </a:pPr>
                      <a:r>
                        <a:rPr lang="en-US" sz="700">
                          <a:effectLst/>
                        </a:rPr>
                        <a:t>30 km (LTE)</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marL="0" marR="0">
                        <a:lnSpc>
                          <a:spcPct val="107000"/>
                        </a:lnSpc>
                        <a:spcBef>
                          <a:spcPts val="0"/>
                        </a:spcBef>
                        <a:spcAft>
                          <a:spcPts val="0"/>
                        </a:spcAft>
                      </a:pPr>
                      <a:r>
                        <a:rPr lang="en-US" sz="700">
                          <a:effectLst/>
                        </a:rPr>
                        <a:t>Note: 1000 ft(5G)</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extLst>
                  <a:ext uri="{0D108BD9-81ED-4DB2-BD59-A6C34878D82A}">
                    <a16:rowId xmlns:a16="http://schemas.microsoft.com/office/drawing/2014/main" val="727124711"/>
                  </a:ext>
                </a:extLst>
              </a:tr>
              <a:tr h="253412">
                <a:tc>
                  <a:txBody>
                    <a:bodyPr/>
                    <a:lstStyle/>
                    <a:p>
                      <a:pPr marL="0" marR="0">
                        <a:lnSpc>
                          <a:spcPct val="107000"/>
                        </a:lnSpc>
                        <a:spcBef>
                          <a:spcPts val="0"/>
                        </a:spcBef>
                        <a:spcAft>
                          <a:spcPts val="0"/>
                        </a:spcAft>
                      </a:pPr>
                      <a:r>
                        <a:rPr lang="en-US" sz="700">
                          <a:effectLst/>
                        </a:rPr>
                        <a:t>Bandwidth</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68205" marT="22609" marB="22609"/>
                </a:tc>
                <a:tc>
                  <a:txBody>
                    <a:bodyPr/>
                    <a:lstStyle/>
                    <a:p>
                      <a:pPr marL="0" marR="0">
                        <a:lnSpc>
                          <a:spcPct val="107000"/>
                        </a:lnSpc>
                        <a:spcBef>
                          <a:spcPts val="0"/>
                        </a:spcBef>
                        <a:spcAft>
                          <a:spcPts val="0"/>
                        </a:spcAft>
                      </a:pPr>
                      <a:r>
                        <a:rPr lang="en-US" sz="700">
                          <a:effectLst/>
                        </a:rPr>
                        <a:t>6-27Mbps,</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marL="0" marR="0">
                        <a:lnSpc>
                          <a:spcPct val="107000"/>
                        </a:lnSpc>
                        <a:spcBef>
                          <a:spcPts val="0"/>
                        </a:spcBef>
                        <a:spcAft>
                          <a:spcPts val="0"/>
                        </a:spcAft>
                      </a:pPr>
                      <a:r>
                        <a:rPr lang="en-US" sz="700">
                          <a:effectLst/>
                        </a:rPr>
                        <a:t>15-30 Mbps (PC5)</a:t>
                      </a:r>
                    </a:p>
                    <a:p>
                      <a:pPr marL="0" marR="0">
                        <a:lnSpc>
                          <a:spcPct val="107000"/>
                        </a:lnSpc>
                        <a:spcBef>
                          <a:spcPts val="0"/>
                        </a:spcBef>
                        <a:spcAft>
                          <a:spcPts val="0"/>
                        </a:spcAft>
                      </a:pPr>
                      <a:r>
                        <a:rPr lang="en-US" sz="700">
                          <a:effectLst/>
                        </a:rPr>
                        <a:t> LTE-150MPs (Uu interface)</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marL="0" marR="0">
                        <a:lnSpc>
                          <a:spcPct val="107000"/>
                        </a:lnSpc>
                        <a:spcBef>
                          <a:spcPts val="0"/>
                        </a:spcBef>
                        <a:spcAft>
                          <a:spcPts val="0"/>
                        </a:spcAft>
                      </a:pPr>
                      <a:r>
                        <a:rPr lang="en-US" sz="700">
                          <a:effectLst/>
                        </a:rPr>
                        <a:t>Note: 6400Mbps(5G)</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extLst>
                  <a:ext uri="{0D108BD9-81ED-4DB2-BD59-A6C34878D82A}">
                    <a16:rowId xmlns:a16="http://schemas.microsoft.com/office/drawing/2014/main" val="1810722944"/>
                  </a:ext>
                </a:extLst>
              </a:tr>
              <a:tr h="146960">
                <a:tc>
                  <a:txBody>
                    <a:bodyPr/>
                    <a:lstStyle/>
                    <a:p>
                      <a:pPr marL="0" marR="0">
                        <a:lnSpc>
                          <a:spcPct val="107000"/>
                        </a:lnSpc>
                        <a:spcBef>
                          <a:spcPts val="0"/>
                        </a:spcBef>
                        <a:spcAft>
                          <a:spcPts val="0"/>
                        </a:spcAft>
                      </a:pPr>
                      <a:r>
                        <a:rPr lang="en-US" sz="700">
                          <a:effectLst/>
                        </a:rPr>
                        <a:t>Stability</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68205" marT="22609" marB="22609"/>
                </a:tc>
                <a:tc>
                  <a:txBody>
                    <a:bodyPr/>
                    <a:lstStyle/>
                    <a:p>
                      <a:pPr marL="0" marR="0">
                        <a:lnSpc>
                          <a:spcPct val="107000"/>
                        </a:lnSpc>
                        <a:spcBef>
                          <a:spcPts val="0"/>
                        </a:spcBef>
                        <a:spcAft>
                          <a:spcPts val="0"/>
                        </a:spcAft>
                      </a:pPr>
                      <a:r>
                        <a:rPr lang="en-US" sz="700">
                          <a:effectLst/>
                        </a:rPr>
                        <a:t>Lower</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marL="0" marR="0">
                        <a:lnSpc>
                          <a:spcPct val="107000"/>
                        </a:lnSpc>
                        <a:spcBef>
                          <a:spcPts val="0"/>
                        </a:spcBef>
                        <a:spcAft>
                          <a:spcPts val="0"/>
                        </a:spcAft>
                      </a:pPr>
                      <a:r>
                        <a:rPr lang="en-US" sz="700">
                          <a:effectLst/>
                        </a:rPr>
                        <a:t>Higher</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a:lnSpc>
                          <a:spcPct val="107000"/>
                        </a:lnSpc>
                      </a:pPr>
                      <a:endParaRPr lang="en-US" sz="700">
                        <a:effectLst/>
                        <a:latin typeface="Calibri" panose="020F0502020204030204" pitchFamily="34" charset="0"/>
                      </a:endParaRPr>
                    </a:p>
                  </a:txBody>
                  <a:tcPr marL="45595" marR="16957" marT="22609" marB="22609"/>
                </a:tc>
                <a:extLst>
                  <a:ext uri="{0D108BD9-81ED-4DB2-BD59-A6C34878D82A}">
                    <a16:rowId xmlns:a16="http://schemas.microsoft.com/office/drawing/2014/main" val="1287260918"/>
                  </a:ext>
                </a:extLst>
              </a:tr>
              <a:tr h="146960">
                <a:tc>
                  <a:txBody>
                    <a:bodyPr/>
                    <a:lstStyle/>
                    <a:p>
                      <a:pPr marL="0" marR="0">
                        <a:lnSpc>
                          <a:spcPct val="107000"/>
                        </a:lnSpc>
                        <a:spcBef>
                          <a:spcPts val="0"/>
                        </a:spcBef>
                        <a:spcAft>
                          <a:spcPts val="0"/>
                        </a:spcAft>
                      </a:pPr>
                      <a:r>
                        <a:rPr lang="en-US" sz="700">
                          <a:effectLst/>
                        </a:rPr>
                        <a:t>Transmission Cost</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68205" marT="22609" marB="22609"/>
                </a:tc>
                <a:tc>
                  <a:txBody>
                    <a:bodyPr/>
                    <a:lstStyle/>
                    <a:p>
                      <a:pPr marL="0" marR="0">
                        <a:lnSpc>
                          <a:spcPct val="107000"/>
                        </a:lnSpc>
                        <a:spcBef>
                          <a:spcPts val="0"/>
                        </a:spcBef>
                        <a:spcAft>
                          <a:spcPts val="0"/>
                        </a:spcAft>
                      </a:pPr>
                      <a:r>
                        <a:rPr lang="en-US" sz="700">
                          <a:effectLst/>
                        </a:rPr>
                        <a:t>Lower</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marL="0" marR="0">
                        <a:lnSpc>
                          <a:spcPct val="107000"/>
                        </a:lnSpc>
                        <a:spcBef>
                          <a:spcPts val="0"/>
                        </a:spcBef>
                        <a:spcAft>
                          <a:spcPts val="0"/>
                        </a:spcAft>
                      </a:pPr>
                      <a:r>
                        <a:rPr lang="en-US" sz="700">
                          <a:effectLst/>
                        </a:rPr>
                        <a:t>Higher</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a:lnSpc>
                          <a:spcPct val="107000"/>
                        </a:lnSpc>
                      </a:pPr>
                      <a:endParaRPr lang="en-US" sz="700">
                        <a:effectLst/>
                        <a:latin typeface="Calibri" panose="020F0502020204030204" pitchFamily="34" charset="0"/>
                      </a:endParaRPr>
                    </a:p>
                  </a:txBody>
                  <a:tcPr marL="45595" marR="16957" marT="22609" marB="22609"/>
                </a:tc>
                <a:extLst>
                  <a:ext uri="{0D108BD9-81ED-4DB2-BD59-A6C34878D82A}">
                    <a16:rowId xmlns:a16="http://schemas.microsoft.com/office/drawing/2014/main" val="3625462006"/>
                  </a:ext>
                </a:extLst>
              </a:tr>
              <a:tr h="146960">
                <a:tc>
                  <a:txBody>
                    <a:bodyPr/>
                    <a:lstStyle/>
                    <a:p>
                      <a:pPr marL="0" marR="0">
                        <a:lnSpc>
                          <a:spcPct val="107000"/>
                        </a:lnSpc>
                        <a:spcBef>
                          <a:spcPts val="0"/>
                        </a:spcBef>
                        <a:spcAft>
                          <a:spcPts val="0"/>
                        </a:spcAft>
                      </a:pPr>
                      <a:r>
                        <a:rPr lang="en-US" sz="700">
                          <a:effectLst/>
                        </a:rPr>
                        <a:t>Connection Path</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68205" marT="22609" marB="22609"/>
                </a:tc>
                <a:tc>
                  <a:txBody>
                    <a:bodyPr/>
                    <a:lstStyle/>
                    <a:p>
                      <a:pPr marL="0" marR="0">
                        <a:lnSpc>
                          <a:spcPct val="107000"/>
                        </a:lnSpc>
                        <a:spcBef>
                          <a:spcPts val="0"/>
                        </a:spcBef>
                        <a:spcAft>
                          <a:spcPts val="0"/>
                        </a:spcAft>
                      </a:pPr>
                      <a:r>
                        <a:rPr lang="en-US" sz="700">
                          <a:effectLst/>
                        </a:rPr>
                        <a:t>Direct only</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marL="0" marR="0">
                        <a:lnSpc>
                          <a:spcPct val="107000"/>
                        </a:lnSpc>
                        <a:spcBef>
                          <a:spcPts val="0"/>
                        </a:spcBef>
                        <a:spcAft>
                          <a:spcPts val="0"/>
                        </a:spcAft>
                      </a:pPr>
                      <a:r>
                        <a:rPr lang="en-US" sz="700">
                          <a:effectLst/>
                        </a:rPr>
                        <a:t>Both Direct and Network</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a:lnSpc>
                          <a:spcPct val="107000"/>
                        </a:lnSpc>
                      </a:pPr>
                      <a:endParaRPr lang="en-US" sz="700">
                        <a:effectLst/>
                        <a:latin typeface="Calibri" panose="020F0502020204030204" pitchFamily="34" charset="0"/>
                      </a:endParaRPr>
                    </a:p>
                  </a:txBody>
                  <a:tcPr marL="45595" marR="16957" marT="22609" marB="22609"/>
                </a:tc>
                <a:extLst>
                  <a:ext uri="{0D108BD9-81ED-4DB2-BD59-A6C34878D82A}">
                    <a16:rowId xmlns:a16="http://schemas.microsoft.com/office/drawing/2014/main" val="4263367195"/>
                  </a:ext>
                </a:extLst>
              </a:tr>
              <a:tr h="322181">
                <a:tc>
                  <a:txBody>
                    <a:bodyPr/>
                    <a:lstStyle/>
                    <a:p>
                      <a:pPr marL="0" marR="0">
                        <a:lnSpc>
                          <a:spcPct val="107000"/>
                        </a:lnSpc>
                        <a:spcBef>
                          <a:spcPts val="0"/>
                        </a:spcBef>
                        <a:spcAft>
                          <a:spcPts val="0"/>
                        </a:spcAft>
                      </a:pPr>
                      <a:r>
                        <a:rPr lang="en-US" sz="700">
                          <a:effectLst/>
                        </a:rPr>
                        <a:t>End user Access</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68205" marT="22609" marB="22609"/>
                </a:tc>
                <a:tc>
                  <a:txBody>
                    <a:bodyPr/>
                    <a:lstStyle/>
                    <a:p>
                      <a:pPr marL="0" marR="0">
                        <a:lnSpc>
                          <a:spcPct val="107000"/>
                        </a:lnSpc>
                        <a:spcBef>
                          <a:spcPts val="0"/>
                        </a:spcBef>
                        <a:spcAft>
                          <a:spcPts val="0"/>
                        </a:spcAft>
                      </a:pPr>
                      <a:r>
                        <a:rPr lang="en-US" sz="700">
                          <a:effectLst/>
                        </a:rPr>
                        <a:t>On OBU kit only</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marL="0" marR="0">
                        <a:lnSpc>
                          <a:spcPct val="107000"/>
                        </a:lnSpc>
                        <a:spcBef>
                          <a:spcPts val="0"/>
                        </a:spcBef>
                        <a:spcAft>
                          <a:spcPts val="0"/>
                        </a:spcAft>
                      </a:pPr>
                      <a:r>
                        <a:rPr lang="en-US" sz="700">
                          <a:effectLst/>
                        </a:rPr>
                        <a:t>Both Smartphone and OBU</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marL="0" marR="0">
                        <a:lnSpc>
                          <a:spcPct val="107000"/>
                        </a:lnSpc>
                        <a:spcBef>
                          <a:spcPts val="0"/>
                        </a:spcBef>
                        <a:spcAft>
                          <a:spcPts val="0"/>
                        </a:spcAft>
                      </a:pPr>
                      <a:r>
                        <a:rPr lang="en-US" sz="700">
                          <a:effectLst/>
                        </a:rPr>
                        <a:t> </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3181517743"/>
                  </a:ext>
                </a:extLst>
              </a:tr>
              <a:tr h="253412">
                <a:tc>
                  <a:txBody>
                    <a:bodyPr/>
                    <a:lstStyle/>
                    <a:p>
                      <a:pPr marL="0" marR="0">
                        <a:lnSpc>
                          <a:spcPct val="107000"/>
                        </a:lnSpc>
                        <a:spcBef>
                          <a:spcPts val="0"/>
                        </a:spcBef>
                        <a:spcAft>
                          <a:spcPts val="0"/>
                        </a:spcAft>
                      </a:pPr>
                      <a:r>
                        <a:rPr lang="en-US" sz="700">
                          <a:effectLst/>
                        </a:rPr>
                        <a:t>Synchronization</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68205" marT="22609" marB="22609"/>
                </a:tc>
                <a:tc>
                  <a:txBody>
                    <a:bodyPr/>
                    <a:lstStyle/>
                    <a:p>
                      <a:pPr marL="0" marR="0">
                        <a:lnSpc>
                          <a:spcPct val="107000"/>
                        </a:lnSpc>
                        <a:spcBef>
                          <a:spcPts val="0"/>
                        </a:spcBef>
                        <a:spcAft>
                          <a:spcPts val="0"/>
                        </a:spcAft>
                      </a:pPr>
                      <a:r>
                        <a:rPr lang="en-US" sz="700">
                          <a:effectLst/>
                        </a:rPr>
                        <a:t>Asynchronous</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marL="0" marR="0">
                        <a:lnSpc>
                          <a:spcPct val="107000"/>
                        </a:lnSpc>
                        <a:spcBef>
                          <a:spcPts val="0"/>
                        </a:spcBef>
                        <a:spcAft>
                          <a:spcPts val="0"/>
                        </a:spcAft>
                      </a:pPr>
                      <a:r>
                        <a:rPr lang="en-US" sz="700">
                          <a:effectLst/>
                        </a:rPr>
                        <a:t>Synchronous</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marL="0" marR="0">
                        <a:lnSpc>
                          <a:spcPct val="107000"/>
                        </a:lnSpc>
                        <a:spcBef>
                          <a:spcPts val="0"/>
                        </a:spcBef>
                        <a:spcAft>
                          <a:spcPts val="0"/>
                        </a:spcAft>
                      </a:pPr>
                      <a:r>
                        <a:rPr lang="en-US" sz="700">
                          <a:effectLst/>
                        </a:rPr>
                        <a:t>Spectral Efficiency. Synchronization enables time division multiplexing (TDM) and lowers channel access overhead.</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extLst>
                  <a:ext uri="{0D108BD9-81ED-4DB2-BD59-A6C34878D82A}">
                    <a16:rowId xmlns:a16="http://schemas.microsoft.com/office/drawing/2014/main" val="2891988391"/>
                  </a:ext>
                </a:extLst>
              </a:tr>
              <a:tr h="253412">
                <a:tc>
                  <a:txBody>
                    <a:bodyPr/>
                    <a:lstStyle/>
                    <a:p>
                      <a:pPr marL="0" marR="0">
                        <a:lnSpc>
                          <a:spcPct val="107000"/>
                        </a:lnSpc>
                        <a:spcBef>
                          <a:spcPts val="0"/>
                        </a:spcBef>
                        <a:spcAft>
                          <a:spcPts val="0"/>
                        </a:spcAft>
                      </a:pPr>
                      <a:r>
                        <a:rPr lang="en-US" sz="700">
                          <a:effectLst/>
                        </a:rPr>
                        <a:t>Waveform</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68205" marT="22609" marB="22609"/>
                </a:tc>
                <a:tc>
                  <a:txBody>
                    <a:bodyPr/>
                    <a:lstStyle/>
                    <a:p>
                      <a:pPr marL="0" marR="0">
                        <a:lnSpc>
                          <a:spcPct val="107000"/>
                        </a:lnSpc>
                        <a:spcBef>
                          <a:spcPts val="0"/>
                        </a:spcBef>
                        <a:spcAft>
                          <a:spcPts val="0"/>
                        </a:spcAft>
                      </a:pPr>
                      <a:r>
                        <a:rPr lang="en-US" sz="700">
                          <a:effectLst/>
                        </a:rPr>
                        <a:t>Orthogonal frequency-division multiplexing (OFDM)</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marL="0" marR="0">
                        <a:lnSpc>
                          <a:spcPct val="107000"/>
                        </a:lnSpc>
                        <a:spcBef>
                          <a:spcPts val="0"/>
                        </a:spcBef>
                        <a:spcAft>
                          <a:spcPts val="0"/>
                        </a:spcAft>
                      </a:pPr>
                      <a:r>
                        <a:rPr lang="en-US" sz="700">
                          <a:effectLst/>
                        </a:rPr>
                        <a:t>Single carrier frequency division multiple access (SC-FDM)</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a:lnSpc>
                          <a:spcPct val="107000"/>
                        </a:lnSpc>
                      </a:pPr>
                      <a:endParaRPr lang="en-US" sz="700">
                        <a:effectLst/>
                        <a:latin typeface="Calibri" panose="020F0502020204030204" pitchFamily="34" charset="0"/>
                      </a:endParaRPr>
                    </a:p>
                  </a:txBody>
                  <a:tcPr marL="45595" marR="16957" marT="22609" marB="22609"/>
                </a:tc>
                <a:extLst>
                  <a:ext uri="{0D108BD9-81ED-4DB2-BD59-A6C34878D82A}">
                    <a16:rowId xmlns:a16="http://schemas.microsoft.com/office/drawing/2014/main" val="2723101580"/>
                  </a:ext>
                </a:extLst>
              </a:tr>
              <a:tr h="253412">
                <a:tc>
                  <a:txBody>
                    <a:bodyPr/>
                    <a:lstStyle/>
                    <a:p>
                      <a:pPr marL="0" marR="0">
                        <a:lnSpc>
                          <a:spcPct val="107000"/>
                        </a:lnSpc>
                        <a:spcBef>
                          <a:spcPts val="0"/>
                        </a:spcBef>
                        <a:spcAft>
                          <a:spcPts val="0"/>
                        </a:spcAft>
                      </a:pPr>
                      <a:r>
                        <a:rPr lang="en-US" sz="700">
                          <a:effectLst/>
                        </a:rPr>
                        <a:t>Can operate in ITS 5.9 GHz spectrum</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68205" marT="22609" marB="22609"/>
                </a:tc>
                <a:tc>
                  <a:txBody>
                    <a:bodyPr/>
                    <a:lstStyle/>
                    <a:p>
                      <a:pPr marL="0" marR="0">
                        <a:lnSpc>
                          <a:spcPct val="107000"/>
                        </a:lnSpc>
                        <a:spcBef>
                          <a:spcPts val="0"/>
                        </a:spcBef>
                        <a:spcAft>
                          <a:spcPts val="0"/>
                        </a:spcAft>
                      </a:pPr>
                      <a:r>
                        <a:rPr lang="en-US" sz="700">
                          <a:effectLst/>
                        </a:rPr>
                        <a:t>Yes</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marL="0" marR="0">
                        <a:lnSpc>
                          <a:spcPct val="107000"/>
                        </a:lnSpc>
                        <a:spcBef>
                          <a:spcPts val="0"/>
                        </a:spcBef>
                        <a:spcAft>
                          <a:spcPts val="0"/>
                        </a:spcAft>
                      </a:pPr>
                      <a:r>
                        <a:rPr lang="en-US" sz="700">
                          <a:effectLst/>
                        </a:rPr>
                        <a:t>Yes</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a:lnSpc>
                          <a:spcPct val="107000"/>
                        </a:lnSpc>
                      </a:pPr>
                      <a:endParaRPr lang="en-US" sz="700">
                        <a:effectLst/>
                        <a:latin typeface="Calibri" panose="020F0502020204030204" pitchFamily="34" charset="0"/>
                      </a:endParaRPr>
                    </a:p>
                  </a:txBody>
                  <a:tcPr marL="45595" marR="16957" marT="22609" marB="22609"/>
                </a:tc>
                <a:extLst>
                  <a:ext uri="{0D108BD9-81ED-4DB2-BD59-A6C34878D82A}">
                    <a16:rowId xmlns:a16="http://schemas.microsoft.com/office/drawing/2014/main" val="2010718161"/>
                  </a:ext>
                </a:extLst>
              </a:tr>
              <a:tr h="253412">
                <a:tc>
                  <a:txBody>
                    <a:bodyPr/>
                    <a:lstStyle/>
                    <a:p>
                      <a:pPr marL="0" marR="0">
                        <a:lnSpc>
                          <a:spcPct val="107000"/>
                        </a:lnSpc>
                        <a:spcBef>
                          <a:spcPts val="0"/>
                        </a:spcBef>
                        <a:spcAft>
                          <a:spcPts val="0"/>
                        </a:spcAft>
                      </a:pPr>
                      <a:r>
                        <a:rPr lang="en-US" sz="700">
                          <a:effectLst/>
                        </a:rPr>
                        <a:t>Coexistence in 5.9Ghz</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68205" marT="22609" marB="22609"/>
                </a:tc>
                <a:tc>
                  <a:txBody>
                    <a:bodyPr/>
                    <a:lstStyle/>
                    <a:p>
                      <a:pPr marL="0" marR="0">
                        <a:lnSpc>
                          <a:spcPct val="107000"/>
                        </a:lnSpc>
                        <a:spcBef>
                          <a:spcPts val="0"/>
                        </a:spcBef>
                        <a:spcAft>
                          <a:spcPts val="0"/>
                        </a:spcAft>
                      </a:pPr>
                      <a:r>
                        <a:rPr lang="en-US" sz="700">
                          <a:effectLst/>
                        </a:rPr>
                        <a:t>Yes</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marL="0" marR="0">
                        <a:lnSpc>
                          <a:spcPct val="107000"/>
                        </a:lnSpc>
                        <a:spcBef>
                          <a:spcPts val="0"/>
                        </a:spcBef>
                        <a:spcAft>
                          <a:spcPts val="0"/>
                        </a:spcAft>
                      </a:pPr>
                      <a:r>
                        <a:rPr lang="en-US" sz="700">
                          <a:effectLst/>
                        </a:rPr>
                        <a:t>Yes (Release 14 onwards)</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a:lnSpc>
                          <a:spcPct val="107000"/>
                        </a:lnSpc>
                      </a:pPr>
                      <a:endParaRPr lang="en-US" sz="700">
                        <a:effectLst/>
                        <a:latin typeface="Calibri" panose="020F0502020204030204" pitchFamily="34" charset="0"/>
                      </a:endParaRPr>
                    </a:p>
                  </a:txBody>
                  <a:tcPr marL="45595" marR="16957" marT="22609" marB="22609"/>
                </a:tc>
                <a:extLst>
                  <a:ext uri="{0D108BD9-81ED-4DB2-BD59-A6C34878D82A}">
                    <a16:rowId xmlns:a16="http://schemas.microsoft.com/office/drawing/2014/main" val="2667425818"/>
                  </a:ext>
                </a:extLst>
              </a:tr>
              <a:tr h="253412">
                <a:tc>
                  <a:txBody>
                    <a:bodyPr/>
                    <a:lstStyle/>
                    <a:p>
                      <a:pPr marL="0" marR="0">
                        <a:lnSpc>
                          <a:spcPct val="107000"/>
                        </a:lnSpc>
                        <a:spcBef>
                          <a:spcPts val="0"/>
                        </a:spcBef>
                        <a:spcAft>
                          <a:spcPts val="0"/>
                        </a:spcAft>
                      </a:pPr>
                      <a:r>
                        <a:rPr lang="en-US" sz="700">
                          <a:effectLst/>
                        </a:rPr>
                        <a:t>Resource selection</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68205" marT="22609" marB="22609"/>
                </a:tc>
                <a:tc>
                  <a:txBody>
                    <a:bodyPr/>
                    <a:lstStyle/>
                    <a:p>
                      <a:pPr marL="0" marR="0">
                        <a:lnSpc>
                          <a:spcPct val="107000"/>
                        </a:lnSpc>
                        <a:spcBef>
                          <a:spcPts val="0"/>
                        </a:spcBef>
                        <a:spcAft>
                          <a:spcPts val="0"/>
                        </a:spcAft>
                      </a:pPr>
                      <a:r>
                        <a:rPr lang="en-US" sz="700">
                          <a:effectLst/>
                        </a:rPr>
                        <a:t>Carrier sense multiple access with collision avoidance (CSMA-CA)</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marL="0" marR="0">
                        <a:lnSpc>
                          <a:spcPct val="107000"/>
                        </a:lnSpc>
                        <a:spcBef>
                          <a:spcPts val="0"/>
                        </a:spcBef>
                        <a:spcAft>
                          <a:spcPts val="0"/>
                        </a:spcAft>
                      </a:pPr>
                      <a:r>
                        <a:rPr lang="en-US" sz="700">
                          <a:effectLst/>
                        </a:rPr>
                        <a:t>Semi persistent transmission with relative energy-based selection</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a:lnSpc>
                          <a:spcPct val="107000"/>
                        </a:lnSpc>
                      </a:pPr>
                      <a:endParaRPr lang="en-US" sz="700">
                        <a:effectLst/>
                        <a:latin typeface="Calibri" panose="020F0502020204030204" pitchFamily="34" charset="0"/>
                      </a:endParaRPr>
                    </a:p>
                  </a:txBody>
                  <a:tcPr marL="45595" marR="16957" marT="22609" marB="22609"/>
                </a:tc>
                <a:extLst>
                  <a:ext uri="{0D108BD9-81ED-4DB2-BD59-A6C34878D82A}">
                    <a16:rowId xmlns:a16="http://schemas.microsoft.com/office/drawing/2014/main" val="858583199"/>
                  </a:ext>
                </a:extLst>
              </a:tr>
              <a:tr h="253412">
                <a:tc>
                  <a:txBody>
                    <a:bodyPr/>
                    <a:lstStyle/>
                    <a:p>
                      <a:pPr marL="0" marR="0">
                        <a:lnSpc>
                          <a:spcPct val="107000"/>
                        </a:lnSpc>
                        <a:spcBef>
                          <a:spcPts val="0"/>
                        </a:spcBef>
                        <a:spcAft>
                          <a:spcPts val="0"/>
                        </a:spcAft>
                      </a:pPr>
                      <a:r>
                        <a:rPr lang="en-US" sz="700">
                          <a:effectLst/>
                        </a:rPr>
                        <a:t>Resource multiplexing</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68205" marT="22609" marB="22609"/>
                </a:tc>
                <a:tc>
                  <a:txBody>
                    <a:bodyPr/>
                    <a:lstStyle/>
                    <a:p>
                      <a:pPr marL="0" marR="0">
                        <a:lnSpc>
                          <a:spcPct val="107000"/>
                        </a:lnSpc>
                        <a:spcBef>
                          <a:spcPts val="0"/>
                        </a:spcBef>
                        <a:spcAft>
                          <a:spcPts val="0"/>
                        </a:spcAft>
                      </a:pPr>
                      <a:r>
                        <a:rPr lang="en-US" sz="700">
                          <a:effectLst/>
                        </a:rPr>
                        <a:t>TDM only</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marL="0" marR="0">
                        <a:lnSpc>
                          <a:spcPct val="107000"/>
                        </a:lnSpc>
                        <a:spcBef>
                          <a:spcPts val="0"/>
                        </a:spcBef>
                        <a:spcAft>
                          <a:spcPts val="0"/>
                        </a:spcAft>
                      </a:pPr>
                      <a:r>
                        <a:rPr lang="en-US" sz="700">
                          <a:effectLst/>
                        </a:rPr>
                        <a:t>FDM and TDM possible</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marL="0" marR="0">
                        <a:lnSpc>
                          <a:spcPct val="107000"/>
                        </a:lnSpc>
                        <a:spcBef>
                          <a:spcPts val="0"/>
                        </a:spcBef>
                        <a:spcAft>
                          <a:spcPts val="0"/>
                        </a:spcAft>
                      </a:pPr>
                      <a:r>
                        <a:rPr lang="en-US" sz="700">
                          <a:effectLst/>
                        </a:rPr>
                        <a:t>Frequency Division Multiplexing allows for larger link budget and therefore  longer range - or more reliable  performance at the same range</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extLst>
                  <a:ext uri="{0D108BD9-81ED-4DB2-BD59-A6C34878D82A}">
                    <a16:rowId xmlns:a16="http://schemas.microsoft.com/office/drawing/2014/main" val="4117216650"/>
                  </a:ext>
                </a:extLst>
              </a:tr>
              <a:tr h="253412">
                <a:tc>
                  <a:txBody>
                    <a:bodyPr/>
                    <a:lstStyle/>
                    <a:p>
                      <a:pPr marL="0" marR="0">
                        <a:lnSpc>
                          <a:spcPct val="107000"/>
                        </a:lnSpc>
                        <a:spcBef>
                          <a:spcPts val="0"/>
                        </a:spcBef>
                        <a:spcAft>
                          <a:spcPts val="0"/>
                        </a:spcAft>
                      </a:pPr>
                      <a:r>
                        <a:rPr lang="en-US" sz="700">
                          <a:effectLst/>
                        </a:rPr>
                        <a:t>Retransmission technique</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68205" marT="22609" marB="22609"/>
                </a:tc>
                <a:tc>
                  <a:txBody>
                    <a:bodyPr/>
                    <a:lstStyle/>
                    <a:p>
                      <a:pPr marL="0" marR="0">
                        <a:lnSpc>
                          <a:spcPct val="107000"/>
                        </a:lnSpc>
                        <a:spcBef>
                          <a:spcPts val="0"/>
                        </a:spcBef>
                        <a:spcAft>
                          <a:spcPts val="0"/>
                        </a:spcAft>
                      </a:pPr>
                      <a:r>
                        <a:rPr lang="en-US" sz="700">
                          <a:effectLst/>
                        </a:rPr>
                        <a:t>No HARQ</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marL="0" marR="0">
                        <a:lnSpc>
                          <a:spcPct val="107000"/>
                        </a:lnSpc>
                        <a:spcBef>
                          <a:spcPts val="0"/>
                        </a:spcBef>
                        <a:spcAft>
                          <a:spcPts val="0"/>
                        </a:spcAft>
                      </a:pPr>
                      <a:r>
                        <a:rPr lang="en-US" sz="700">
                          <a:effectLst/>
                        </a:rPr>
                        <a:t>Hybrid automatic repeat request (HARQ)</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marL="0" marR="0">
                        <a:lnSpc>
                          <a:spcPct val="107000"/>
                        </a:lnSpc>
                        <a:spcBef>
                          <a:spcPts val="0"/>
                        </a:spcBef>
                        <a:spcAft>
                          <a:spcPts val="0"/>
                        </a:spcAft>
                      </a:pPr>
                      <a:r>
                        <a:rPr lang="en-US" sz="700">
                          <a:effectLst/>
                        </a:rPr>
                        <a:t>Leads to longer range - or more reliable performance at the same range.</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extLst>
                  <a:ext uri="{0D108BD9-81ED-4DB2-BD59-A6C34878D82A}">
                    <a16:rowId xmlns:a16="http://schemas.microsoft.com/office/drawing/2014/main" val="1643637930"/>
                  </a:ext>
                </a:extLst>
              </a:tr>
              <a:tr h="253412">
                <a:tc>
                  <a:txBody>
                    <a:bodyPr/>
                    <a:lstStyle/>
                    <a:p>
                      <a:pPr marL="0" marR="0">
                        <a:lnSpc>
                          <a:spcPct val="107000"/>
                        </a:lnSpc>
                        <a:spcBef>
                          <a:spcPts val="0"/>
                        </a:spcBef>
                        <a:spcAft>
                          <a:spcPts val="0"/>
                        </a:spcAft>
                      </a:pPr>
                      <a:r>
                        <a:rPr lang="en-US" sz="700">
                          <a:effectLst/>
                        </a:rPr>
                        <a:t>Waveform</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68205" marT="22609" marB="22609"/>
                </a:tc>
                <a:tc>
                  <a:txBody>
                    <a:bodyPr/>
                    <a:lstStyle/>
                    <a:p>
                      <a:pPr marL="0" marR="0">
                        <a:lnSpc>
                          <a:spcPct val="107000"/>
                        </a:lnSpc>
                        <a:spcBef>
                          <a:spcPts val="0"/>
                        </a:spcBef>
                        <a:spcAft>
                          <a:spcPts val="0"/>
                        </a:spcAft>
                      </a:pPr>
                      <a:r>
                        <a:rPr lang="en-US" sz="700">
                          <a:effectLst/>
                        </a:rPr>
                        <a:t>SC-FDM</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marL="0" marR="0">
                        <a:lnSpc>
                          <a:spcPct val="107000"/>
                        </a:lnSpc>
                        <a:spcBef>
                          <a:spcPts val="0"/>
                        </a:spcBef>
                        <a:spcAft>
                          <a:spcPts val="0"/>
                        </a:spcAft>
                      </a:pPr>
                      <a:r>
                        <a:rPr lang="en-US" sz="700">
                          <a:effectLst/>
                        </a:rPr>
                        <a:t>OFDM</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marL="0" marR="0">
                        <a:lnSpc>
                          <a:spcPct val="107000"/>
                        </a:lnSpc>
                        <a:spcBef>
                          <a:spcPts val="0"/>
                        </a:spcBef>
                        <a:spcAft>
                          <a:spcPts val="0"/>
                        </a:spcAft>
                      </a:pPr>
                      <a:r>
                        <a:rPr lang="en-US" sz="700">
                          <a:effectLst/>
                        </a:rPr>
                        <a:t>Allows for more transmit power with the same power amplifier. Leads to longer range + more reliable performance at the same range.</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extLst>
                  <a:ext uri="{0D108BD9-81ED-4DB2-BD59-A6C34878D82A}">
                    <a16:rowId xmlns:a16="http://schemas.microsoft.com/office/drawing/2014/main" val="3430740572"/>
                  </a:ext>
                </a:extLst>
              </a:tr>
              <a:tr h="253412">
                <a:tc>
                  <a:txBody>
                    <a:bodyPr/>
                    <a:lstStyle/>
                    <a:p>
                      <a:pPr marL="0" marR="0">
                        <a:lnSpc>
                          <a:spcPct val="107000"/>
                        </a:lnSpc>
                        <a:spcBef>
                          <a:spcPts val="0"/>
                        </a:spcBef>
                        <a:spcAft>
                          <a:spcPts val="0"/>
                        </a:spcAft>
                      </a:pPr>
                      <a:r>
                        <a:rPr lang="en-US" sz="700">
                          <a:effectLst/>
                        </a:rPr>
                        <a:t>Channel coding</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68205" marT="22609" marB="22609"/>
                </a:tc>
                <a:tc>
                  <a:txBody>
                    <a:bodyPr/>
                    <a:lstStyle/>
                    <a:p>
                      <a:pPr marL="0" marR="0">
                        <a:lnSpc>
                          <a:spcPct val="107000"/>
                        </a:lnSpc>
                        <a:spcBef>
                          <a:spcPts val="0"/>
                        </a:spcBef>
                        <a:spcAft>
                          <a:spcPts val="0"/>
                        </a:spcAft>
                      </a:pPr>
                      <a:r>
                        <a:rPr lang="en-US" sz="700">
                          <a:effectLst/>
                        </a:rPr>
                        <a:t>Conventional</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marL="0" marR="0">
                        <a:lnSpc>
                          <a:spcPct val="107000"/>
                        </a:lnSpc>
                        <a:spcBef>
                          <a:spcPts val="0"/>
                        </a:spcBef>
                        <a:spcAft>
                          <a:spcPts val="0"/>
                        </a:spcAft>
                      </a:pPr>
                      <a:r>
                        <a:rPr lang="en-US" sz="700">
                          <a:effectLst/>
                        </a:rPr>
                        <a:t>Turbo</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tc>
                  <a:txBody>
                    <a:bodyPr/>
                    <a:lstStyle/>
                    <a:p>
                      <a:pPr marL="0" marR="0">
                        <a:lnSpc>
                          <a:spcPct val="107000"/>
                        </a:lnSpc>
                        <a:spcBef>
                          <a:spcPts val="0"/>
                        </a:spcBef>
                        <a:spcAft>
                          <a:spcPts val="0"/>
                        </a:spcAft>
                      </a:pPr>
                      <a:r>
                        <a:rPr lang="en-US" sz="700">
                          <a:effectLst/>
                        </a:rPr>
                        <a:t>Coding gain from turbo codes leads to longer range - or more reliable  performance at the same range.</a:t>
                      </a:r>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45595" marR="16957" marT="22609" marB="22609"/>
                </a:tc>
                <a:extLst>
                  <a:ext uri="{0D108BD9-81ED-4DB2-BD59-A6C34878D82A}">
                    <a16:rowId xmlns:a16="http://schemas.microsoft.com/office/drawing/2014/main" val="280525879"/>
                  </a:ext>
                </a:extLst>
              </a:tr>
            </a:tbl>
          </a:graphicData>
        </a:graphic>
      </p:graphicFrame>
      <p:sp>
        <p:nvSpPr>
          <p:cNvPr id="17" name="Rectangle 16">
            <a:extLst>
              <a:ext uri="{FF2B5EF4-FFF2-40B4-BE49-F238E27FC236}">
                <a16:creationId xmlns:a16="http://schemas.microsoft.com/office/drawing/2014/main" id="{0538CA9A-11ED-492C-93D6-ED7A5222A16A}"/>
              </a:ext>
            </a:extLst>
          </p:cNvPr>
          <p:cNvSpPr/>
          <p:nvPr/>
        </p:nvSpPr>
        <p:spPr>
          <a:xfrm>
            <a:off x="7610168" y="1588441"/>
            <a:ext cx="3714176" cy="4828758"/>
          </a:xfrm>
          <a:prstGeom prst="rect">
            <a:avLst/>
          </a:prstGeom>
        </p:spPr>
        <p:txBody>
          <a:bodyPr wrap="square">
            <a:spAutoFit/>
          </a:bodyPr>
          <a:lstStyle/>
          <a:p>
            <a:pPr>
              <a:lnSpc>
                <a:spcPct val="107000"/>
              </a:lnSpc>
              <a:spcAft>
                <a:spcPts val="800"/>
              </a:spcAft>
            </a:pPr>
            <a:r>
              <a:rPr lang="en-US" sz="1200" b="1">
                <a:latin typeface="Calibri" panose="020F0502020204030204" pitchFamily="34" charset="0"/>
                <a:ea typeface="Calibri" panose="020F0502020204030204" pitchFamily="34" charset="0"/>
                <a:cs typeface="Times New Roman" panose="02020603050405020304" pitchFamily="18" charset="0"/>
              </a:rPr>
              <a:t>Note:</a:t>
            </a:r>
            <a:endParaRPr lang="en-US" sz="1200">
              <a:latin typeface="Calibri" panose="020F0502020204030204" pitchFamily="34" charset="0"/>
              <a:ea typeface="Calibri" panose="020F0502020204030204" pitchFamily="34" charset="0"/>
              <a:cs typeface="Times New Roman" panose="02020603050405020304" pitchFamily="18" charset="0"/>
            </a:endParaRPr>
          </a:p>
          <a:p>
            <a:pPr marL="171450" indent="-171450">
              <a:buFont typeface="Arial" panose="020B0604020202020204" pitchFamily="34" charset="0"/>
              <a:buChar char="•"/>
            </a:pPr>
            <a:r>
              <a:rPr lang="en-US" sz="1200">
                <a:latin typeface="Calibri" panose="020F0502020204030204" pitchFamily="34" charset="0"/>
                <a:ea typeface="Calibri" panose="020F0502020204030204" pitchFamily="34" charset="0"/>
                <a:cs typeface="Times New Roman" panose="02020603050405020304" pitchFamily="18" charset="0"/>
              </a:rPr>
              <a:t>As per research paper </a:t>
            </a:r>
            <a:r>
              <a:rPr lang="en-US" sz="1200" i="1">
                <a:latin typeface="Calibri" panose="020F0502020204030204" pitchFamily="34" charset="0"/>
                <a:ea typeface="Calibri" panose="020F0502020204030204" pitchFamily="34" charset="0"/>
                <a:cs typeface="Times New Roman" panose="02020603050405020304" pitchFamily="18" charset="0"/>
              </a:rPr>
              <a:t>“</a:t>
            </a:r>
            <a:r>
              <a:rPr lang="en-US" sz="1200" b="1" i="1" err="1"/>
              <a:t>Valérian</a:t>
            </a:r>
            <a:r>
              <a:rPr lang="en-US" sz="1200" b="1" i="1"/>
              <a:t> </a:t>
            </a:r>
            <a:r>
              <a:rPr lang="en-US" sz="1200" b="1" i="1" err="1"/>
              <a:t>Mannoni</a:t>
            </a:r>
            <a:r>
              <a:rPr lang="en-US" sz="1200" b="1" i="1"/>
              <a:t>, Vincent Berg, Stefania </a:t>
            </a:r>
            <a:r>
              <a:rPr lang="en-US" sz="1200" b="1" i="1" err="1"/>
              <a:t>Sesia</a:t>
            </a:r>
            <a:r>
              <a:rPr lang="en-US" sz="1200" b="1" i="1"/>
              <a:t>, Eric </a:t>
            </a:r>
            <a:r>
              <a:rPr lang="en-US" sz="1200" b="1" i="1" err="1"/>
              <a:t>Perraud</a:t>
            </a:r>
            <a:r>
              <a:rPr lang="en-US" sz="1200" b="1" i="1"/>
              <a:t>. A Comparison of the V2X Communication Systems: ITS-G5 and C-V2X. IEEE Vehicular Technology Conference (VTC) Spring 2019, Apr 2019, Kuala-Lumpur, Malaysia. cea-02183828”</a:t>
            </a:r>
            <a:r>
              <a:rPr lang="en-US" sz="1200" b="1" i="1">
                <a:latin typeface="Calibri" panose="020F0502020204030204" pitchFamily="34" charset="0"/>
                <a:cs typeface="Times New Roman" panose="02020603050405020304" pitchFamily="18" charset="0"/>
              </a:rPr>
              <a:t>:</a:t>
            </a:r>
          </a:p>
          <a:p>
            <a:pPr marL="171450" indent="-171450">
              <a:buFont typeface="Arial" panose="020B0604020202020204" pitchFamily="34" charset="0"/>
              <a:buChar char="•"/>
            </a:pPr>
            <a:r>
              <a:rPr lang="en-US" sz="1200">
                <a:latin typeface="Calibri" panose="020F0502020204030204" pitchFamily="34" charset="0"/>
                <a:ea typeface="Calibri" panose="020F0502020204030204" pitchFamily="34" charset="0"/>
                <a:cs typeface="Times New Roman" panose="02020603050405020304" pitchFamily="18" charset="0"/>
              </a:rPr>
              <a:t>CV2X has greater </a:t>
            </a:r>
            <a:r>
              <a:rPr lang="en-US" sz="1200" err="1">
                <a:latin typeface="Calibri" panose="020F0502020204030204" pitchFamily="34" charset="0"/>
                <a:ea typeface="Calibri" panose="020F0502020204030204" pitchFamily="34" charset="0"/>
                <a:cs typeface="Times New Roman" panose="02020603050405020304" pitchFamily="18" charset="0"/>
              </a:rPr>
              <a:t>flexiblity</a:t>
            </a:r>
            <a:r>
              <a:rPr lang="en-US" sz="1200">
                <a:latin typeface="Calibri" panose="020F0502020204030204" pitchFamily="34" charset="0"/>
                <a:ea typeface="Calibri" panose="020F0502020204030204" pitchFamily="34" charset="0"/>
                <a:cs typeface="Times New Roman" panose="02020603050405020304" pitchFamily="18" charset="0"/>
              </a:rPr>
              <a:t>.</a:t>
            </a:r>
          </a:p>
          <a:p>
            <a:pPr marL="171450" indent="-171450">
              <a:buFont typeface="Arial" panose="020B0604020202020204" pitchFamily="34" charset="0"/>
              <a:buChar char="•"/>
            </a:pPr>
            <a:r>
              <a:rPr lang="en-US" sz="1200">
                <a:latin typeface="Calibri" panose="020F0502020204030204" pitchFamily="34" charset="0"/>
                <a:ea typeface="Calibri" panose="020F0502020204030204" pitchFamily="34" charset="0"/>
                <a:cs typeface="Times New Roman" panose="02020603050405020304" pitchFamily="18" charset="0"/>
              </a:rPr>
              <a:t>Overall CV2X had better performance than ITS-G5.</a:t>
            </a:r>
          </a:p>
          <a:p>
            <a:pPr marL="171450" indent="-171450">
              <a:buFont typeface="Arial" panose="020B0604020202020204" pitchFamily="34" charset="0"/>
              <a:buChar char="•"/>
            </a:pPr>
            <a:r>
              <a:rPr lang="en-US" sz="1200">
                <a:latin typeface="Calibri" panose="020F0502020204030204" pitchFamily="34" charset="0"/>
                <a:ea typeface="Calibri" panose="020F0502020204030204" pitchFamily="34" charset="0"/>
                <a:cs typeface="Times New Roman" panose="02020603050405020304" pitchFamily="18" charset="0"/>
              </a:rPr>
              <a:t>The wide variety of parameterization of the C-V2X allows to accentuate this gain with an improvement of the communication range, particularly when retransmission is considered.</a:t>
            </a:r>
          </a:p>
          <a:p>
            <a:pPr marL="171450" indent="-171450">
              <a:buFont typeface="Arial" panose="020B0604020202020204" pitchFamily="34" charset="0"/>
              <a:buChar char="•"/>
            </a:pPr>
            <a:r>
              <a:rPr lang="en-US" sz="1200">
                <a:latin typeface="Calibri" panose="020F0502020204030204" pitchFamily="34" charset="0"/>
                <a:ea typeface="Calibri" panose="020F0502020204030204" pitchFamily="34" charset="0"/>
                <a:cs typeface="Times New Roman" panose="02020603050405020304" pitchFamily="18" charset="0"/>
              </a:rPr>
              <a:t>Simulations showed that C-V2X outperforms ITS-G5 when the user density is inferior to 150 users=km2. However, C-V2X performance deteriorates more severely than ITS-G5 when the level of congestion increases. </a:t>
            </a:r>
          </a:p>
          <a:p>
            <a:pPr marL="171450" indent="-171450">
              <a:buFont typeface="Arial" panose="020B0604020202020204" pitchFamily="34" charset="0"/>
              <a:buChar char="•"/>
            </a:pPr>
            <a:r>
              <a:rPr lang="en-US" sz="1200">
                <a:latin typeface="Calibri" panose="020F0502020204030204" pitchFamily="34" charset="0"/>
                <a:ea typeface="Calibri" panose="020F0502020204030204" pitchFamily="34" charset="0"/>
                <a:cs typeface="Times New Roman" panose="02020603050405020304" pitchFamily="18" charset="0"/>
              </a:rPr>
              <a:t>The latency, which is another important indicator for V2X scenarios was also derived. The resource access duration comparison gives an advantage to the ITS-G5, however the overall latency is not clearly better for one system because it is highly dependent on user density and operating range.</a:t>
            </a:r>
          </a:p>
          <a:p>
            <a:pPr>
              <a:lnSpc>
                <a:spcPct val="107000"/>
              </a:lnSpc>
              <a:spcAft>
                <a:spcPts val="800"/>
              </a:spcAft>
            </a:pPr>
            <a:endParaRPr lang="en-US" sz="120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316662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838200" y="1412488"/>
            <a:ext cx="2899189" cy="4363844"/>
          </a:xfrm>
        </p:spPr>
        <p:txBody>
          <a:bodyPr anchor="t">
            <a:normAutofit/>
          </a:bodyPr>
          <a:lstStyle/>
          <a:p>
            <a:r>
              <a:rPr lang="en-US" sz="4000">
                <a:solidFill>
                  <a:srgbClr val="FFFFFF"/>
                </a:solidFill>
              </a:rPr>
              <a:t>Safety Metrics</a:t>
            </a:r>
          </a:p>
        </p:txBody>
      </p:sp>
      <p:cxnSp>
        <p:nvCxnSpPr>
          <p:cNvPr id="15" name="Straight Connector 1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49830AE6-3D29-4888-9A98-CA7098D82180}"/>
              </a:ext>
            </a:extLst>
          </p:cNvPr>
          <p:cNvSpPr>
            <a:spLocks noGrp="1"/>
          </p:cNvSpPr>
          <p:nvPr>
            <p:ph type="ftr" sz="quarter" idx="11"/>
          </p:nvPr>
        </p:nvSpPr>
        <p:spPr>
          <a:xfrm>
            <a:off x="4380854" y="6356350"/>
            <a:ext cx="4059047" cy="365125"/>
          </a:xfrm>
        </p:spPr>
        <p:txBody>
          <a:bodyPr>
            <a:norm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SEER - A Real-Time Pedestrian Detection and Tracking System for Intelligent Vehicles</a:t>
            </a:r>
          </a:p>
        </p:txBody>
      </p: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9202366" y="6356350"/>
            <a:ext cx="2151434"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F98ACD2-9D07-46C2-95A3-67E0301C77F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11</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44E3D911-F14F-4DAA-ADB8-A0C50C7D97FF}"/>
              </a:ext>
            </a:extLst>
          </p:cNvPr>
          <p:cNvSpPr/>
          <p:nvPr/>
        </p:nvSpPr>
        <p:spPr>
          <a:xfrm>
            <a:off x="4378960" y="5392437"/>
            <a:ext cx="7051040" cy="772519"/>
          </a:xfrm>
          <a:prstGeom prst="rect">
            <a:avLst/>
          </a:prstGeom>
        </p:spPr>
        <p:txBody>
          <a:bodyPr wrap="square">
            <a:spAutoFit/>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1400" b="1" i="0" u="none" strike="noStrike" kern="1200" cap="none" spc="0" normalizeH="0" baseline="0" noProof="0">
                <a:ln>
                  <a:noFill/>
                </a:ln>
                <a:solidFill>
                  <a:prstClr val="black"/>
                </a:solidFill>
                <a:effectLst/>
                <a:uLnTx/>
                <a:uFillTx/>
                <a:latin typeface="Times New Roman" panose="02020603050405020304" pitchFamily="18" charset="0"/>
                <a:ea typeface="Calibri" panose="020F0502020204030204" pitchFamily="34" charset="0"/>
                <a:cs typeface="Arial" panose="020B0604020202020204" pitchFamily="34" charset="0"/>
              </a:rPr>
              <a:t>Note: </a:t>
            </a:r>
            <a:r>
              <a:rPr kumimoji="0" lang="en-US" sz="1400" b="0" i="0" u="none" strike="noStrike" kern="1200" cap="none" spc="0" normalizeH="0" baseline="0" noProof="0">
                <a:ln>
                  <a:noFill/>
                </a:ln>
                <a:solidFill>
                  <a:prstClr val="black"/>
                </a:solidFill>
                <a:effectLst/>
                <a:uLnTx/>
                <a:uFillTx/>
                <a:latin typeface="Times New Roman" panose="02020603050405020304" pitchFamily="18" charset="0"/>
                <a:ea typeface="Calibri" panose="020F0502020204030204" pitchFamily="34" charset="0"/>
                <a:cs typeface="Arial" panose="020B0604020202020204" pitchFamily="34" charset="0"/>
              </a:rPr>
              <a:t>As per safety application metrics of CAMP vehicle safety communication consortiums, 2006. To avoid any kind of collision the range for detection lies between 50m to 150m and the latency for communication channel should be between 20 to 100ms. </a:t>
            </a:r>
            <a:endParaRPr kumimoji="0" lang="en-US" sz="14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endParaRPr>
          </a:p>
        </p:txBody>
      </p:sp>
      <p:grpSp>
        <p:nvGrpSpPr>
          <p:cNvPr id="17" name="Group 16">
            <a:extLst>
              <a:ext uri="{FF2B5EF4-FFF2-40B4-BE49-F238E27FC236}">
                <a16:creationId xmlns:a16="http://schemas.microsoft.com/office/drawing/2014/main" id="{0F671717-469B-4B98-A4B3-2BB4ADAD5377}"/>
              </a:ext>
            </a:extLst>
          </p:cNvPr>
          <p:cNvGrpSpPr>
            <a:grpSpLocks noChangeAspect="1"/>
          </p:cNvGrpSpPr>
          <p:nvPr/>
        </p:nvGrpSpPr>
        <p:grpSpPr>
          <a:xfrm>
            <a:off x="4968896" y="1304330"/>
            <a:ext cx="6332166" cy="3788555"/>
            <a:chOff x="0" y="0"/>
            <a:chExt cx="5322570" cy="3261360"/>
          </a:xfrm>
        </p:grpSpPr>
        <p:pic>
          <p:nvPicPr>
            <p:cNvPr id="18" name="Picture 17">
              <a:extLst>
                <a:ext uri="{FF2B5EF4-FFF2-40B4-BE49-F238E27FC236}">
                  <a16:creationId xmlns:a16="http://schemas.microsoft.com/office/drawing/2014/main" id="{8C829A1A-43E9-4A46-9A45-FACBE9F3C522}"/>
                </a:ext>
              </a:extLst>
            </p:cNvPr>
            <p:cNvPicPr/>
            <p:nvPr/>
          </p:nvPicPr>
          <p:blipFill>
            <a:blip r:embed="rId2"/>
            <a:stretch>
              <a:fillRect/>
            </a:stretch>
          </p:blipFill>
          <p:spPr>
            <a:xfrm rot="5400000">
              <a:off x="1030605" y="-727710"/>
              <a:ext cx="3261360" cy="4716780"/>
            </a:xfrm>
            <a:prstGeom prst="rect">
              <a:avLst/>
            </a:prstGeom>
          </p:spPr>
        </p:pic>
        <p:sp>
          <p:nvSpPr>
            <p:cNvPr id="19" name="Oval 18">
              <a:extLst>
                <a:ext uri="{FF2B5EF4-FFF2-40B4-BE49-F238E27FC236}">
                  <a16:creationId xmlns:a16="http://schemas.microsoft.com/office/drawing/2014/main" id="{3AFF7D96-51AE-4341-B102-E8FD2ACFACA4}"/>
                </a:ext>
              </a:extLst>
            </p:cNvPr>
            <p:cNvSpPr/>
            <p:nvPr/>
          </p:nvSpPr>
          <p:spPr>
            <a:xfrm>
              <a:off x="0" y="1409701"/>
              <a:ext cx="5322570" cy="944880"/>
            </a:xfrm>
            <a:prstGeom prst="ellipse">
              <a:avLst/>
            </a:prstGeom>
            <a:noFill/>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4617041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838200" y="1412488"/>
            <a:ext cx="2899189" cy="4363844"/>
          </a:xfrm>
        </p:spPr>
        <p:txBody>
          <a:bodyPr anchor="t">
            <a:normAutofit/>
          </a:bodyPr>
          <a:lstStyle/>
          <a:p>
            <a:r>
              <a:rPr lang="en-US" sz="4000">
                <a:solidFill>
                  <a:srgbClr val="FFFFFF"/>
                </a:solidFill>
              </a:rPr>
              <a:t>Safety Metrics </a:t>
            </a:r>
            <a:r>
              <a:rPr lang="en-US" sz="4000" err="1">
                <a:solidFill>
                  <a:srgbClr val="FFFFFF"/>
                </a:solidFill>
              </a:rPr>
              <a:t>Contd</a:t>
            </a:r>
            <a:r>
              <a:rPr lang="en-US" sz="4000">
                <a:solidFill>
                  <a:srgbClr val="FFFFFF"/>
                </a:solidFill>
              </a:rPr>
              <a:t>…</a:t>
            </a:r>
          </a:p>
        </p:txBody>
      </p:sp>
      <p:cxnSp>
        <p:nvCxnSpPr>
          <p:cNvPr id="15" name="Straight Connector 1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49830AE6-3D29-4888-9A98-CA7098D82180}"/>
              </a:ext>
            </a:extLst>
          </p:cNvPr>
          <p:cNvSpPr>
            <a:spLocks noGrp="1"/>
          </p:cNvSpPr>
          <p:nvPr>
            <p:ph type="ftr" sz="quarter" idx="11"/>
          </p:nvPr>
        </p:nvSpPr>
        <p:spPr>
          <a:xfrm>
            <a:off x="4380854" y="6356350"/>
            <a:ext cx="4059047" cy="365125"/>
          </a:xfrm>
        </p:spPr>
        <p:txBody>
          <a:bodyPr>
            <a:norm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SEER - A Real-Time Pedestrian Detection and Tracking System for Intelligent Vehicles</a:t>
            </a:r>
          </a:p>
        </p:txBody>
      </p: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9202366" y="6356350"/>
            <a:ext cx="2151434"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F98ACD2-9D07-46C2-95A3-67E0301C77F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11" name="Picture 10">
            <a:extLst>
              <a:ext uri="{FF2B5EF4-FFF2-40B4-BE49-F238E27FC236}">
                <a16:creationId xmlns:a16="http://schemas.microsoft.com/office/drawing/2014/main" id="{F3AC0C19-F543-4796-A3D4-210E84C04806}"/>
              </a:ext>
            </a:extLst>
          </p:cNvPr>
          <p:cNvPicPr/>
          <p:nvPr/>
        </p:nvPicPr>
        <p:blipFill>
          <a:blip r:embed="rId3">
            <a:extLst>
              <a:ext uri="{28A0092B-C50C-407E-A947-70E740481C1C}">
                <a14:useLocalDpi xmlns:a14="http://schemas.microsoft.com/office/drawing/2010/main" val="0"/>
              </a:ext>
            </a:extLst>
          </a:blip>
          <a:stretch>
            <a:fillRect/>
          </a:stretch>
        </p:blipFill>
        <p:spPr>
          <a:xfrm>
            <a:off x="4531235" y="606173"/>
            <a:ext cx="7188199" cy="4923916"/>
          </a:xfrm>
          <a:prstGeom prst="rect">
            <a:avLst/>
          </a:prstGeom>
        </p:spPr>
      </p:pic>
      <p:sp>
        <p:nvSpPr>
          <p:cNvPr id="12" name="Rectangle 11">
            <a:extLst>
              <a:ext uri="{FF2B5EF4-FFF2-40B4-BE49-F238E27FC236}">
                <a16:creationId xmlns:a16="http://schemas.microsoft.com/office/drawing/2014/main" id="{559DDEF9-957F-4827-8974-A58659199404}"/>
              </a:ext>
            </a:extLst>
          </p:cNvPr>
          <p:cNvSpPr/>
          <p:nvPr/>
        </p:nvSpPr>
        <p:spPr>
          <a:xfrm>
            <a:off x="4531235" y="5690618"/>
            <a:ext cx="7051040" cy="542008"/>
          </a:xfrm>
          <a:prstGeom prst="rect">
            <a:avLst/>
          </a:prstGeom>
        </p:spPr>
        <p:txBody>
          <a:bodyPr wrap="square">
            <a:spAutoFit/>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1400" b="1" i="0" u="none" strike="noStrike" kern="1200" cap="none" spc="0" normalizeH="0" baseline="0" noProof="0">
                <a:ln>
                  <a:noFill/>
                </a:ln>
                <a:solidFill>
                  <a:prstClr val="black"/>
                </a:solidFill>
                <a:effectLst/>
                <a:uLnTx/>
                <a:uFillTx/>
                <a:latin typeface="Times New Roman" panose="02020603050405020304" pitchFamily="18" charset="0"/>
                <a:ea typeface="Calibri" panose="020F0502020204030204" pitchFamily="34" charset="0"/>
                <a:cs typeface="Arial" panose="020B0604020202020204" pitchFamily="34" charset="0"/>
              </a:rPr>
              <a:t>Note: </a:t>
            </a:r>
            <a:r>
              <a:rPr kumimoji="0" lang="en-US" sz="1400" b="0" i="0" u="none" strike="noStrike" kern="1200" cap="none" spc="0" normalizeH="0" baseline="0" noProof="0">
                <a:ln>
                  <a:noFill/>
                </a:ln>
                <a:solidFill>
                  <a:prstClr val="black"/>
                </a:solidFill>
                <a:effectLst/>
                <a:uLnTx/>
                <a:uFillTx/>
                <a:latin typeface="Times New Roman" panose="02020603050405020304" pitchFamily="18" charset="0"/>
                <a:ea typeface="Calibri" panose="020F0502020204030204" pitchFamily="34" charset="0"/>
                <a:cs typeface="Arial" panose="020B0604020202020204" pitchFamily="34" charset="0"/>
              </a:rPr>
              <a:t>Use case scenario by Qualcomm [7], shows that in most V2X applications the best metric for: latency is around 3ms and the reliability is in order &gt; 90%.</a:t>
            </a:r>
            <a:endParaRPr kumimoji="0" lang="en-US" sz="14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5171382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838200" y="1412488"/>
            <a:ext cx="2899189" cy="4363844"/>
          </a:xfrm>
        </p:spPr>
        <p:txBody>
          <a:bodyPr anchor="t">
            <a:normAutofit/>
          </a:bodyPr>
          <a:lstStyle/>
          <a:p>
            <a:r>
              <a:rPr lang="en-US" sz="4000">
                <a:solidFill>
                  <a:srgbClr val="FFFFFF"/>
                </a:solidFill>
              </a:rPr>
              <a:t>Safety Metrics </a:t>
            </a:r>
            <a:r>
              <a:rPr lang="en-US" sz="4000" err="1">
                <a:solidFill>
                  <a:srgbClr val="FFFFFF"/>
                </a:solidFill>
              </a:rPr>
              <a:t>Contd</a:t>
            </a:r>
            <a:r>
              <a:rPr lang="en-US" sz="4000">
                <a:solidFill>
                  <a:srgbClr val="FFFFFF"/>
                </a:solidFill>
              </a:rPr>
              <a:t>…</a:t>
            </a:r>
          </a:p>
        </p:txBody>
      </p:sp>
      <p:cxnSp>
        <p:nvCxnSpPr>
          <p:cNvPr id="15" name="Straight Connector 1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49830AE6-3D29-4888-9A98-CA7098D82180}"/>
              </a:ext>
            </a:extLst>
          </p:cNvPr>
          <p:cNvSpPr>
            <a:spLocks noGrp="1"/>
          </p:cNvSpPr>
          <p:nvPr>
            <p:ph type="ftr" sz="quarter" idx="11"/>
          </p:nvPr>
        </p:nvSpPr>
        <p:spPr>
          <a:xfrm>
            <a:off x="4380854" y="6356350"/>
            <a:ext cx="4059047" cy="365125"/>
          </a:xfrm>
        </p:spPr>
        <p:txBody>
          <a:bodyPr>
            <a:norm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SEER - A Real-Time Pedestrian Detection and Tracking System for Intelligent Vehicles</a:t>
            </a:r>
          </a:p>
        </p:txBody>
      </p: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9202366" y="6356350"/>
            <a:ext cx="2151434"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F98ACD2-9D07-46C2-95A3-67E0301C77F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559DDEF9-957F-4827-8974-A58659199404}"/>
              </a:ext>
            </a:extLst>
          </p:cNvPr>
          <p:cNvSpPr/>
          <p:nvPr/>
        </p:nvSpPr>
        <p:spPr>
          <a:xfrm>
            <a:off x="4482073" y="5578094"/>
            <a:ext cx="7051040" cy="542008"/>
          </a:xfrm>
          <a:prstGeom prst="rect">
            <a:avLst/>
          </a:prstGeom>
        </p:spPr>
        <p:txBody>
          <a:bodyPr wrap="square">
            <a:spAutoFit/>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1400" b="1" i="0" u="none" strike="noStrike" kern="1200" cap="none" spc="0" normalizeH="0" baseline="0" noProof="0">
                <a:ln>
                  <a:noFill/>
                </a:ln>
                <a:solidFill>
                  <a:prstClr val="black"/>
                </a:solidFill>
                <a:effectLst/>
                <a:uLnTx/>
                <a:uFillTx/>
                <a:latin typeface="Times New Roman" panose="02020603050405020304" pitchFamily="18" charset="0"/>
                <a:ea typeface="Calibri" panose="020F0502020204030204" pitchFamily="34" charset="0"/>
                <a:cs typeface="Arial" panose="020B0604020202020204" pitchFamily="34" charset="0"/>
              </a:rPr>
              <a:t>Note: </a:t>
            </a:r>
            <a:r>
              <a:rPr kumimoji="0" lang="en-US" sz="1400" b="0" i="0" u="none" strike="noStrike" kern="1200" cap="none" spc="0" normalizeH="0" baseline="0" noProof="0">
                <a:ln>
                  <a:noFill/>
                </a:ln>
                <a:solidFill>
                  <a:prstClr val="black"/>
                </a:solidFill>
                <a:effectLst/>
                <a:uLnTx/>
                <a:uFillTx/>
                <a:latin typeface="Times New Roman" panose="02020603050405020304" pitchFamily="18" charset="0"/>
                <a:ea typeface="Calibri" panose="020F0502020204030204" pitchFamily="34" charset="0"/>
                <a:cs typeface="Arial" panose="020B0604020202020204" pitchFamily="34" charset="0"/>
              </a:rPr>
              <a:t>As per Qualcomm. Stopping distance estimation lies between range of 60m to 107m, which can vary depending on the road conditions from normal to Icy</a:t>
            </a:r>
            <a:endParaRPr kumimoji="0" lang="en-US" sz="14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D04F5217-C5C9-4FF5-A1AE-E2EAB3C9F0F3}"/>
              </a:ext>
            </a:extLst>
          </p:cNvPr>
          <p:cNvPicPr>
            <a:picLocks noChangeAspect="1"/>
          </p:cNvPicPr>
          <p:nvPr/>
        </p:nvPicPr>
        <p:blipFill>
          <a:blip r:embed="rId2"/>
          <a:stretch>
            <a:fillRect/>
          </a:stretch>
        </p:blipFill>
        <p:spPr>
          <a:xfrm>
            <a:off x="4074507" y="1533832"/>
            <a:ext cx="8141983" cy="3541993"/>
          </a:xfrm>
          <a:prstGeom prst="rect">
            <a:avLst/>
          </a:prstGeom>
        </p:spPr>
      </p:pic>
    </p:spTree>
    <p:extLst>
      <p:ext uri="{BB962C8B-B14F-4D97-AF65-F5344CB8AC3E}">
        <p14:creationId xmlns:p14="http://schemas.microsoft.com/office/powerpoint/2010/main" val="30693014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838200" y="1412488"/>
            <a:ext cx="2899189" cy="4363844"/>
          </a:xfrm>
        </p:spPr>
        <p:txBody>
          <a:bodyPr anchor="t">
            <a:normAutofit/>
          </a:bodyPr>
          <a:lstStyle/>
          <a:p>
            <a:r>
              <a:rPr lang="en-US" sz="4000">
                <a:solidFill>
                  <a:srgbClr val="FFFFFF"/>
                </a:solidFill>
                <a:latin typeface="Raleway"/>
              </a:rPr>
              <a:t>PHASE 3</a:t>
            </a:r>
            <a:br>
              <a:rPr lang="en-US" sz="4000"/>
            </a:br>
            <a:br>
              <a:rPr lang="en-US" sz="4000"/>
            </a:br>
            <a:endParaRPr lang="en-US" sz="2000">
              <a:solidFill>
                <a:srgbClr val="FFFFFF"/>
              </a:solidFill>
              <a:latin typeface="Raleway"/>
            </a:endParaRPr>
          </a:p>
        </p:txBody>
      </p:sp>
      <p:cxnSp>
        <p:nvCxnSpPr>
          <p:cNvPr id="15" name="Straight Connector 1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49830AE6-3D29-4888-9A98-CA7098D82180}"/>
              </a:ext>
            </a:extLst>
          </p:cNvPr>
          <p:cNvSpPr>
            <a:spLocks noGrp="1"/>
          </p:cNvSpPr>
          <p:nvPr>
            <p:ph type="ftr" sz="quarter" idx="11"/>
          </p:nvPr>
        </p:nvSpPr>
        <p:spPr>
          <a:xfrm>
            <a:off x="4380854" y="6356350"/>
            <a:ext cx="4059047" cy="365125"/>
          </a:xfrm>
        </p:spPr>
        <p:txBody>
          <a:bodyPr>
            <a:norm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SEER - A Real-Time Pedestrian Detection and Tracking System for Intelligent Vehicles</a:t>
            </a:r>
          </a:p>
        </p:txBody>
      </p: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9202366" y="6356350"/>
            <a:ext cx="2151434"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F98ACD2-9D07-46C2-95A3-67E0301C77F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14</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625" name="Content Placeholder 7">
            <a:extLst>
              <a:ext uri="{FF2B5EF4-FFF2-40B4-BE49-F238E27FC236}">
                <a16:creationId xmlns:a16="http://schemas.microsoft.com/office/drawing/2014/main" id="{E12EF7C9-60FE-4EFE-9370-EE6A5CDD7934}"/>
              </a:ext>
            </a:extLst>
          </p:cNvPr>
          <p:cNvGraphicFramePr>
            <a:graphicFrameLocks/>
          </p:cNvGraphicFramePr>
          <p:nvPr>
            <p:extLst>
              <p:ext uri="{D42A27DB-BD31-4B8C-83A1-F6EECF244321}">
                <p14:modId xmlns:p14="http://schemas.microsoft.com/office/powerpoint/2010/main" val="3384342283"/>
              </p:ext>
            </p:extLst>
          </p:nvPr>
        </p:nvGraphicFramePr>
        <p:xfrm>
          <a:off x="4879340" y="572524"/>
          <a:ext cx="6513604" cy="58854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217824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838200" y="1412488"/>
            <a:ext cx="2899189" cy="4363844"/>
          </a:xfrm>
        </p:spPr>
        <p:txBody>
          <a:bodyPr anchor="t">
            <a:normAutofit/>
          </a:bodyPr>
          <a:lstStyle/>
          <a:p>
            <a:r>
              <a:rPr lang="en-US" sz="3200">
                <a:solidFill>
                  <a:srgbClr val="FFFFFF"/>
                </a:solidFill>
                <a:latin typeface="Raleway"/>
              </a:rPr>
              <a:t>Physical Architecture</a:t>
            </a:r>
          </a:p>
        </p:txBody>
      </p:sp>
      <p:cxnSp>
        <p:nvCxnSpPr>
          <p:cNvPr id="15" name="Straight Connector 1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49830AE6-3D29-4888-9A98-CA7098D82180}"/>
              </a:ext>
            </a:extLst>
          </p:cNvPr>
          <p:cNvSpPr>
            <a:spLocks noGrp="1"/>
          </p:cNvSpPr>
          <p:nvPr>
            <p:ph type="ftr" sz="quarter" idx="11"/>
          </p:nvPr>
        </p:nvSpPr>
        <p:spPr>
          <a:xfrm>
            <a:off x="4380854" y="6356350"/>
            <a:ext cx="4059047" cy="365125"/>
          </a:xfrm>
        </p:spPr>
        <p:txBody>
          <a:bodyPr>
            <a:normAutofit/>
          </a:bodyPr>
          <a:lstStyle/>
          <a:p>
            <a:pPr algn="l">
              <a:lnSpc>
                <a:spcPct val="90000"/>
              </a:lnSpc>
              <a:spcAft>
                <a:spcPts val="600"/>
              </a:spcAft>
            </a:pPr>
            <a:r>
              <a:rPr lang="en-US" sz="900"/>
              <a:t>SEER - A Real-Time Pedestrian Detection and Tracking System for Intelligent Vehicles</a:t>
            </a:r>
          </a:p>
        </p:txBody>
      </p: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9202366" y="6356350"/>
            <a:ext cx="2151434" cy="365125"/>
          </a:xfrm>
        </p:spPr>
        <p:txBody>
          <a:bodyPr>
            <a:normAutofit/>
          </a:bodyPr>
          <a:lstStyle/>
          <a:p>
            <a:pPr>
              <a:spcAft>
                <a:spcPts val="600"/>
              </a:spcAft>
            </a:pPr>
            <a:fld id="{2F98ACD2-9D07-46C2-95A3-67E0301C77FE}" type="slidenum">
              <a:rPr lang="en-US" smtClean="0"/>
              <a:pPr>
                <a:spcAft>
                  <a:spcPts val="600"/>
                </a:spcAft>
              </a:pPr>
              <a:t>15</a:t>
            </a:fld>
            <a:endParaRPr lang="en-US"/>
          </a:p>
        </p:txBody>
      </p:sp>
      <p:grpSp>
        <p:nvGrpSpPr>
          <p:cNvPr id="14" name="Group 13">
            <a:extLst>
              <a:ext uri="{FF2B5EF4-FFF2-40B4-BE49-F238E27FC236}">
                <a16:creationId xmlns:a16="http://schemas.microsoft.com/office/drawing/2014/main" id="{79A0451C-37A7-4356-8EC2-F1625AA2DCCC}"/>
              </a:ext>
            </a:extLst>
          </p:cNvPr>
          <p:cNvGrpSpPr/>
          <p:nvPr/>
        </p:nvGrpSpPr>
        <p:grpSpPr>
          <a:xfrm>
            <a:off x="4780237" y="1412242"/>
            <a:ext cx="2839780" cy="3380021"/>
            <a:chOff x="4838423" y="2073284"/>
            <a:chExt cx="2202191" cy="2115775"/>
          </a:xfrm>
          <a:solidFill>
            <a:schemeClr val="bg2"/>
          </a:solidFill>
        </p:grpSpPr>
        <p:sp>
          <p:nvSpPr>
            <p:cNvPr id="16" name="Rectangle: Rounded Corners 15">
              <a:extLst>
                <a:ext uri="{FF2B5EF4-FFF2-40B4-BE49-F238E27FC236}">
                  <a16:creationId xmlns:a16="http://schemas.microsoft.com/office/drawing/2014/main" id="{D147765D-E98C-4CF4-BCA2-4223C7707535}"/>
                </a:ext>
              </a:extLst>
            </p:cNvPr>
            <p:cNvSpPr/>
            <p:nvPr/>
          </p:nvSpPr>
          <p:spPr>
            <a:xfrm>
              <a:off x="5856856" y="2073284"/>
              <a:ext cx="832861" cy="433131"/>
            </a:xfrm>
            <a:prstGeom prst="roundRect">
              <a:avLst/>
            </a:prstGeom>
            <a:grpFill/>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000">
                  <a:effectLst/>
                  <a:ea typeface="Calibri" panose="020F0502020204030204" pitchFamily="34" charset="0"/>
                  <a:cs typeface="Times New Roman" panose="02020603050405020304" pitchFamily="18" charset="0"/>
                </a:rPr>
                <a:t>Application Server</a:t>
              </a:r>
            </a:p>
          </p:txBody>
        </p:sp>
        <p:sp>
          <p:nvSpPr>
            <p:cNvPr id="17" name="Cloud 16">
              <a:extLst>
                <a:ext uri="{FF2B5EF4-FFF2-40B4-BE49-F238E27FC236}">
                  <a16:creationId xmlns:a16="http://schemas.microsoft.com/office/drawing/2014/main" id="{A3B4A293-8F59-45F6-AF8F-0115C4E0907C}"/>
                </a:ext>
              </a:extLst>
            </p:cNvPr>
            <p:cNvSpPr/>
            <p:nvPr/>
          </p:nvSpPr>
          <p:spPr>
            <a:xfrm>
              <a:off x="5779866" y="2713371"/>
              <a:ext cx="986841" cy="433131"/>
            </a:xfrm>
            <a:prstGeom prst="cloud">
              <a:avLst/>
            </a:prstGeom>
            <a:grpFill/>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000">
                  <a:effectLst/>
                  <a:ea typeface="Calibri" panose="020F0502020204030204" pitchFamily="34" charset="0"/>
                  <a:cs typeface="Times New Roman" panose="02020603050405020304" pitchFamily="18" charset="0"/>
                </a:rPr>
                <a:t>Internet Cloud</a:t>
              </a:r>
            </a:p>
          </p:txBody>
        </p:sp>
        <p:sp>
          <p:nvSpPr>
            <p:cNvPr id="18" name="Rectangle 17">
              <a:extLst>
                <a:ext uri="{FF2B5EF4-FFF2-40B4-BE49-F238E27FC236}">
                  <a16:creationId xmlns:a16="http://schemas.microsoft.com/office/drawing/2014/main" id="{724825C0-98BF-412B-BC49-9B7B8C694987}"/>
                </a:ext>
              </a:extLst>
            </p:cNvPr>
            <p:cNvSpPr/>
            <p:nvPr/>
          </p:nvSpPr>
          <p:spPr>
            <a:xfrm>
              <a:off x="5631243" y="3560413"/>
              <a:ext cx="464757" cy="250840"/>
            </a:xfrm>
            <a:prstGeom prst="rect">
              <a:avLst/>
            </a:prstGeom>
            <a:grpFill/>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000">
                  <a:effectLst/>
                  <a:ea typeface="Calibri" panose="020F0502020204030204" pitchFamily="34" charset="0"/>
                  <a:cs typeface="Times New Roman" panose="02020603050405020304" pitchFamily="18" charset="0"/>
                </a:rPr>
                <a:t>RSU</a:t>
              </a:r>
            </a:p>
          </p:txBody>
        </p:sp>
        <p:sp>
          <p:nvSpPr>
            <p:cNvPr id="19" name="Rectangle 18">
              <a:extLst>
                <a:ext uri="{FF2B5EF4-FFF2-40B4-BE49-F238E27FC236}">
                  <a16:creationId xmlns:a16="http://schemas.microsoft.com/office/drawing/2014/main" id="{D92752F0-F34A-4209-AF2C-0193F7641D6A}"/>
                </a:ext>
              </a:extLst>
            </p:cNvPr>
            <p:cNvSpPr/>
            <p:nvPr/>
          </p:nvSpPr>
          <p:spPr>
            <a:xfrm>
              <a:off x="6373643" y="3863844"/>
              <a:ext cx="666971" cy="325215"/>
            </a:xfrm>
            <a:prstGeom prst="rect">
              <a:avLst/>
            </a:prstGeom>
            <a:grpFill/>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000">
                  <a:effectLst/>
                  <a:ea typeface="Calibri" panose="020F0502020204030204" pitchFamily="34" charset="0"/>
                  <a:cs typeface="Times New Roman" panose="02020603050405020304" pitchFamily="18" charset="0"/>
                </a:rPr>
                <a:t>OBU/</a:t>
              </a:r>
              <a:br>
                <a:rPr lang="en-US" sz="1000">
                  <a:effectLst/>
                  <a:ea typeface="Calibri" panose="020F0502020204030204" pitchFamily="34" charset="0"/>
                  <a:cs typeface="Times New Roman" panose="02020603050405020304" pitchFamily="18" charset="0"/>
                </a:rPr>
              </a:br>
              <a:r>
                <a:rPr lang="en-US" sz="1000">
                  <a:effectLst/>
                  <a:ea typeface="Calibri" panose="020F0502020204030204" pitchFamily="34" charset="0"/>
                  <a:cs typeface="Times New Roman" panose="02020603050405020304" pitchFamily="18" charset="0"/>
                </a:rPr>
                <a:t>Smartphone</a:t>
              </a:r>
            </a:p>
          </p:txBody>
        </p:sp>
        <p:cxnSp>
          <p:nvCxnSpPr>
            <p:cNvPr id="20" name="Straight Connector 19">
              <a:extLst>
                <a:ext uri="{FF2B5EF4-FFF2-40B4-BE49-F238E27FC236}">
                  <a16:creationId xmlns:a16="http://schemas.microsoft.com/office/drawing/2014/main" id="{B0B66A90-6285-4622-9F24-BC69C52967C6}"/>
                </a:ext>
              </a:extLst>
            </p:cNvPr>
            <p:cNvCxnSpPr>
              <a:cxnSpLocks/>
              <a:stCxn id="16" idx="2"/>
              <a:endCxn id="17" idx="3"/>
            </p:cNvCxnSpPr>
            <p:nvPr/>
          </p:nvCxnSpPr>
          <p:spPr>
            <a:xfrm>
              <a:off x="6273287" y="2506415"/>
              <a:ext cx="0" cy="231721"/>
            </a:xfrm>
            <a:prstGeom prst="line">
              <a:avLst/>
            </a:prstGeom>
            <a:grpFill/>
          </p:spPr>
          <p:style>
            <a:lnRef idx="2">
              <a:schemeClr val="dk1"/>
            </a:lnRef>
            <a:fillRef idx="0">
              <a:schemeClr val="dk1"/>
            </a:fillRef>
            <a:effectRef idx="1">
              <a:schemeClr val="dk1"/>
            </a:effectRef>
            <a:fontRef idx="minor">
              <a:schemeClr val="tx1"/>
            </a:fontRef>
          </p:style>
        </p:cxnSp>
        <p:cxnSp>
          <p:nvCxnSpPr>
            <p:cNvPr id="21" name="Straight Connector 20">
              <a:extLst>
                <a:ext uri="{FF2B5EF4-FFF2-40B4-BE49-F238E27FC236}">
                  <a16:creationId xmlns:a16="http://schemas.microsoft.com/office/drawing/2014/main" id="{26DEC20A-C79A-4D64-B1EA-4F0393E9C3FC}"/>
                </a:ext>
              </a:extLst>
            </p:cNvPr>
            <p:cNvCxnSpPr>
              <a:cxnSpLocks/>
              <a:stCxn id="17" idx="1"/>
              <a:endCxn id="18" idx="0"/>
            </p:cNvCxnSpPr>
            <p:nvPr/>
          </p:nvCxnSpPr>
          <p:spPr>
            <a:xfrm flipH="1">
              <a:off x="5863622" y="3146041"/>
              <a:ext cx="409665" cy="414372"/>
            </a:xfrm>
            <a:prstGeom prst="line">
              <a:avLst/>
            </a:prstGeom>
            <a:grpFill/>
            <a:ln w="9525" cap="flat" cmpd="sng" algn="ctr">
              <a:solidFill>
                <a:schemeClr val="dk1"/>
              </a:solidFill>
              <a:prstDash val="dash"/>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22" name="Straight Connector 21">
              <a:extLst>
                <a:ext uri="{FF2B5EF4-FFF2-40B4-BE49-F238E27FC236}">
                  <a16:creationId xmlns:a16="http://schemas.microsoft.com/office/drawing/2014/main" id="{B5758C53-39DF-49D7-8BE0-B8E1339A5F5E}"/>
                </a:ext>
              </a:extLst>
            </p:cNvPr>
            <p:cNvCxnSpPr>
              <a:cxnSpLocks/>
              <a:stCxn id="17" idx="1"/>
              <a:endCxn id="19" idx="0"/>
            </p:cNvCxnSpPr>
            <p:nvPr/>
          </p:nvCxnSpPr>
          <p:spPr>
            <a:xfrm>
              <a:off x="6273287" y="3146041"/>
              <a:ext cx="433842" cy="717803"/>
            </a:xfrm>
            <a:prstGeom prst="line">
              <a:avLst/>
            </a:prstGeom>
            <a:grpFill/>
            <a:ln w="9525" cap="flat" cmpd="sng" algn="ctr">
              <a:solidFill>
                <a:schemeClr val="dk1"/>
              </a:solidFill>
              <a:prstDash val="dash"/>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23" name="TextBox 22">
              <a:extLst>
                <a:ext uri="{FF2B5EF4-FFF2-40B4-BE49-F238E27FC236}">
                  <a16:creationId xmlns:a16="http://schemas.microsoft.com/office/drawing/2014/main" id="{4EC9E5F5-9F28-47B1-8D3F-F8611D7F2211}"/>
                </a:ext>
              </a:extLst>
            </p:cNvPr>
            <p:cNvSpPr txBox="1"/>
            <p:nvPr/>
          </p:nvSpPr>
          <p:spPr>
            <a:xfrm>
              <a:off x="6153875" y="3578111"/>
              <a:ext cx="337569" cy="215444"/>
            </a:xfrm>
            <a:prstGeom prst="rect">
              <a:avLst/>
            </a:prstGeom>
            <a:noFill/>
          </p:spPr>
          <p:txBody>
            <a:bodyPr wrap="square" rtlCol="0">
              <a:spAutoFit/>
            </a:bodyPr>
            <a:lstStyle/>
            <a:p>
              <a:r>
                <a:rPr lang="en-US" sz="800"/>
                <a:t>V2I</a:t>
              </a:r>
            </a:p>
          </p:txBody>
        </p:sp>
        <p:cxnSp>
          <p:nvCxnSpPr>
            <p:cNvPr id="24" name="Straight Connector 23">
              <a:extLst>
                <a:ext uri="{FF2B5EF4-FFF2-40B4-BE49-F238E27FC236}">
                  <a16:creationId xmlns:a16="http://schemas.microsoft.com/office/drawing/2014/main" id="{B279A90F-7342-4C6C-8AA2-69A37CAC72DC}"/>
                </a:ext>
              </a:extLst>
            </p:cNvPr>
            <p:cNvCxnSpPr>
              <a:cxnSpLocks/>
              <a:stCxn id="18" idx="3"/>
              <a:endCxn id="19" idx="0"/>
            </p:cNvCxnSpPr>
            <p:nvPr/>
          </p:nvCxnSpPr>
          <p:spPr>
            <a:xfrm>
              <a:off x="6096000" y="3685834"/>
              <a:ext cx="611129" cy="178011"/>
            </a:xfrm>
            <a:prstGeom prst="line">
              <a:avLst/>
            </a:prstGeom>
            <a:grpFill/>
            <a:ln w="9525" cap="flat" cmpd="sng" algn="ctr">
              <a:solidFill>
                <a:schemeClr val="dk1"/>
              </a:solidFill>
              <a:prstDash val="dash"/>
              <a:round/>
              <a:headEnd type="triangle" w="med" len="med"/>
              <a:tailEnd type="triangle" w="med" len="med"/>
            </a:ln>
          </p:spPr>
          <p:style>
            <a:lnRef idx="0">
              <a:scrgbClr r="0" g="0" b="0"/>
            </a:lnRef>
            <a:fillRef idx="0">
              <a:scrgbClr r="0" g="0" b="0"/>
            </a:fillRef>
            <a:effectRef idx="0">
              <a:scrgbClr r="0" g="0" b="0"/>
            </a:effectRef>
            <a:fontRef idx="minor">
              <a:schemeClr val="tx1"/>
            </a:fontRef>
          </p:style>
        </p:cxnSp>
        <p:sp>
          <p:nvSpPr>
            <p:cNvPr id="25" name="TextBox 24">
              <a:extLst>
                <a:ext uri="{FF2B5EF4-FFF2-40B4-BE49-F238E27FC236}">
                  <a16:creationId xmlns:a16="http://schemas.microsoft.com/office/drawing/2014/main" id="{9A1295E5-34AB-47DB-A274-4B8E2ACB4226}"/>
                </a:ext>
              </a:extLst>
            </p:cNvPr>
            <p:cNvSpPr txBox="1"/>
            <p:nvPr/>
          </p:nvSpPr>
          <p:spPr>
            <a:xfrm>
              <a:off x="6397131" y="3313833"/>
              <a:ext cx="369576" cy="215444"/>
            </a:xfrm>
            <a:prstGeom prst="rect">
              <a:avLst/>
            </a:prstGeom>
            <a:noFill/>
          </p:spPr>
          <p:txBody>
            <a:bodyPr wrap="square" rtlCol="0">
              <a:spAutoFit/>
            </a:bodyPr>
            <a:lstStyle/>
            <a:p>
              <a:r>
                <a:rPr lang="en-US" sz="800"/>
                <a:t>V2C</a:t>
              </a:r>
            </a:p>
          </p:txBody>
        </p:sp>
        <p:sp>
          <p:nvSpPr>
            <p:cNvPr id="26" name="Rectangle 25">
              <a:extLst>
                <a:ext uri="{FF2B5EF4-FFF2-40B4-BE49-F238E27FC236}">
                  <a16:creationId xmlns:a16="http://schemas.microsoft.com/office/drawing/2014/main" id="{416CA8B5-454F-45FB-B58C-EBE133C74844}"/>
                </a:ext>
              </a:extLst>
            </p:cNvPr>
            <p:cNvSpPr/>
            <p:nvPr/>
          </p:nvSpPr>
          <p:spPr>
            <a:xfrm>
              <a:off x="4838423" y="3504256"/>
              <a:ext cx="593717" cy="360723"/>
            </a:xfrm>
            <a:prstGeom prst="rect">
              <a:avLst/>
            </a:prstGeom>
            <a:grpFill/>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000">
                  <a:effectLst/>
                  <a:ea typeface="Calibri" panose="020F0502020204030204" pitchFamily="34" charset="0"/>
                  <a:cs typeface="Times New Roman" panose="02020603050405020304" pitchFamily="18" charset="0"/>
                </a:rPr>
                <a:t>Pedestrian Detection Unit</a:t>
              </a:r>
            </a:p>
          </p:txBody>
        </p:sp>
        <p:cxnSp>
          <p:nvCxnSpPr>
            <p:cNvPr id="27" name="Straight Connector 26">
              <a:extLst>
                <a:ext uri="{FF2B5EF4-FFF2-40B4-BE49-F238E27FC236}">
                  <a16:creationId xmlns:a16="http://schemas.microsoft.com/office/drawing/2014/main" id="{98E6A45E-490A-4A0B-94CE-3ACD36C080B5}"/>
                </a:ext>
              </a:extLst>
            </p:cNvPr>
            <p:cNvCxnSpPr>
              <a:cxnSpLocks/>
              <a:stCxn id="26" idx="3"/>
              <a:endCxn id="18" idx="1"/>
            </p:cNvCxnSpPr>
            <p:nvPr/>
          </p:nvCxnSpPr>
          <p:spPr>
            <a:xfrm>
              <a:off x="5432140" y="3684617"/>
              <a:ext cx="199103" cy="1216"/>
            </a:xfrm>
            <a:prstGeom prst="line">
              <a:avLst/>
            </a:prstGeom>
            <a:grpFill/>
          </p:spPr>
          <p:style>
            <a:lnRef idx="1">
              <a:schemeClr val="accent1"/>
            </a:lnRef>
            <a:fillRef idx="0">
              <a:schemeClr val="accent1"/>
            </a:fillRef>
            <a:effectRef idx="0">
              <a:schemeClr val="accent1"/>
            </a:effectRef>
            <a:fontRef idx="minor">
              <a:schemeClr val="tx1"/>
            </a:fontRef>
          </p:style>
        </p:cxnSp>
      </p:grpSp>
      <p:sp>
        <p:nvSpPr>
          <p:cNvPr id="28" name="Content Placeholder 7">
            <a:extLst>
              <a:ext uri="{FF2B5EF4-FFF2-40B4-BE49-F238E27FC236}">
                <a16:creationId xmlns:a16="http://schemas.microsoft.com/office/drawing/2014/main" id="{55D6E3B9-6044-4DCB-A86E-4A4E47F5A5F5}"/>
              </a:ext>
            </a:extLst>
          </p:cNvPr>
          <p:cNvSpPr txBox="1">
            <a:spLocks/>
          </p:cNvSpPr>
          <p:nvPr/>
        </p:nvSpPr>
        <p:spPr>
          <a:xfrm>
            <a:off x="8451604" y="1412488"/>
            <a:ext cx="3197701" cy="4988311"/>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2" indent="0">
              <a:lnSpc>
                <a:spcPct val="107000"/>
              </a:lnSpc>
              <a:spcBef>
                <a:spcPts val="200"/>
              </a:spcBef>
              <a:buNone/>
            </a:pPr>
            <a:r>
              <a:rPr lang="en-IN" sz="2400" b="1">
                <a:solidFill>
                  <a:srgbClr val="2F5496"/>
                </a:solidFill>
                <a:latin typeface="Times New Roman" panose="02020603050405020304" pitchFamily="18" charset="0"/>
                <a:ea typeface="Yu Gothic Light" panose="020B0300000000000000" pitchFamily="34" charset="-128"/>
                <a:cs typeface="Times New Roman" panose="02020603050405020304" pitchFamily="18" charset="0"/>
              </a:rPr>
              <a:t>System Components</a:t>
            </a:r>
          </a:p>
          <a:p>
            <a:pPr marL="0" lvl="2" indent="0">
              <a:lnSpc>
                <a:spcPct val="107000"/>
              </a:lnSpc>
              <a:spcBef>
                <a:spcPts val="200"/>
              </a:spcBef>
              <a:buNone/>
            </a:pPr>
            <a:endParaRPr lang="en-US" sz="2400" b="1">
              <a:solidFill>
                <a:srgbClr val="1F3763"/>
              </a:solidFill>
              <a:latin typeface="Calibri Light" panose="020F0302020204030204" pitchFamily="34" charset="0"/>
              <a:ea typeface="Yu Gothic Light" panose="020B0300000000000000" pitchFamily="34" charset="-128"/>
              <a:cs typeface="Times New Roman" panose="02020603050405020304" pitchFamily="18" charset="0"/>
            </a:endParaRPr>
          </a:p>
          <a:p>
            <a:pPr marL="285750" marR="0" lvl="1" indent="-285750" algn="just">
              <a:lnSpc>
                <a:spcPct val="107000"/>
              </a:lnSpc>
              <a:spcBef>
                <a:spcPts val="0"/>
              </a:spcBef>
              <a:spcAft>
                <a:spcPts val="0"/>
              </a:spcAft>
              <a:buFont typeface="+mj-lt"/>
              <a:buAutoNum type="alphaLcPeriod"/>
            </a:pPr>
            <a:r>
              <a:rPr lang="en-US" b="1" u="sng">
                <a:latin typeface="Times New Roman" panose="02020603050405020304" pitchFamily="18" charset="0"/>
                <a:ea typeface="Calibri" panose="020F0502020204030204" pitchFamily="34" charset="0"/>
                <a:cs typeface="Arial" panose="020B0604020202020204" pitchFamily="34" charset="0"/>
              </a:rPr>
              <a:t>Infrastructure</a:t>
            </a:r>
            <a:r>
              <a:rPr lang="en-US" b="1">
                <a:latin typeface="Times New Roman" panose="02020603050405020304" pitchFamily="18" charset="0"/>
                <a:ea typeface="Calibri" panose="020F0502020204030204" pitchFamily="34" charset="0"/>
                <a:cs typeface="Arial" panose="020B0604020202020204" pitchFamily="34" charset="0"/>
              </a:rPr>
              <a:t>: </a:t>
            </a:r>
            <a:r>
              <a:rPr lang="en-US">
                <a:latin typeface="Times New Roman" panose="02020603050405020304" pitchFamily="18" charset="0"/>
                <a:ea typeface="Calibri" panose="020F0502020204030204" pitchFamily="34" charset="0"/>
                <a:cs typeface="Arial" panose="020B0604020202020204" pitchFamily="34" charset="0"/>
              </a:rPr>
              <a:t>The infrastructure consists of Network Switches/routers, </a:t>
            </a:r>
            <a:r>
              <a:rPr lang="en-US" err="1">
                <a:latin typeface="Times New Roman" panose="02020603050405020304" pitchFamily="18" charset="0"/>
                <a:ea typeface="Calibri" panose="020F0502020204030204" pitchFamily="34" charset="0"/>
                <a:cs typeface="Arial" panose="020B0604020202020204" pitchFamily="34" charset="0"/>
              </a:rPr>
              <a:t>eNBs</a:t>
            </a:r>
            <a:r>
              <a:rPr lang="en-US">
                <a:latin typeface="Times New Roman" panose="02020603050405020304" pitchFamily="18" charset="0"/>
                <a:ea typeface="Calibri" panose="020F0502020204030204" pitchFamily="34" charset="0"/>
                <a:cs typeface="Arial" panose="020B0604020202020204" pitchFamily="34" charset="0"/>
              </a:rPr>
              <a:t>, RSUs and Pedestrian Detection units (PDUs).</a:t>
            </a:r>
          </a:p>
          <a:p>
            <a:pPr marL="285750" marR="0" lvl="1" indent="-285750" algn="just">
              <a:lnSpc>
                <a:spcPct val="107000"/>
              </a:lnSpc>
              <a:spcBef>
                <a:spcPts val="0"/>
              </a:spcBef>
              <a:spcAft>
                <a:spcPts val="0"/>
              </a:spcAft>
              <a:buFont typeface="+mj-lt"/>
              <a:buAutoNum type="alphaLcPeriod"/>
            </a:pPr>
            <a:endParaRPr lang="en-US">
              <a:latin typeface="Calibri" panose="020F0502020204030204" pitchFamily="34" charset="0"/>
              <a:ea typeface="Calibri" panose="020F0502020204030204" pitchFamily="34" charset="0"/>
              <a:cs typeface="Arial" panose="020B0604020202020204" pitchFamily="34" charset="0"/>
            </a:endParaRPr>
          </a:p>
          <a:p>
            <a:pPr marL="285750" marR="0" lvl="1" indent="-285750" algn="just">
              <a:lnSpc>
                <a:spcPct val="107000"/>
              </a:lnSpc>
              <a:spcBef>
                <a:spcPts val="0"/>
              </a:spcBef>
              <a:spcAft>
                <a:spcPts val="0"/>
              </a:spcAft>
              <a:buFont typeface="+mj-lt"/>
              <a:buAutoNum type="alphaLcPeriod"/>
            </a:pPr>
            <a:r>
              <a:rPr lang="en-US" b="1" u="sng">
                <a:latin typeface="Times New Roman" panose="02020603050405020304" pitchFamily="18" charset="0"/>
                <a:ea typeface="Calibri" panose="020F0502020204030204" pitchFamily="34" charset="0"/>
                <a:cs typeface="Arial" panose="020B0604020202020204" pitchFamily="34" charset="0"/>
              </a:rPr>
              <a:t>On-Board Units (OBUs) / Smartphones</a:t>
            </a:r>
            <a:r>
              <a:rPr lang="en-US" b="1">
                <a:latin typeface="Times New Roman" panose="02020603050405020304" pitchFamily="18" charset="0"/>
                <a:ea typeface="Calibri" panose="020F0502020204030204" pitchFamily="34" charset="0"/>
                <a:cs typeface="Arial" panose="020B0604020202020204" pitchFamily="34" charset="0"/>
              </a:rPr>
              <a:t>: </a:t>
            </a:r>
            <a:r>
              <a:rPr lang="en-US">
                <a:latin typeface="Times New Roman" panose="02020603050405020304" pitchFamily="18" charset="0"/>
                <a:ea typeface="Calibri" panose="020F0502020204030204" pitchFamily="34" charset="0"/>
                <a:cs typeface="Arial" panose="020B0604020202020204" pitchFamily="34" charset="0"/>
              </a:rPr>
              <a:t>Smartphones and vehicle’s On-Board Unit (OBU) can both be regarded as clients. Smartphones can connect to both C-V2X based RSU and cellular network through LTE network, while vehicle’s OBU can only connect to RSU through DSRC technology and other vehicles through DSRC. </a:t>
            </a:r>
          </a:p>
          <a:p>
            <a:pPr marL="285750" marR="0" lvl="1" indent="-285750" algn="just">
              <a:lnSpc>
                <a:spcPct val="107000"/>
              </a:lnSpc>
              <a:spcBef>
                <a:spcPts val="0"/>
              </a:spcBef>
              <a:spcAft>
                <a:spcPts val="0"/>
              </a:spcAft>
              <a:buFont typeface="+mj-lt"/>
              <a:buAutoNum type="alphaLcPeriod"/>
            </a:pPr>
            <a:endParaRPr lang="en-US">
              <a:latin typeface="Calibri" panose="020F0502020204030204" pitchFamily="34" charset="0"/>
              <a:ea typeface="Calibri" panose="020F0502020204030204" pitchFamily="34" charset="0"/>
              <a:cs typeface="Arial" panose="020B0604020202020204" pitchFamily="34" charset="0"/>
            </a:endParaRPr>
          </a:p>
          <a:p>
            <a:pPr marL="285750" marR="0" lvl="1" indent="-285750" algn="just">
              <a:lnSpc>
                <a:spcPct val="107000"/>
              </a:lnSpc>
              <a:spcBef>
                <a:spcPts val="0"/>
              </a:spcBef>
              <a:spcAft>
                <a:spcPts val="0"/>
              </a:spcAft>
              <a:buFont typeface="+mj-lt"/>
              <a:buAutoNum type="alphaLcPeriod"/>
            </a:pPr>
            <a:r>
              <a:rPr lang="en-US" b="1" u="sng">
                <a:latin typeface="Times New Roman" panose="02020603050405020304" pitchFamily="18" charset="0"/>
                <a:ea typeface="Calibri" panose="020F0502020204030204" pitchFamily="34" charset="0"/>
                <a:cs typeface="Arial" panose="020B0604020202020204" pitchFamily="34" charset="0"/>
              </a:rPr>
              <a:t>Application server</a:t>
            </a:r>
            <a:r>
              <a:rPr lang="en-US" b="1">
                <a:latin typeface="Times New Roman" panose="02020603050405020304" pitchFamily="18" charset="0"/>
                <a:ea typeface="Calibri" panose="020F0502020204030204" pitchFamily="34" charset="0"/>
                <a:cs typeface="Arial" panose="020B0604020202020204" pitchFamily="34" charset="0"/>
              </a:rPr>
              <a:t>:</a:t>
            </a:r>
            <a:r>
              <a:rPr lang="en-US">
                <a:latin typeface="Times New Roman" panose="02020603050405020304" pitchFamily="18" charset="0"/>
                <a:ea typeface="Calibri" panose="020F0502020204030204" pitchFamily="34" charset="0"/>
                <a:cs typeface="Arial" panose="020B0604020202020204" pitchFamily="34" charset="0"/>
              </a:rPr>
              <a:t> Application server aggregates data from vehicles and camera, to predict and track pedestrian on crosswalk. Services can be served both in centralized and distributed approaches. In addition to decision making tasks, application server will have node manageability capabilities, authentication and admin control.</a:t>
            </a:r>
            <a:endParaRPr lang="en-US">
              <a:latin typeface="Calibri" panose="020F0502020204030204" pitchFamily="34" charset="0"/>
              <a:ea typeface="Calibri" panose="020F0502020204030204" pitchFamily="34" charset="0"/>
              <a:cs typeface="Arial" panose="020B0604020202020204" pitchFamily="34" charset="0"/>
            </a:endParaRPr>
          </a:p>
          <a:p>
            <a:pPr marL="344488" indent="-344488">
              <a:buFont typeface="Arial" panose="020B0604020202020204" pitchFamily="34" charset="0"/>
              <a:buAutoNum type="circleNumDbPlain" startAt="5"/>
            </a:pPr>
            <a:endParaRPr lang="en-US" sz="1700">
              <a:solidFill>
                <a:schemeClr val="bg1">
                  <a:lumMod val="50000"/>
                </a:schemeClr>
              </a:solidFill>
            </a:endParaRPr>
          </a:p>
        </p:txBody>
      </p:sp>
    </p:spTree>
    <p:extLst>
      <p:ext uri="{BB962C8B-B14F-4D97-AF65-F5344CB8AC3E}">
        <p14:creationId xmlns:p14="http://schemas.microsoft.com/office/powerpoint/2010/main" val="1158314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838200" y="1412488"/>
            <a:ext cx="2899189" cy="4363844"/>
          </a:xfrm>
        </p:spPr>
        <p:txBody>
          <a:bodyPr anchor="t">
            <a:normAutofit/>
          </a:bodyPr>
          <a:lstStyle/>
          <a:p>
            <a:r>
              <a:rPr lang="en-US" sz="3600">
                <a:solidFill>
                  <a:srgbClr val="FFFFFF"/>
                </a:solidFill>
                <a:latin typeface="Raleway"/>
              </a:rPr>
              <a:t>System Networking</a:t>
            </a:r>
          </a:p>
        </p:txBody>
      </p:sp>
      <p:cxnSp>
        <p:nvCxnSpPr>
          <p:cNvPr id="15" name="Straight Connector 1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49830AE6-3D29-4888-9A98-CA7098D82180}"/>
              </a:ext>
            </a:extLst>
          </p:cNvPr>
          <p:cNvSpPr>
            <a:spLocks noGrp="1"/>
          </p:cNvSpPr>
          <p:nvPr>
            <p:ph type="ftr" sz="quarter" idx="11"/>
          </p:nvPr>
        </p:nvSpPr>
        <p:spPr>
          <a:xfrm>
            <a:off x="4380854" y="6356350"/>
            <a:ext cx="4059047" cy="365125"/>
          </a:xfrm>
        </p:spPr>
        <p:txBody>
          <a:bodyPr>
            <a:normAutofit/>
          </a:bodyPr>
          <a:lstStyle/>
          <a:p>
            <a:pPr algn="l">
              <a:lnSpc>
                <a:spcPct val="90000"/>
              </a:lnSpc>
              <a:spcAft>
                <a:spcPts val="600"/>
              </a:spcAft>
            </a:pPr>
            <a:r>
              <a:rPr lang="en-US" sz="900"/>
              <a:t>SEER - A Real-Time Pedestrian Detection and Tracking System for Intelligent Vehicles</a:t>
            </a:r>
          </a:p>
        </p:txBody>
      </p: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9202366" y="6356350"/>
            <a:ext cx="2151434" cy="365125"/>
          </a:xfrm>
        </p:spPr>
        <p:txBody>
          <a:bodyPr>
            <a:normAutofit/>
          </a:bodyPr>
          <a:lstStyle/>
          <a:p>
            <a:pPr>
              <a:spcAft>
                <a:spcPts val="600"/>
              </a:spcAft>
            </a:pPr>
            <a:fld id="{2F98ACD2-9D07-46C2-95A3-67E0301C77FE}" type="slidenum">
              <a:rPr lang="en-US" smtClean="0"/>
              <a:pPr>
                <a:spcAft>
                  <a:spcPts val="600"/>
                </a:spcAft>
              </a:pPr>
              <a:t>16</a:t>
            </a:fld>
            <a:endParaRPr lang="en-US"/>
          </a:p>
        </p:txBody>
      </p:sp>
      <p:sp>
        <p:nvSpPr>
          <p:cNvPr id="39" name="Rectangle 38">
            <a:extLst>
              <a:ext uri="{FF2B5EF4-FFF2-40B4-BE49-F238E27FC236}">
                <a16:creationId xmlns:a16="http://schemas.microsoft.com/office/drawing/2014/main" id="{6EBFD729-397A-4E15-A764-DF2B1A2E2B6E}"/>
              </a:ext>
            </a:extLst>
          </p:cNvPr>
          <p:cNvSpPr/>
          <p:nvPr/>
        </p:nvSpPr>
        <p:spPr>
          <a:xfrm>
            <a:off x="4836160" y="4463843"/>
            <a:ext cx="6096000" cy="1911292"/>
          </a:xfrm>
          <a:prstGeom prst="rect">
            <a:avLst/>
          </a:prstGeom>
          <a:solidFill>
            <a:schemeClr val="bg1"/>
          </a:solidFill>
        </p:spPr>
        <p:txBody>
          <a:bodyPr>
            <a:spAutoFit/>
          </a:bodyPr>
          <a:lstStyle/>
          <a:p>
            <a:pPr marL="0" marR="0" lvl="2">
              <a:lnSpc>
                <a:spcPct val="107000"/>
              </a:lnSpc>
              <a:spcBef>
                <a:spcPts val="200"/>
              </a:spcBef>
              <a:spcAft>
                <a:spcPts val="0"/>
              </a:spcAft>
            </a:pPr>
            <a:br>
              <a:rPr lang="en-IN" sz="1100" b="1">
                <a:solidFill>
                  <a:srgbClr val="2F5496"/>
                </a:solidFill>
                <a:latin typeface="Times New Roman" panose="02020603050405020304" pitchFamily="18" charset="0"/>
                <a:ea typeface="Yu Gothic Light" panose="020B0300000000000000" pitchFamily="34" charset="-128"/>
                <a:cs typeface="Times New Roman" panose="02020603050405020304" pitchFamily="18" charset="0"/>
              </a:rPr>
            </a:br>
            <a:r>
              <a:rPr lang="en-IN" sz="1100" b="1">
                <a:solidFill>
                  <a:srgbClr val="2F5496"/>
                </a:solidFill>
                <a:latin typeface="Times New Roman" panose="02020603050405020304" pitchFamily="18" charset="0"/>
                <a:ea typeface="Yu Gothic Light" panose="020B0300000000000000" pitchFamily="34" charset="-128"/>
                <a:cs typeface="Times New Roman" panose="02020603050405020304" pitchFamily="18" charset="0"/>
              </a:rPr>
              <a:t>Network Layers</a:t>
            </a:r>
            <a:r>
              <a:rPr lang="en-IN" sz="1200" b="1">
                <a:solidFill>
                  <a:srgbClr val="1F3763"/>
                </a:solidFill>
                <a:latin typeface="Times New Roman" panose="02020603050405020304" pitchFamily="18" charset="0"/>
                <a:ea typeface="Yu Gothic Light" panose="020B0300000000000000" pitchFamily="34" charset="-128"/>
                <a:cs typeface="Times New Roman" panose="02020603050405020304" pitchFamily="18" charset="0"/>
              </a:rPr>
              <a:t> </a:t>
            </a:r>
            <a:endParaRPr lang="en-US" sz="1200" b="1">
              <a:solidFill>
                <a:srgbClr val="1F3763"/>
              </a:solidFill>
              <a:latin typeface="Calibri Light" panose="020F0302020204030204" pitchFamily="34" charset="0"/>
              <a:ea typeface="Yu Gothic Light" panose="020B0300000000000000" pitchFamily="34" charset="-128"/>
              <a:cs typeface="Times New Roman" panose="02020603050405020304" pitchFamily="18" charset="0"/>
            </a:endParaRPr>
          </a:p>
          <a:p>
            <a:pPr marL="342900" marR="0" lvl="0" indent="-342900" algn="just">
              <a:lnSpc>
                <a:spcPct val="107000"/>
              </a:lnSpc>
              <a:spcBef>
                <a:spcPts val="0"/>
              </a:spcBef>
              <a:spcAft>
                <a:spcPts val="0"/>
              </a:spcAft>
              <a:buFont typeface="+mj-lt"/>
              <a:buAutoNum type="alphaLcPeriod"/>
            </a:pPr>
            <a:r>
              <a:rPr lang="en-US" sz="1100" b="1" u="sng">
                <a:latin typeface="Times New Roman" panose="02020603050405020304" pitchFamily="18" charset="0"/>
                <a:ea typeface="Calibri" panose="020F0502020204030204" pitchFamily="34" charset="0"/>
                <a:cs typeface="Arial" panose="020B0604020202020204" pitchFamily="34" charset="0"/>
              </a:rPr>
              <a:t>Access layer</a:t>
            </a:r>
            <a:r>
              <a:rPr lang="en-US" sz="1100" b="1">
                <a:latin typeface="Times New Roman" panose="02020603050405020304" pitchFamily="18" charset="0"/>
                <a:ea typeface="Calibri" panose="020F0502020204030204" pitchFamily="34" charset="0"/>
                <a:cs typeface="Arial" panose="020B0604020202020204" pitchFamily="34" charset="0"/>
              </a:rPr>
              <a:t>: </a:t>
            </a:r>
            <a:r>
              <a:rPr lang="en-US" sz="1100">
                <a:latin typeface="Times New Roman" panose="02020603050405020304" pitchFamily="18" charset="0"/>
                <a:ea typeface="Calibri" panose="020F0502020204030204" pitchFamily="34" charset="0"/>
                <a:cs typeface="Arial" panose="020B0604020202020204" pitchFamily="34" charset="0"/>
              </a:rPr>
              <a:t>All users/smart vehicles that can initiate</a:t>
            </a:r>
            <a:r>
              <a:rPr lang="en-US" sz="1100" b="1">
                <a:latin typeface="Times New Roman" panose="02020603050405020304" pitchFamily="18" charset="0"/>
                <a:ea typeface="Calibri" panose="020F0502020204030204" pitchFamily="34" charset="0"/>
                <a:cs typeface="Arial" panose="020B0604020202020204" pitchFamily="34" charset="0"/>
              </a:rPr>
              <a:t> </a:t>
            </a:r>
            <a:r>
              <a:rPr lang="en-US" sz="1100">
                <a:latin typeface="Times New Roman" panose="02020603050405020304" pitchFamily="18" charset="0"/>
                <a:ea typeface="Calibri" panose="020F0502020204030204" pitchFamily="34" charset="0"/>
                <a:cs typeface="Arial" panose="020B0604020202020204" pitchFamily="34" charset="0"/>
              </a:rPr>
              <a:t>service request and other access devices like RSU and IP camera connected to network are in access layer. Service creation and termination execute in this layer.</a:t>
            </a:r>
            <a:endParaRPr lang="en-US" sz="1100">
              <a:latin typeface="Calibri" panose="020F0502020204030204" pitchFamily="34" charset="0"/>
              <a:ea typeface="Calibri" panose="020F0502020204030204" pitchFamily="34" charset="0"/>
              <a:cs typeface="Arial" panose="020B0604020202020204" pitchFamily="34" charset="0"/>
            </a:endParaRPr>
          </a:p>
          <a:p>
            <a:pPr marL="342900" marR="0" lvl="0" indent="-342900" algn="just">
              <a:lnSpc>
                <a:spcPct val="107000"/>
              </a:lnSpc>
              <a:spcBef>
                <a:spcPts val="0"/>
              </a:spcBef>
              <a:spcAft>
                <a:spcPts val="0"/>
              </a:spcAft>
              <a:buFont typeface="+mj-lt"/>
              <a:buAutoNum type="alphaLcPeriod"/>
            </a:pPr>
            <a:r>
              <a:rPr lang="en-US" sz="1100" b="1" u="sng">
                <a:latin typeface="Times New Roman" panose="02020603050405020304" pitchFamily="18" charset="0"/>
                <a:ea typeface="Calibri" panose="020F0502020204030204" pitchFamily="34" charset="0"/>
                <a:cs typeface="Arial" panose="020B0604020202020204" pitchFamily="34" charset="0"/>
              </a:rPr>
              <a:t>Aggregation layer</a:t>
            </a:r>
            <a:r>
              <a:rPr lang="en-US" sz="1100" b="1">
                <a:latin typeface="Times New Roman" panose="02020603050405020304" pitchFamily="18" charset="0"/>
                <a:ea typeface="Calibri" panose="020F0502020204030204" pitchFamily="34" charset="0"/>
                <a:cs typeface="Arial" panose="020B0604020202020204" pitchFamily="34" charset="0"/>
              </a:rPr>
              <a:t>: </a:t>
            </a:r>
            <a:r>
              <a:rPr lang="en-US" sz="1100">
                <a:latin typeface="Times New Roman" panose="02020603050405020304" pitchFamily="18" charset="0"/>
                <a:ea typeface="Calibri" panose="020F0502020204030204" pitchFamily="34" charset="0"/>
                <a:cs typeface="Arial" panose="020B0604020202020204" pitchFamily="34" charset="0"/>
              </a:rPr>
              <a:t>Multiple </a:t>
            </a:r>
            <a:r>
              <a:rPr lang="en-US" sz="1100" err="1">
                <a:latin typeface="Times New Roman" panose="02020603050405020304" pitchFamily="18" charset="0"/>
                <a:ea typeface="Calibri" panose="020F0502020204030204" pitchFamily="34" charset="0"/>
                <a:cs typeface="Arial" panose="020B0604020202020204" pitchFamily="34" charset="0"/>
              </a:rPr>
              <a:t>eNBs</a:t>
            </a:r>
            <a:r>
              <a:rPr lang="en-US" sz="1100">
                <a:latin typeface="Times New Roman" panose="02020603050405020304" pitchFamily="18" charset="0"/>
                <a:ea typeface="Calibri" panose="020F0502020204030204" pitchFamily="34" charset="0"/>
                <a:cs typeface="Arial" panose="020B0604020202020204" pitchFamily="34" charset="0"/>
              </a:rPr>
              <a:t> and RSUs from access network are connected to their respective ISP Network or Cellular Backhaul to access Internet. Data from multiple nodes are aggregated in this layer and transferred to core application.</a:t>
            </a:r>
            <a:endParaRPr lang="en-US" sz="1100">
              <a:latin typeface="Calibri" panose="020F0502020204030204" pitchFamily="34" charset="0"/>
              <a:ea typeface="Calibri" panose="020F0502020204030204" pitchFamily="34" charset="0"/>
              <a:cs typeface="Arial" panose="020B0604020202020204" pitchFamily="34" charset="0"/>
            </a:endParaRPr>
          </a:p>
          <a:p>
            <a:pPr marL="342900" marR="0" lvl="0" indent="-342900" algn="just">
              <a:lnSpc>
                <a:spcPct val="107000"/>
              </a:lnSpc>
              <a:spcBef>
                <a:spcPts val="0"/>
              </a:spcBef>
              <a:spcAft>
                <a:spcPts val="0"/>
              </a:spcAft>
              <a:buFont typeface="+mj-lt"/>
              <a:buAutoNum type="alphaLcPeriod"/>
            </a:pPr>
            <a:r>
              <a:rPr lang="en-US" sz="1100" b="1" u="sng">
                <a:latin typeface="Times New Roman" panose="02020603050405020304" pitchFamily="18" charset="0"/>
                <a:ea typeface="Calibri" panose="020F0502020204030204" pitchFamily="34" charset="0"/>
                <a:cs typeface="Arial" panose="020B0604020202020204" pitchFamily="34" charset="0"/>
              </a:rPr>
              <a:t>Application layer</a:t>
            </a:r>
            <a:r>
              <a:rPr lang="en-US" sz="1100" b="1">
                <a:latin typeface="Times New Roman" panose="02020603050405020304" pitchFamily="18" charset="0"/>
                <a:ea typeface="Calibri" panose="020F0502020204030204" pitchFamily="34" charset="0"/>
                <a:cs typeface="Arial" panose="020B0604020202020204" pitchFamily="34" charset="0"/>
              </a:rPr>
              <a:t>:</a:t>
            </a:r>
            <a:r>
              <a:rPr lang="en-US" sz="1100">
                <a:latin typeface="Times New Roman" panose="02020603050405020304" pitchFamily="18" charset="0"/>
                <a:ea typeface="Calibri" panose="020F0502020204030204" pitchFamily="34" charset="0"/>
                <a:cs typeface="Arial" panose="020B0604020202020204" pitchFamily="34" charset="0"/>
              </a:rPr>
              <a:t> Central node i.e. Application server is part of Application layer. Network monitoring and service scheduling can be processed on Application servers in this layer.</a:t>
            </a:r>
            <a:endParaRPr lang="en-US" sz="1100">
              <a:effectLst/>
              <a:latin typeface="Calibri" panose="020F0502020204030204" pitchFamily="34" charset="0"/>
              <a:ea typeface="Calibri" panose="020F0502020204030204" pitchFamily="34" charset="0"/>
              <a:cs typeface="Arial" panose="020B0604020202020204" pitchFamily="34" charset="0"/>
            </a:endParaRPr>
          </a:p>
        </p:txBody>
      </p:sp>
      <p:grpSp>
        <p:nvGrpSpPr>
          <p:cNvPr id="40" name="Group 39">
            <a:extLst>
              <a:ext uri="{FF2B5EF4-FFF2-40B4-BE49-F238E27FC236}">
                <a16:creationId xmlns:a16="http://schemas.microsoft.com/office/drawing/2014/main" id="{2C4AA917-8559-4A60-96B1-0F72B8EF2F2E}"/>
              </a:ext>
            </a:extLst>
          </p:cNvPr>
          <p:cNvGrpSpPr/>
          <p:nvPr/>
        </p:nvGrpSpPr>
        <p:grpSpPr>
          <a:xfrm>
            <a:off x="5042471" y="694581"/>
            <a:ext cx="6492242" cy="3769262"/>
            <a:chOff x="2849879" y="2212760"/>
            <a:chExt cx="6492242" cy="3769262"/>
          </a:xfrm>
        </p:grpSpPr>
        <p:sp>
          <p:nvSpPr>
            <p:cNvPr id="41" name="Flowchart: Terminator 40">
              <a:extLst>
                <a:ext uri="{FF2B5EF4-FFF2-40B4-BE49-F238E27FC236}">
                  <a16:creationId xmlns:a16="http://schemas.microsoft.com/office/drawing/2014/main" id="{FB86B1B4-8E49-4DE7-95A0-2DC39DE5FF88}"/>
                </a:ext>
              </a:extLst>
            </p:cNvPr>
            <p:cNvSpPr/>
            <p:nvPr/>
          </p:nvSpPr>
          <p:spPr>
            <a:xfrm>
              <a:off x="2849880" y="4251984"/>
              <a:ext cx="4629259" cy="1730038"/>
            </a:xfrm>
            <a:prstGeom prst="flowChartTerminator">
              <a:avLst/>
            </a:prstGeom>
            <a:solidFill>
              <a:schemeClr val="accent2">
                <a:lumMod val="60000"/>
                <a:lumOff val="40000"/>
              </a:schemeClr>
            </a:solidFill>
            <a:ln>
              <a:prstDash val="sysDot"/>
            </a:ln>
            <a:scene3d>
              <a:camera prst="orthographicFront"/>
              <a:lightRig rig="threePt" dir="t"/>
            </a:scene3d>
            <a:sp3d/>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600">
                  <a:effectLst/>
                  <a:ea typeface="Calibri" panose="020F0502020204030204" pitchFamily="34" charset="0"/>
                  <a:cs typeface="Times New Roman" panose="02020603050405020304" pitchFamily="18" charset="0"/>
                </a:rPr>
                <a:t>Access </a:t>
              </a:r>
              <a:br>
                <a:rPr lang="en-US" sz="1600">
                  <a:effectLst/>
                  <a:ea typeface="Calibri" panose="020F0502020204030204" pitchFamily="34" charset="0"/>
                  <a:cs typeface="Times New Roman" panose="02020603050405020304" pitchFamily="18" charset="0"/>
                </a:rPr>
              </a:br>
              <a:r>
                <a:rPr lang="en-US" sz="1600">
                  <a:effectLst/>
                  <a:ea typeface="Calibri" panose="020F0502020204030204" pitchFamily="34" charset="0"/>
                  <a:cs typeface="Times New Roman" panose="02020603050405020304" pitchFamily="18" charset="0"/>
                </a:rPr>
                <a:t>Layer</a:t>
              </a:r>
              <a:endParaRPr lang="en-US" sz="1100">
                <a:effectLst/>
                <a:ea typeface="Calibri" panose="020F0502020204030204" pitchFamily="34" charset="0"/>
                <a:cs typeface="Times New Roman" panose="02020603050405020304" pitchFamily="18" charset="0"/>
              </a:endParaRPr>
            </a:p>
          </p:txBody>
        </p:sp>
        <p:sp>
          <p:nvSpPr>
            <p:cNvPr id="42" name="Rectangle 41">
              <a:extLst>
                <a:ext uri="{FF2B5EF4-FFF2-40B4-BE49-F238E27FC236}">
                  <a16:creationId xmlns:a16="http://schemas.microsoft.com/office/drawing/2014/main" id="{C01D4EC8-99A4-4A0D-B737-00D4AD1D20FD}"/>
                </a:ext>
              </a:extLst>
            </p:cNvPr>
            <p:cNvSpPr/>
            <p:nvPr/>
          </p:nvSpPr>
          <p:spPr>
            <a:xfrm>
              <a:off x="7613453" y="2390750"/>
              <a:ext cx="1728668" cy="700793"/>
            </a:xfrm>
            <a:prstGeom prst="rect">
              <a:avLst/>
            </a:prstGeom>
            <a:ln>
              <a:prstDash val="dashDot"/>
            </a:ln>
            <a:effectLst/>
            <a:scene3d>
              <a:camera prst="orthographicFront"/>
              <a:lightRig rig="threePt" dir="t"/>
            </a:scene3d>
            <a:sp3d/>
          </p:spPr>
          <p:style>
            <a:lnRef idx="2">
              <a:schemeClr val="dk1"/>
            </a:lnRef>
            <a:fillRef idx="1">
              <a:schemeClr val="lt1"/>
            </a:fillRef>
            <a:effectRef idx="0">
              <a:schemeClr val="dk1"/>
            </a:effectRef>
            <a:fontRef idx="minor">
              <a:schemeClr val="dk1"/>
            </a:fontRef>
          </p:style>
          <p:txBody>
            <a:bodyPr rtlCol="0" anchor="ctr"/>
            <a:lstStyle/>
            <a:p>
              <a:r>
                <a:rPr lang="en-US" sz="800"/>
                <a:t>Legends</a:t>
              </a:r>
            </a:p>
            <a:p>
              <a:endParaRPr lang="en-US" sz="800"/>
            </a:p>
            <a:p>
              <a:r>
                <a:rPr lang="en-US" sz="800"/>
                <a:t>Logical connection      </a:t>
              </a:r>
              <a:r>
                <a:rPr lang="en-US" sz="800" b="1">
                  <a:solidFill>
                    <a:srgbClr val="FF0000"/>
                  </a:solidFill>
                </a:rPr>
                <a:t>- - - - - - -</a:t>
              </a:r>
              <a:br>
                <a:rPr lang="en-US" sz="800" b="1">
                  <a:solidFill>
                    <a:srgbClr val="FF0000"/>
                  </a:solidFill>
                </a:rPr>
              </a:br>
              <a:r>
                <a:rPr lang="en-US" sz="800"/>
                <a:t>Ethernet                        ------------                       </a:t>
              </a:r>
              <a:br>
                <a:rPr lang="en-US" sz="800"/>
              </a:br>
              <a:r>
                <a:rPr lang="en-US" sz="800"/>
                <a:t>Wireless                         </a:t>
              </a:r>
              <a:r>
                <a:rPr lang="en-US" sz="800" b="1"/>
                <a:t>- - - - - - - </a:t>
              </a:r>
            </a:p>
          </p:txBody>
        </p:sp>
        <p:cxnSp>
          <p:nvCxnSpPr>
            <p:cNvPr id="43" name="Straight Connector 42">
              <a:extLst>
                <a:ext uri="{FF2B5EF4-FFF2-40B4-BE49-F238E27FC236}">
                  <a16:creationId xmlns:a16="http://schemas.microsoft.com/office/drawing/2014/main" id="{F582A3FD-9741-4B3D-8E8B-38C077B97CAB}"/>
                </a:ext>
              </a:extLst>
            </p:cNvPr>
            <p:cNvCxnSpPr>
              <a:cxnSpLocks/>
            </p:cNvCxnSpPr>
            <p:nvPr/>
          </p:nvCxnSpPr>
          <p:spPr>
            <a:xfrm>
              <a:off x="4766797" y="2237662"/>
              <a:ext cx="440220" cy="0"/>
            </a:xfrm>
            <a:prstGeom prst="line">
              <a:avLst/>
            </a:prstGeom>
            <a:scene3d>
              <a:camera prst="orthographicFront"/>
              <a:lightRig rig="threePt" dir="t"/>
            </a:scene3d>
            <a:sp3d/>
          </p:spPr>
          <p:style>
            <a:lnRef idx="2">
              <a:schemeClr val="dk1"/>
            </a:lnRef>
            <a:fillRef idx="0">
              <a:schemeClr val="dk1"/>
            </a:fillRef>
            <a:effectRef idx="1">
              <a:schemeClr val="dk1"/>
            </a:effectRef>
            <a:fontRef idx="minor">
              <a:schemeClr val="tx1"/>
            </a:fontRef>
          </p:style>
        </p:cxnSp>
        <p:sp>
          <p:nvSpPr>
            <p:cNvPr id="44" name="Flowchart: Terminator 43">
              <a:extLst>
                <a:ext uri="{FF2B5EF4-FFF2-40B4-BE49-F238E27FC236}">
                  <a16:creationId xmlns:a16="http://schemas.microsoft.com/office/drawing/2014/main" id="{4E5A3AB9-2A39-4A3D-862C-0BBA76D13FC7}"/>
                </a:ext>
              </a:extLst>
            </p:cNvPr>
            <p:cNvSpPr/>
            <p:nvPr/>
          </p:nvSpPr>
          <p:spPr>
            <a:xfrm>
              <a:off x="2849879" y="2916847"/>
              <a:ext cx="4539199" cy="1324556"/>
            </a:xfrm>
            <a:prstGeom prst="flowChartTerminator">
              <a:avLst/>
            </a:prstGeom>
            <a:solidFill>
              <a:schemeClr val="accent5">
                <a:lumMod val="60000"/>
                <a:lumOff val="40000"/>
              </a:schemeClr>
            </a:solidFill>
            <a:ln/>
          </p:spPr>
          <p:style>
            <a:lnRef idx="1">
              <a:schemeClr val="accent5"/>
            </a:lnRef>
            <a:fillRef idx="2">
              <a:schemeClr val="accent5"/>
            </a:fillRef>
            <a:effectRef idx="1">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nSpc>
                  <a:spcPct val="107000"/>
                </a:lnSpc>
                <a:spcBef>
                  <a:spcPts val="0"/>
                </a:spcBef>
                <a:spcAft>
                  <a:spcPts val="800"/>
                </a:spcAft>
              </a:pPr>
              <a:r>
                <a:rPr lang="en-US" sz="1600">
                  <a:effectLst/>
                  <a:ea typeface="Calibri" panose="020F0502020204030204" pitchFamily="34" charset="0"/>
                  <a:cs typeface="Times New Roman" panose="02020603050405020304" pitchFamily="18" charset="0"/>
                </a:rPr>
                <a:t>Aggregation</a:t>
              </a:r>
              <a:br>
                <a:rPr lang="en-US" sz="1600">
                  <a:effectLst/>
                  <a:ea typeface="Calibri" panose="020F0502020204030204" pitchFamily="34" charset="0"/>
                  <a:cs typeface="Times New Roman" panose="02020603050405020304" pitchFamily="18" charset="0"/>
                </a:rPr>
              </a:br>
              <a:r>
                <a:rPr lang="en-US" sz="1600">
                  <a:effectLst/>
                  <a:ea typeface="Calibri" panose="020F0502020204030204" pitchFamily="34" charset="0"/>
                  <a:cs typeface="Times New Roman" panose="02020603050405020304" pitchFamily="18" charset="0"/>
                </a:rPr>
                <a:t>Layer</a:t>
              </a:r>
              <a:endParaRPr lang="en-US" sz="1100">
                <a:effectLst/>
                <a:ea typeface="Calibri" panose="020F0502020204030204" pitchFamily="34" charset="0"/>
                <a:cs typeface="Times New Roman" panose="02020603050405020304" pitchFamily="18" charset="0"/>
              </a:endParaRPr>
            </a:p>
          </p:txBody>
        </p:sp>
        <p:sp>
          <p:nvSpPr>
            <p:cNvPr id="45" name="Flowchart: Terminator 44">
              <a:extLst>
                <a:ext uri="{FF2B5EF4-FFF2-40B4-BE49-F238E27FC236}">
                  <a16:creationId xmlns:a16="http://schemas.microsoft.com/office/drawing/2014/main" id="{A127E7B2-8D03-4608-B29C-9E3EF8F3A2D9}"/>
                </a:ext>
              </a:extLst>
            </p:cNvPr>
            <p:cNvSpPr/>
            <p:nvPr/>
          </p:nvSpPr>
          <p:spPr>
            <a:xfrm>
              <a:off x="2849879" y="2212760"/>
              <a:ext cx="4509572" cy="704087"/>
            </a:xfrm>
            <a:prstGeom prst="flowChartTerminator">
              <a:avLst/>
            </a:prstGeom>
            <a:solidFill>
              <a:schemeClr val="accent6">
                <a:lumMod val="60000"/>
                <a:lumOff val="40000"/>
              </a:schemeClr>
            </a:solidFill>
            <a:ln/>
          </p:spPr>
          <p:style>
            <a:lnRef idx="1">
              <a:schemeClr val="accent6"/>
            </a:lnRef>
            <a:fillRef idx="2">
              <a:schemeClr val="accent6"/>
            </a:fillRef>
            <a:effectRef idx="1">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nSpc>
                  <a:spcPct val="107000"/>
                </a:lnSpc>
                <a:spcBef>
                  <a:spcPts val="0"/>
                </a:spcBef>
                <a:spcAft>
                  <a:spcPts val="800"/>
                </a:spcAft>
              </a:pPr>
              <a:r>
                <a:rPr lang="en-US" sz="1600">
                  <a:effectLst/>
                  <a:ea typeface="Calibri" panose="020F0502020204030204" pitchFamily="34" charset="0"/>
                  <a:cs typeface="Times New Roman" panose="02020603050405020304" pitchFamily="18" charset="0"/>
                </a:rPr>
                <a:t>Application</a:t>
              </a:r>
              <a:br>
                <a:rPr lang="en-US" sz="1600">
                  <a:effectLst/>
                  <a:ea typeface="Calibri" panose="020F0502020204030204" pitchFamily="34" charset="0"/>
                  <a:cs typeface="Times New Roman" panose="02020603050405020304" pitchFamily="18" charset="0"/>
                </a:rPr>
              </a:br>
              <a:r>
                <a:rPr lang="en-US" sz="1600">
                  <a:effectLst/>
                  <a:ea typeface="Calibri" panose="020F0502020204030204" pitchFamily="34" charset="0"/>
                  <a:cs typeface="Times New Roman" panose="02020603050405020304" pitchFamily="18" charset="0"/>
                </a:rPr>
                <a:t>Layer</a:t>
              </a:r>
              <a:endParaRPr lang="en-US" sz="1100">
                <a:effectLst/>
                <a:ea typeface="Calibri" panose="020F0502020204030204" pitchFamily="34" charset="0"/>
                <a:cs typeface="Times New Roman" panose="02020603050405020304" pitchFamily="18" charset="0"/>
              </a:endParaRPr>
            </a:p>
          </p:txBody>
        </p:sp>
        <p:sp>
          <p:nvSpPr>
            <p:cNvPr id="46" name="Flowchart: Alternate Process 45">
              <a:extLst>
                <a:ext uri="{FF2B5EF4-FFF2-40B4-BE49-F238E27FC236}">
                  <a16:creationId xmlns:a16="http://schemas.microsoft.com/office/drawing/2014/main" id="{39208BEC-86DC-4611-AF9E-00802CB7CFE1}"/>
                </a:ext>
              </a:extLst>
            </p:cNvPr>
            <p:cNvSpPr/>
            <p:nvPr/>
          </p:nvSpPr>
          <p:spPr>
            <a:xfrm>
              <a:off x="4855215" y="2287587"/>
              <a:ext cx="1030495" cy="484796"/>
            </a:xfrm>
            <a:prstGeom prst="flowChartAlternateProcess">
              <a:avLst/>
            </a:prstGeom>
            <a:scene3d>
              <a:camera prst="orthographicFront"/>
              <a:lightRig rig="threePt" dir="t"/>
            </a:scene3d>
            <a:sp3d/>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000">
                  <a:effectLst/>
                  <a:ea typeface="Calibri" panose="020F0502020204030204" pitchFamily="34" charset="0"/>
                  <a:cs typeface="Times New Roman" panose="02020603050405020304" pitchFamily="18" charset="0"/>
                </a:rPr>
                <a:t>Application Server</a:t>
              </a:r>
            </a:p>
          </p:txBody>
        </p:sp>
        <p:sp>
          <p:nvSpPr>
            <p:cNvPr id="47" name="Cloud 46">
              <a:extLst>
                <a:ext uri="{FF2B5EF4-FFF2-40B4-BE49-F238E27FC236}">
                  <a16:creationId xmlns:a16="http://schemas.microsoft.com/office/drawing/2014/main" id="{88348EED-8F58-491B-B7DA-9DC0D13570E1}"/>
                </a:ext>
              </a:extLst>
            </p:cNvPr>
            <p:cNvSpPr/>
            <p:nvPr/>
          </p:nvSpPr>
          <p:spPr>
            <a:xfrm>
              <a:off x="4749638" y="3678808"/>
              <a:ext cx="1248807" cy="457798"/>
            </a:xfrm>
            <a:prstGeom prst="cloud">
              <a:avLst/>
            </a:prstGeom>
            <a:scene3d>
              <a:camera prst="orthographicFront"/>
              <a:lightRig rig="threePt" dir="t"/>
            </a:scene3d>
            <a:sp3d/>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000">
                  <a:effectLst/>
                  <a:ea typeface="Calibri" panose="020F0502020204030204" pitchFamily="34" charset="0"/>
                  <a:cs typeface="Times New Roman" panose="02020603050405020304" pitchFamily="18" charset="0"/>
                </a:rPr>
                <a:t>ISP Network</a:t>
              </a:r>
            </a:p>
          </p:txBody>
        </p:sp>
        <p:sp>
          <p:nvSpPr>
            <p:cNvPr id="48" name="Flowchart: Alternate Process 47">
              <a:extLst>
                <a:ext uri="{FF2B5EF4-FFF2-40B4-BE49-F238E27FC236}">
                  <a16:creationId xmlns:a16="http://schemas.microsoft.com/office/drawing/2014/main" id="{6BC63FD3-746C-40FE-9D97-F3160CC4A382}"/>
                </a:ext>
              </a:extLst>
            </p:cNvPr>
            <p:cNvSpPr/>
            <p:nvPr/>
          </p:nvSpPr>
          <p:spPr>
            <a:xfrm>
              <a:off x="4717843" y="4354023"/>
              <a:ext cx="1322470" cy="230757"/>
            </a:xfrm>
            <a:prstGeom prst="flowChartAlternateProcess">
              <a:avLst/>
            </a:prstGeom>
            <a:scene3d>
              <a:camera prst="orthographicFront"/>
              <a:lightRig rig="threePt" dir="t"/>
            </a:scene3d>
            <a:sp3d/>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000">
                  <a:effectLst/>
                  <a:ea typeface="Calibri" panose="020F0502020204030204" pitchFamily="34" charset="0"/>
                  <a:cs typeface="Times New Roman" panose="02020603050405020304" pitchFamily="18" charset="0"/>
                </a:rPr>
                <a:t>Switch/Router</a:t>
              </a:r>
            </a:p>
          </p:txBody>
        </p:sp>
        <p:sp>
          <p:nvSpPr>
            <p:cNvPr id="49" name="Rectangle 48">
              <a:extLst>
                <a:ext uri="{FF2B5EF4-FFF2-40B4-BE49-F238E27FC236}">
                  <a16:creationId xmlns:a16="http://schemas.microsoft.com/office/drawing/2014/main" id="{175AD329-5FC5-4E71-82A5-7BD9C0C789C9}"/>
                </a:ext>
              </a:extLst>
            </p:cNvPr>
            <p:cNvSpPr/>
            <p:nvPr/>
          </p:nvSpPr>
          <p:spPr>
            <a:xfrm>
              <a:off x="6146904" y="4971307"/>
              <a:ext cx="562781" cy="249432"/>
            </a:xfrm>
            <a:prstGeom prst="rect">
              <a:avLst/>
            </a:prstGeom>
            <a:scene3d>
              <a:camera prst="orthographicFront"/>
              <a:lightRig rig="threePt" dir="t"/>
            </a:scene3d>
            <a:sp3d/>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000">
                  <a:effectLst/>
                  <a:ea typeface="Calibri" panose="020F0502020204030204" pitchFamily="34" charset="0"/>
                  <a:cs typeface="Times New Roman" panose="02020603050405020304" pitchFamily="18" charset="0"/>
                </a:rPr>
                <a:t>RSU</a:t>
              </a:r>
            </a:p>
          </p:txBody>
        </p:sp>
        <p:sp>
          <p:nvSpPr>
            <p:cNvPr id="50" name="Rectangle 49">
              <a:extLst>
                <a:ext uri="{FF2B5EF4-FFF2-40B4-BE49-F238E27FC236}">
                  <a16:creationId xmlns:a16="http://schemas.microsoft.com/office/drawing/2014/main" id="{1F876D59-528E-40C9-A8E5-56993531891E}"/>
                </a:ext>
              </a:extLst>
            </p:cNvPr>
            <p:cNvSpPr/>
            <p:nvPr/>
          </p:nvSpPr>
          <p:spPr>
            <a:xfrm>
              <a:off x="5903686" y="5535815"/>
              <a:ext cx="1061432" cy="345597"/>
            </a:xfrm>
            <a:prstGeom prst="rect">
              <a:avLst/>
            </a:prstGeom>
            <a:scene3d>
              <a:camera prst="orthographicFront"/>
              <a:lightRig rig="threePt" dir="t"/>
            </a:scene3d>
            <a:sp3d/>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000">
                  <a:effectLst/>
                  <a:ea typeface="Calibri" panose="020F0502020204030204" pitchFamily="34" charset="0"/>
                  <a:cs typeface="Times New Roman" panose="02020603050405020304" pitchFamily="18" charset="0"/>
                </a:rPr>
                <a:t>OBU/ </a:t>
              </a:r>
              <a:r>
                <a:rPr lang="en-US" sz="1000" err="1">
                  <a:effectLst/>
                  <a:ea typeface="Calibri" panose="020F0502020204030204" pitchFamily="34" charset="0"/>
                  <a:cs typeface="Times New Roman" panose="02020603050405020304" pitchFamily="18" charset="0"/>
                </a:rPr>
                <a:t>SmartPhone</a:t>
              </a:r>
              <a:endParaRPr lang="en-US" sz="1000">
                <a:effectLst/>
                <a:ea typeface="Calibri" panose="020F0502020204030204" pitchFamily="34" charset="0"/>
                <a:cs typeface="Times New Roman" panose="02020603050405020304" pitchFamily="18" charset="0"/>
              </a:endParaRPr>
            </a:p>
          </p:txBody>
        </p:sp>
        <p:sp>
          <p:nvSpPr>
            <p:cNvPr id="51" name="Cloud 50">
              <a:extLst>
                <a:ext uri="{FF2B5EF4-FFF2-40B4-BE49-F238E27FC236}">
                  <a16:creationId xmlns:a16="http://schemas.microsoft.com/office/drawing/2014/main" id="{6E1B7ADB-BEB5-40B5-AF77-EE7B885ED2CE}"/>
                </a:ext>
              </a:extLst>
            </p:cNvPr>
            <p:cNvSpPr/>
            <p:nvPr/>
          </p:nvSpPr>
          <p:spPr>
            <a:xfrm>
              <a:off x="4911229" y="3009579"/>
              <a:ext cx="920330" cy="537821"/>
            </a:xfrm>
            <a:prstGeom prst="cloud">
              <a:avLst/>
            </a:prstGeom>
            <a:scene3d>
              <a:camera prst="orthographicFront"/>
              <a:lightRig rig="threePt" dir="t"/>
            </a:scene3d>
            <a:sp3d/>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000">
                  <a:effectLst/>
                  <a:ea typeface="Calibri" panose="020F0502020204030204" pitchFamily="34" charset="0"/>
                  <a:cs typeface="Times New Roman" panose="02020603050405020304" pitchFamily="18" charset="0"/>
                </a:rPr>
                <a:t>Cloud</a:t>
              </a:r>
            </a:p>
          </p:txBody>
        </p:sp>
        <p:cxnSp>
          <p:nvCxnSpPr>
            <p:cNvPr id="52" name="Straight Connector 51">
              <a:extLst>
                <a:ext uri="{FF2B5EF4-FFF2-40B4-BE49-F238E27FC236}">
                  <a16:creationId xmlns:a16="http://schemas.microsoft.com/office/drawing/2014/main" id="{BFFEF015-61BE-43F2-AB51-E0859ED726C8}"/>
                </a:ext>
              </a:extLst>
            </p:cNvPr>
            <p:cNvCxnSpPr>
              <a:cxnSpLocks/>
              <a:stCxn id="46" idx="2"/>
              <a:endCxn id="51" idx="3"/>
            </p:cNvCxnSpPr>
            <p:nvPr/>
          </p:nvCxnSpPr>
          <p:spPr>
            <a:xfrm>
              <a:off x="5370463" y="2772383"/>
              <a:ext cx="932" cy="267946"/>
            </a:xfrm>
            <a:prstGeom prst="line">
              <a:avLst/>
            </a:prstGeom>
            <a:scene3d>
              <a:camera prst="orthographicFront"/>
              <a:lightRig rig="threePt" dir="t"/>
            </a:scene3d>
            <a:sp3d/>
          </p:spPr>
          <p:style>
            <a:lnRef idx="2">
              <a:schemeClr val="dk1"/>
            </a:lnRef>
            <a:fillRef idx="0">
              <a:schemeClr val="dk1"/>
            </a:fillRef>
            <a:effectRef idx="1">
              <a:schemeClr val="dk1"/>
            </a:effectRef>
            <a:fontRef idx="minor">
              <a:schemeClr val="tx1"/>
            </a:fontRef>
          </p:style>
        </p:cxnSp>
        <p:cxnSp>
          <p:nvCxnSpPr>
            <p:cNvPr id="53" name="Straight Connector 52">
              <a:extLst>
                <a:ext uri="{FF2B5EF4-FFF2-40B4-BE49-F238E27FC236}">
                  <a16:creationId xmlns:a16="http://schemas.microsoft.com/office/drawing/2014/main" id="{EFFFB76E-F11F-4E1F-A75E-A2F466646D7A}"/>
                </a:ext>
              </a:extLst>
            </p:cNvPr>
            <p:cNvCxnSpPr>
              <a:cxnSpLocks/>
              <a:stCxn id="51" idx="1"/>
              <a:endCxn id="47" idx="3"/>
            </p:cNvCxnSpPr>
            <p:nvPr/>
          </p:nvCxnSpPr>
          <p:spPr>
            <a:xfrm>
              <a:off x="5371395" y="3546827"/>
              <a:ext cx="2646" cy="158156"/>
            </a:xfrm>
            <a:prstGeom prst="line">
              <a:avLst/>
            </a:prstGeom>
            <a:ln>
              <a:headEnd type="none" w="med" len="med"/>
              <a:tailEnd type="none" w="med" len="med"/>
            </a:ln>
            <a:scene3d>
              <a:camera prst="orthographicFront"/>
              <a:lightRig rig="threePt" dir="t"/>
            </a:scene3d>
            <a:sp3d/>
          </p:spPr>
          <p:style>
            <a:lnRef idx="2">
              <a:schemeClr val="dk1"/>
            </a:lnRef>
            <a:fillRef idx="0">
              <a:schemeClr val="dk1"/>
            </a:fillRef>
            <a:effectRef idx="1">
              <a:schemeClr val="dk1"/>
            </a:effectRef>
            <a:fontRef idx="minor">
              <a:schemeClr val="tx1"/>
            </a:fontRef>
          </p:style>
        </p:cxnSp>
        <p:cxnSp>
          <p:nvCxnSpPr>
            <p:cNvPr id="54" name="Straight Connector 53">
              <a:extLst>
                <a:ext uri="{FF2B5EF4-FFF2-40B4-BE49-F238E27FC236}">
                  <a16:creationId xmlns:a16="http://schemas.microsoft.com/office/drawing/2014/main" id="{7342460D-43B7-46EA-931C-56D092CEC7BC}"/>
                </a:ext>
              </a:extLst>
            </p:cNvPr>
            <p:cNvCxnSpPr>
              <a:cxnSpLocks/>
              <a:stCxn id="47" idx="1"/>
              <a:endCxn id="48" idx="0"/>
            </p:cNvCxnSpPr>
            <p:nvPr/>
          </p:nvCxnSpPr>
          <p:spPr>
            <a:xfrm>
              <a:off x="5374041" y="4136119"/>
              <a:ext cx="5037" cy="217904"/>
            </a:xfrm>
            <a:prstGeom prst="line">
              <a:avLst/>
            </a:prstGeom>
            <a:scene3d>
              <a:camera prst="orthographicFront"/>
              <a:lightRig rig="threePt" dir="t"/>
            </a:scene3d>
            <a:sp3d/>
          </p:spPr>
          <p:style>
            <a:lnRef idx="2">
              <a:schemeClr val="dk1"/>
            </a:lnRef>
            <a:fillRef idx="0">
              <a:schemeClr val="dk1"/>
            </a:fillRef>
            <a:effectRef idx="1">
              <a:schemeClr val="dk1"/>
            </a:effectRef>
            <a:fontRef idx="minor">
              <a:schemeClr val="tx1"/>
            </a:fontRef>
          </p:style>
        </p:cxnSp>
        <p:cxnSp>
          <p:nvCxnSpPr>
            <p:cNvPr id="55" name="Straight Connector 54">
              <a:extLst>
                <a:ext uri="{FF2B5EF4-FFF2-40B4-BE49-F238E27FC236}">
                  <a16:creationId xmlns:a16="http://schemas.microsoft.com/office/drawing/2014/main" id="{5C8EEFAA-BE3E-44DE-9DED-2A23FFE5C4F8}"/>
                </a:ext>
              </a:extLst>
            </p:cNvPr>
            <p:cNvCxnSpPr>
              <a:cxnSpLocks/>
              <a:stCxn id="48" idx="2"/>
              <a:endCxn id="49" idx="0"/>
            </p:cNvCxnSpPr>
            <p:nvPr/>
          </p:nvCxnSpPr>
          <p:spPr>
            <a:xfrm>
              <a:off x="5379078" y="4584780"/>
              <a:ext cx="1049216" cy="386527"/>
            </a:xfrm>
            <a:prstGeom prst="line">
              <a:avLst/>
            </a:prstGeom>
            <a:scene3d>
              <a:camera prst="orthographicFront"/>
              <a:lightRig rig="threePt" dir="t"/>
            </a:scene3d>
            <a:sp3d/>
          </p:spPr>
          <p:style>
            <a:lnRef idx="2">
              <a:schemeClr val="dk1"/>
            </a:lnRef>
            <a:fillRef idx="0">
              <a:schemeClr val="dk1"/>
            </a:fillRef>
            <a:effectRef idx="1">
              <a:schemeClr val="dk1"/>
            </a:effectRef>
            <a:fontRef idx="minor">
              <a:schemeClr val="tx1"/>
            </a:fontRef>
          </p:style>
        </p:cxnSp>
        <p:cxnSp>
          <p:nvCxnSpPr>
            <p:cNvPr id="56" name="Straight Connector 55">
              <a:extLst>
                <a:ext uri="{FF2B5EF4-FFF2-40B4-BE49-F238E27FC236}">
                  <a16:creationId xmlns:a16="http://schemas.microsoft.com/office/drawing/2014/main" id="{BC519AFF-A483-4971-879A-D0F2DFF8D8C7}"/>
                </a:ext>
              </a:extLst>
            </p:cNvPr>
            <p:cNvCxnSpPr>
              <a:cxnSpLocks/>
              <a:stCxn id="48" idx="2"/>
              <a:endCxn id="61" idx="0"/>
            </p:cNvCxnSpPr>
            <p:nvPr/>
          </p:nvCxnSpPr>
          <p:spPr>
            <a:xfrm flipH="1">
              <a:off x="4198876" y="4584780"/>
              <a:ext cx="1180202" cy="420584"/>
            </a:xfrm>
            <a:prstGeom prst="line">
              <a:avLst/>
            </a:prstGeom>
            <a:scene3d>
              <a:camera prst="orthographicFront"/>
              <a:lightRig rig="threePt" dir="t"/>
            </a:scene3d>
            <a:sp3d/>
          </p:spPr>
          <p:style>
            <a:lnRef idx="2">
              <a:schemeClr val="dk1"/>
            </a:lnRef>
            <a:fillRef idx="0">
              <a:schemeClr val="dk1"/>
            </a:fillRef>
            <a:effectRef idx="1">
              <a:schemeClr val="dk1"/>
            </a:effectRef>
            <a:fontRef idx="minor">
              <a:schemeClr val="tx1"/>
            </a:fontRef>
          </p:style>
        </p:cxnSp>
        <p:cxnSp>
          <p:nvCxnSpPr>
            <p:cNvPr id="57" name="Straight Connector 56">
              <a:extLst>
                <a:ext uri="{FF2B5EF4-FFF2-40B4-BE49-F238E27FC236}">
                  <a16:creationId xmlns:a16="http://schemas.microsoft.com/office/drawing/2014/main" id="{D32096FA-FF9B-4527-9C9E-9AA8D2F1206C}"/>
                </a:ext>
              </a:extLst>
            </p:cNvPr>
            <p:cNvCxnSpPr>
              <a:cxnSpLocks/>
              <a:stCxn id="62" idx="1"/>
              <a:endCxn id="61" idx="3"/>
            </p:cNvCxnSpPr>
            <p:nvPr/>
          </p:nvCxnSpPr>
          <p:spPr>
            <a:xfrm flipH="1">
              <a:off x="4615173" y="5096024"/>
              <a:ext cx="285237" cy="0"/>
            </a:xfrm>
            <a:prstGeom prst="line">
              <a:avLst/>
            </a:prstGeom>
            <a:ln w="9525" cap="flat" cmpd="sng" algn="ctr">
              <a:solidFill>
                <a:schemeClr val="dk1"/>
              </a:solidFill>
              <a:prstDash val="solid"/>
              <a:round/>
              <a:headEnd type="arrow" w="med" len="med"/>
              <a:tailEnd type="arrow" w="med" len="med"/>
            </a:ln>
            <a:scene3d>
              <a:camera prst="orthographicFront"/>
              <a:lightRig rig="threePt" dir="t"/>
            </a:scene3d>
            <a:sp3d/>
          </p:spPr>
          <p:style>
            <a:lnRef idx="0">
              <a:scrgbClr r="0" g="0" b="0"/>
            </a:lnRef>
            <a:fillRef idx="0">
              <a:scrgbClr r="0" g="0" b="0"/>
            </a:fillRef>
            <a:effectRef idx="0">
              <a:scrgbClr r="0" g="0" b="0"/>
            </a:effectRef>
            <a:fontRef idx="minor">
              <a:schemeClr val="tx1"/>
            </a:fontRef>
          </p:style>
        </p:cxnSp>
        <p:sp>
          <p:nvSpPr>
            <p:cNvPr id="58" name="TextBox 57">
              <a:extLst>
                <a:ext uri="{FF2B5EF4-FFF2-40B4-BE49-F238E27FC236}">
                  <a16:creationId xmlns:a16="http://schemas.microsoft.com/office/drawing/2014/main" id="{3EA4D699-D805-4C23-9AD6-BEB88C777456}"/>
                </a:ext>
              </a:extLst>
            </p:cNvPr>
            <p:cNvSpPr txBox="1"/>
            <p:nvPr/>
          </p:nvSpPr>
          <p:spPr>
            <a:xfrm>
              <a:off x="6506373" y="5297595"/>
              <a:ext cx="873853" cy="214234"/>
            </a:xfrm>
            <a:prstGeom prst="rect">
              <a:avLst/>
            </a:prstGeom>
            <a:noFill/>
            <a:scene3d>
              <a:camera prst="orthographicFront"/>
              <a:lightRig rig="threePt" dir="t"/>
            </a:scene3d>
            <a:sp3d/>
          </p:spPr>
          <p:txBody>
            <a:bodyPr wrap="square" rtlCol="0">
              <a:spAutoFit/>
            </a:bodyPr>
            <a:lstStyle/>
            <a:p>
              <a:r>
                <a:rPr lang="en-US" sz="800"/>
                <a:t>Wireless Link</a:t>
              </a:r>
            </a:p>
          </p:txBody>
        </p:sp>
        <p:cxnSp>
          <p:nvCxnSpPr>
            <p:cNvPr id="59" name="Straight Connector 58">
              <a:extLst>
                <a:ext uri="{FF2B5EF4-FFF2-40B4-BE49-F238E27FC236}">
                  <a16:creationId xmlns:a16="http://schemas.microsoft.com/office/drawing/2014/main" id="{331F3AEC-59F1-4E1C-B5B9-1F61B43F0B9F}"/>
                </a:ext>
              </a:extLst>
            </p:cNvPr>
            <p:cNvCxnSpPr>
              <a:cxnSpLocks/>
              <a:stCxn id="49" idx="2"/>
              <a:endCxn id="50" idx="0"/>
            </p:cNvCxnSpPr>
            <p:nvPr/>
          </p:nvCxnSpPr>
          <p:spPr>
            <a:xfrm>
              <a:off x="6428294" y="5220739"/>
              <a:ext cx="6108" cy="315076"/>
            </a:xfrm>
            <a:prstGeom prst="line">
              <a:avLst/>
            </a:prstGeom>
            <a:ln w="9525" cap="flat" cmpd="sng" algn="ctr">
              <a:solidFill>
                <a:schemeClr val="dk1"/>
              </a:solidFill>
              <a:prstDash val="dash"/>
              <a:round/>
              <a:headEnd type="triangle" w="med" len="med"/>
              <a:tailEnd type="triangle" w="med" len="med"/>
            </a:ln>
            <a:scene3d>
              <a:camera prst="orthographicFront"/>
              <a:lightRig rig="threePt" dir="t"/>
            </a:scene3d>
            <a:sp3d/>
          </p:spPr>
          <p:style>
            <a:lnRef idx="0">
              <a:scrgbClr r="0" g="0" b="0"/>
            </a:lnRef>
            <a:fillRef idx="0">
              <a:scrgbClr r="0" g="0" b="0"/>
            </a:fillRef>
            <a:effectRef idx="0">
              <a:scrgbClr r="0" g="0" b="0"/>
            </a:effectRef>
            <a:fontRef idx="minor">
              <a:schemeClr val="tx1"/>
            </a:fontRef>
          </p:style>
        </p:cxnSp>
        <p:cxnSp>
          <p:nvCxnSpPr>
            <p:cNvPr id="60" name="Straight Connector 59">
              <a:extLst>
                <a:ext uri="{FF2B5EF4-FFF2-40B4-BE49-F238E27FC236}">
                  <a16:creationId xmlns:a16="http://schemas.microsoft.com/office/drawing/2014/main" id="{E26ADF46-6251-4BCF-96A7-220741EE0A02}"/>
                </a:ext>
              </a:extLst>
            </p:cNvPr>
            <p:cNvCxnSpPr>
              <a:cxnSpLocks/>
              <a:stCxn id="46" idx="2"/>
              <a:endCxn id="46" idx="2"/>
            </p:cNvCxnSpPr>
            <p:nvPr/>
          </p:nvCxnSpPr>
          <p:spPr>
            <a:xfrm>
              <a:off x="5370463" y="2772383"/>
              <a:ext cx="0" cy="0"/>
            </a:xfrm>
            <a:prstGeom prst="line">
              <a:avLst/>
            </a:prstGeom>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sp>
          <p:nvSpPr>
            <p:cNvPr id="61" name="Rectangle 60">
              <a:extLst>
                <a:ext uri="{FF2B5EF4-FFF2-40B4-BE49-F238E27FC236}">
                  <a16:creationId xmlns:a16="http://schemas.microsoft.com/office/drawing/2014/main" id="{9835156B-33B8-4F8B-A2E5-298B482BA4E1}"/>
                </a:ext>
              </a:extLst>
            </p:cNvPr>
            <p:cNvSpPr/>
            <p:nvPr/>
          </p:nvSpPr>
          <p:spPr>
            <a:xfrm>
              <a:off x="3782579" y="5005364"/>
              <a:ext cx="832594" cy="181320"/>
            </a:xfrm>
            <a:prstGeom prst="rect">
              <a:avLst/>
            </a:prstGeom>
            <a:scene3d>
              <a:camera prst="orthographicFront"/>
              <a:lightRig rig="threePt" dir="t"/>
            </a:scene3d>
            <a:sp3d/>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000">
                  <a:effectLst/>
                  <a:ea typeface="Calibri" panose="020F0502020204030204" pitchFamily="34" charset="0"/>
                  <a:cs typeface="Times New Roman" panose="02020603050405020304" pitchFamily="18" charset="0"/>
                </a:rPr>
                <a:t>IP Camera</a:t>
              </a:r>
            </a:p>
          </p:txBody>
        </p:sp>
        <p:sp>
          <p:nvSpPr>
            <p:cNvPr id="62" name="Rectangle 61">
              <a:extLst>
                <a:ext uri="{FF2B5EF4-FFF2-40B4-BE49-F238E27FC236}">
                  <a16:creationId xmlns:a16="http://schemas.microsoft.com/office/drawing/2014/main" id="{D4A01EE2-26B4-487E-BE7E-968B7FB59911}"/>
                </a:ext>
              </a:extLst>
            </p:cNvPr>
            <p:cNvSpPr/>
            <p:nvPr/>
          </p:nvSpPr>
          <p:spPr>
            <a:xfrm>
              <a:off x="4900410" y="4844444"/>
              <a:ext cx="961256" cy="503159"/>
            </a:xfrm>
            <a:prstGeom prst="rect">
              <a:avLst/>
            </a:prstGeom>
            <a:scene3d>
              <a:camera prst="orthographicFront"/>
              <a:lightRig rig="threePt" dir="t"/>
            </a:scene3d>
            <a:sp3d/>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000">
                  <a:effectLst/>
                  <a:ea typeface="Calibri" panose="020F0502020204030204" pitchFamily="34" charset="0"/>
                  <a:cs typeface="Times New Roman" panose="02020603050405020304" pitchFamily="18" charset="0"/>
                </a:rPr>
                <a:t>Pedestrian Detection Unit</a:t>
              </a:r>
            </a:p>
          </p:txBody>
        </p:sp>
        <p:cxnSp>
          <p:nvCxnSpPr>
            <p:cNvPr id="63" name="Straight Connector 62">
              <a:extLst>
                <a:ext uri="{FF2B5EF4-FFF2-40B4-BE49-F238E27FC236}">
                  <a16:creationId xmlns:a16="http://schemas.microsoft.com/office/drawing/2014/main" id="{C1205805-7488-4737-AF45-1C3F3A56DBC0}"/>
                </a:ext>
              </a:extLst>
            </p:cNvPr>
            <p:cNvCxnSpPr>
              <a:cxnSpLocks/>
              <a:stCxn id="62" idx="3"/>
              <a:endCxn id="49" idx="1"/>
            </p:cNvCxnSpPr>
            <p:nvPr/>
          </p:nvCxnSpPr>
          <p:spPr>
            <a:xfrm>
              <a:off x="5861666" y="5096024"/>
              <a:ext cx="285237" cy="0"/>
            </a:xfrm>
            <a:prstGeom prst="line">
              <a:avLst/>
            </a:prstGeom>
            <a:scene3d>
              <a:camera prst="orthographicFront"/>
              <a:lightRig rig="threePt" dir="t"/>
            </a:scene3d>
            <a:sp3d/>
          </p:spPr>
          <p:style>
            <a:lnRef idx="2">
              <a:schemeClr val="dk1"/>
            </a:lnRef>
            <a:fillRef idx="0">
              <a:schemeClr val="dk1"/>
            </a:fillRef>
            <a:effectRef idx="1">
              <a:schemeClr val="dk1"/>
            </a:effectRef>
            <a:fontRef idx="minor">
              <a:schemeClr val="tx1"/>
            </a:fontRef>
          </p:style>
        </p:cxnSp>
        <p:cxnSp>
          <p:nvCxnSpPr>
            <p:cNvPr id="64" name="Straight Connector 63">
              <a:extLst>
                <a:ext uri="{FF2B5EF4-FFF2-40B4-BE49-F238E27FC236}">
                  <a16:creationId xmlns:a16="http://schemas.microsoft.com/office/drawing/2014/main" id="{FEFDCEDD-303B-41B0-8761-03418536D600}"/>
                </a:ext>
              </a:extLst>
            </p:cNvPr>
            <p:cNvCxnSpPr>
              <a:cxnSpLocks/>
              <a:stCxn id="48" idx="2"/>
              <a:endCxn id="62" idx="0"/>
            </p:cNvCxnSpPr>
            <p:nvPr/>
          </p:nvCxnSpPr>
          <p:spPr>
            <a:xfrm>
              <a:off x="5379078" y="4584780"/>
              <a:ext cx="1961" cy="259664"/>
            </a:xfrm>
            <a:prstGeom prst="line">
              <a:avLst/>
            </a:prstGeom>
            <a:scene3d>
              <a:camera prst="orthographicFront"/>
              <a:lightRig rig="threePt" dir="t"/>
            </a:scene3d>
            <a:sp3d/>
          </p:spPr>
          <p:style>
            <a:lnRef idx="2">
              <a:schemeClr val="dk1"/>
            </a:lnRef>
            <a:fillRef idx="0">
              <a:schemeClr val="dk1"/>
            </a:fillRef>
            <a:effectRef idx="1">
              <a:schemeClr val="dk1"/>
            </a:effectRef>
            <a:fontRef idx="minor">
              <a:schemeClr val="tx1"/>
            </a:fontRef>
          </p:style>
        </p:cxnSp>
        <p:cxnSp>
          <p:nvCxnSpPr>
            <p:cNvPr id="65" name="Connector: Curved 64">
              <a:extLst>
                <a:ext uri="{FF2B5EF4-FFF2-40B4-BE49-F238E27FC236}">
                  <a16:creationId xmlns:a16="http://schemas.microsoft.com/office/drawing/2014/main" id="{E549DD39-E439-4E82-BB8A-16484416F600}"/>
                </a:ext>
              </a:extLst>
            </p:cNvPr>
            <p:cNvCxnSpPr>
              <a:cxnSpLocks/>
              <a:stCxn id="46" idx="2"/>
            </p:cNvCxnSpPr>
            <p:nvPr/>
          </p:nvCxnSpPr>
          <p:spPr>
            <a:xfrm rot="16200000" flipH="1">
              <a:off x="4537016" y="3605830"/>
              <a:ext cx="2739446" cy="1072552"/>
            </a:xfrm>
            <a:prstGeom prst="curvedConnector3">
              <a:avLst>
                <a:gd name="adj1" fmla="val 4700"/>
              </a:avLst>
            </a:prstGeom>
            <a:ln w="19050">
              <a:prstDash val="dash"/>
            </a:ln>
          </p:spPr>
          <p:style>
            <a:lnRef idx="2">
              <a:schemeClr val="accent2"/>
            </a:lnRef>
            <a:fillRef idx="0">
              <a:schemeClr val="accent2"/>
            </a:fillRef>
            <a:effectRef idx="1">
              <a:schemeClr val="accent2"/>
            </a:effectRef>
            <a:fontRef idx="minor">
              <a:schemeClr val="tx1"/>
            </a:fontRef>
          </p:style>
        </p:cxnSp>
        <p:cxnSp>
          <p:nvCxnSpPr>
            <p:cNvPr id="66" name="Connector: Curved 65">
              <a:extLst>
                <a:ext uri="{FF2B5EF4-FFF2-40B4-BE49-F238E27FC236}">
                  <a16:creationId xmlns:a16="http://schemas.microsoft.com/office/drawing/2014/main" id="{B1D74A0F-3A60-4479-820C-C17CB3D4D4ED}"/>
                </a:ext>
              </a:extLst>
            </p:cNvPr>
            <p:cNvCxnSpPr>
              <a:cxnSpLocks/>
              <a:stCxn id="46" idx="2"/>
              <a:endCxn id="61" idx="0"/>
            </p:cNvCxnSpPr>
            <p:nvPr/>
          </p:nvCxnSpPr>
          <p:spPr>
            <a:xfrm rot="5400000">
              <a:off x="3668180" y="3303080"/>
              <a:ext cx="2232981" cy="1171587"/>
            </a:xfrm>
            <a:prstGeom prst="curvedConnector3">
              <a:avLst>
                <a:gd name="adj1" fmla="val 693"/>
              </a:avLst>
            </a:prstGeom>
            <a:ln w="19050">
              <a:prstDash val="dash"/>
            </a:ln>
          </p:spPr>
          <p:style>
            <a:lnRef idx="2">
              <a:schemeClr val="accent2"/>
            </a:lnRef>
            <a:fillRef idx="0">
              <a:schemeClr val="accent2"/>
            </a:fillRef>
            <a:effectRef idx="1">
              <a:schemeClr val="accent2"/>
            </a:effectRef>
            <a:fontRef idx="minor">
              <a:schemeClr val="tx1"/>
            </a:fontRef>
          </p:style>
        </p:cxnSp>
        <p:cxnSp>
          <p:nvCxnSpPr>
            <p:cNvPr id="67" name="Connector: Curved 66">
              <a:extLst>
                <a:ext uri="{FF2B5EF4-FFF2-40B4-BE49-F238E27FC236}">
                  <a16:creationId xmlns:a16="http://schemas.microsoft.com/office/drawing/2014/main" id="{195D1E22-2CF7-46D2-83AC-268B04C7069B}"/>
                </a:ext>
              </a:extLst>
            </p:cNvPr>
            <p:cNvCxnSpPr>
              <a:cxnSpLocks/>
              <a:stCxn id="46" idx="2"/>
              <a:endCxn id="62" idx="1"/>
            </p:cNvCxnSpPr>
            <p:nvPr/>
          </p:nvCxnSpPr>
          <p:spPr>
            <a:xfrm rot="5400000">
              <a:off x="3973617" y="3699177"/>
              <a:ext cx="2323641" cy="470053"/>
            </a:xfrm>
            <a:prstGeom prst="curvedConnector4">
              <a:avLst>
                <a:gd name="adj1" fmla="val 7350"/>
                <a:gd name="adj2" fmla="val 148633"/>
              </a:avLst>
            </a:prstGeom>
            <a:ln w="19050">
              <a:prstDash val="dash"/>
            </a:ln>
          </p:spPr>
          <p:style>
            <a:lnRef idx="2">
              <a:schemeClr val="accent2"/>
            </a:lnRef>
            <a:fillRef idx="0">
              <a:schemeClr val="accent2"/>
            </a:fillRef>
            <a:effectRef idx="1">
              <a:schemeClr val="accent2"/>
            </a:effectRef>
            <a:fontRef idx="minor">
              <a:schemeClr val="tx1"/>
            </a:fontRef>
          </p:style>
        </p:cxnSp>
      </p:grpSp>
    </p:spTree>
    <p:extLst>
      <p:ext uri="{BB962C8B-B14F-4D97-AF65-F5344CB8AC3E}">
        <p14:creationId xmlns:p14="http://schemas.microsoft.com/office/powerpoint/2010/main" val="19924842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838200" y="1422762"/>
            <a:ext cx="2899189" cy="4363844"/>
          </a:xfrm>
        </p:spPr>
        <p:txBody>
          <a:bodyPr anchor="t">
            <a:normAutofit/>
          </a:bodyPr>
          <a:lstStyle/>
          <a:p>
            <a:r>
              <a:rPr lang="en-US" sz="2800">
                <a:solidFill>
                  <a:srgbClr val="FFFFFF"/>
                </a:solidFill>
                <a:latin typeface="Raleway"/>
              </a:rPr>
              <a:t>Access Layer Communication</a:t>
            </a:r>
          </a:p>
        </p:txBody>
      </p:sp>
      <p:cxnSp>
        <p:nvCxnSpPr>
          <p:cNvPr id="15" name="Straight Connector 1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49830AE6-3D29-4888-9A98-CA7098D82180}"/>
              </a:ext>
            </a:extLst>
          </p:cNvPr>
          <p:cNvSpPr>
            <a:spLocks noGrp="1"/>
          </p:cNvSpPr>
          <p:nvPr>
            <p:ph type="ftr" sz="quarter" idx="11"/>
          </p:nvPr>
        </p:nvSpPr>
        <p:spPr>
          <a:xfrm>
            <a:off x="4380854" y="6356350"/>
            <a:ext cx="4059047" cy="365125"/>
          </a:xfrm>
        </p:spPr>
        <p:txBody>
          <a:bodyPr>
            <a:normAutofit/>
          </a:bodyPr>
          <a:lstStyle/>
          <a:p>
            <a:pPr algn="l">
              <a:lnSpc>
                <a:spcPct val="90000"/>
              </a:lnSpc>
              <a:spcAft>
                <a:spcPts val="600"/>
              </a:spcAft>
            </a:pPr>
            <a:r>
              <a:rPr lang="en-US" sz="900"/>
              <a:t>SEER - A Real-Time Pedestrian Detection and Tracking System for Intelligent Vehicles</a:t>
            </a:r>
          </a:p>
        </p:txBody>
      </p: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9202366" y="6356350"/>
            <a:ext cx="2151434" cy="365125"/>
          </a:xfrm>
        </p:spPr>
        <p:txBody>
          <a:bodyPr>
            <a:normAutofit/>
          </a:bodyPr>
          <a:lstStyle/>
          <a:p>
            <a:pPr>
              <a:spcAft>
                <a:spcPts val="600"/>
              </a:spcAft>
            </a:pPr>
            <a:fld id="{2F98ACD2-9D07-46C2-95A3-67E0301C77FE}" type="slidenum">
              <a:rPr lang="en-US" smtClean="0"/>
              <a:pPr>
                <a:spcAft>
                  <a:spcPts val="600"/>
                </a:spcAft>
              </a:pPr>
              <a:t>17</a:t>
            </a:fld>
            <a:endParaRPr lang="en-US"/>
          </a:p>
        </p:txBody>
      </p:sp>
      <p:sp>
        <p:nvSpPr>
          <p:cNvPr id="2" name="Rectangle 1">
            <a:extLst>
              <a:ext uri="{FF2B5EF4-FFF2-40B4-BE49-F238E27FC236}">
                <a16:creationId xmlns:a16="http://schemas.microsoft.com/office/drawing/2014/main" id="{30AD6074-4D93-4A7C-8DA3-20F8B74DBE5A}"/>
              </a:ext>
            </a:extLst>
          </p:cNvPr>
          <p:cNvSpPr/>
          <p:nvPr/>
        </p:nvSpPr>
        <p:spPr>
          <a:xfrm>
            <a:off x="4439920" y="1348611"/>
            <a:ext cx="6096000" cy="1133195"/>
          </a:xfrm>
          <a:prstGeom prst="rect">
            <a:avLst/>
          </a:prstGeom>
          <a:solidFill>
            <a:schemeClr val="bg1"/>
          </a:solidFill>
        </p:spPr>
        <p:txBody>
          <a:bodyPr>
            <a:spAutoFit/>
          </a:bodyPr>
          <a:lstStyle/>
          <a:p>
            <a:pPr algn="just">
              <a:lnSpc>
                <a:spcPct val="107000"/>
              </a:lnSpc>
            </a:pPr>
            <a:r>
              <a:rPr lang="en-US" sz="1600">
                <a:latin typeface="Times New Roman" panose="02020603050405020304" pitchFamily="18" charset="0"/>
                <a:ea typeface="Calibri" panose="020F0502020204030204" pitchFamily="34" charset="0"/>
                <a:cs typeface="Arial" panose="020B0604020202020204" pitchFamily="34" charset="0"/>
              </a:rPr>
              <a:t>The communication link based on cellular technology is more stable than that on DSRC. The DSRC based RSU have smaller transmission range than one with equipped for </a:t>
            </a:r>
            <a:r>
              <a:rPr lang="en-US" sz="1600" err="1">
                <a:latin typeface="Times New Roman" panose="02020603050405020304" pitchFamily="18" charset="0"/>
                <a:ea typeface="Calibri" panose="020F0502020204030204" pitchFamily="34" charset="0"/>
                <a:cs typeface="Arial" panose="020B0604020202020204" pitchFamily="34" charset="0"/>
              </a:rPr>
              <a:t>eNB</a:t>
            </a:r>
            <a:r>
              <a:rPr lang="en-US" sz="1600">
                <a:latin typeface="Times New Roman" panose="02020603050405020304" pitchFamily="18" charset="0"/>
                <a:ea typeface="Calibri" panose="020F0502020204030204" pitchFamily="34" charset="0"/>
                <a:cs typeface="Arial" panose="020B0604020202020204" pitchFamily="34" charset="0"/>
              </a:rPr>
              <a:t>, but it provides data rate at lower cost transmission. </a:t>
            </a:r>
            <a:endParaRPr lang="en-US" sz="1600">
              <a:effectLst/>
              <a:latin typeface="Calibri" panose="020F0502020204030204" pitchFamily="34" charset="0"/>
              <a:ea typeface="Calibri" panose="020F050202020403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53FBBC34-EAC0-4B3B-887B-83747BC6DB43}"/>
              </a:ext>
            </a:extLst>
          </p:cNvPr>
          <p:cNvGrpSpPr/>
          <p:nvPr/>
        </p:nvGrpSpPr>
        <p:grpSpPr>
          <a:xfrm>
            <a:off x="4464884" y="2569452"/>
            <a:ext cx="6651290" cy="2995709"/>
            <a:chOff x="4464884" y="2411691"/>
            <a:chExt cx="6651290" cy="2995709"/>
          </a:xfrm>
        </p:grpSpPr>
        <p:sp>
          <p:nvSpPr>
            <p:cNvPr id="62" name="Oval 61">
              <a:extLst>
                <a:ext uri="{FF2B5EF4-FFF2-40B4-BE49-F238E27FC236}">
                  <a16:creationId xmlns:a16="http://schemas.microsoft.com/office/drawing/2014/main" id="{A2DC403B-3326-4FE1-9A6F-C6EFD04589EC}"/>
                </a:ext>
              </a:extLst>
            </p:cNvPr>
            <p:cNvSpPr>
              <a:spLocks noChangeAspect="1"/>
            </p:cNvSpPr>
            <p:nvPr/>
          </p:nvSpPr>
          <p:spPr>
            <a:xfrm>
              <a:off x="5301194" y="2882355"/>
              <a:ext cx="2496502" cy="2525045"/>
            </a:xfrm>
            <a:prstGeom prst="ellipse">
              <a:avLst/>
            </a:prstGeom>
            <a:noFill/>
            <a:ln>
              <a:solidFill>
                <a:srgbClr val="00B050"/>
              </a:solidFill>
              <a:prstDash val="dash"/>
            </a:ln>
          </p:spPr>
          <p:style>
            <a:lnRef idx="2">
              <a:schemeClr val="dk1"/>
            </a:lnRef>
            <a:fillRef idx="1">
              <a:schemeClr val="lt1"/>
            </a:fillRef>
            <a:effectRef idx="0">
              <a:schemeClr val="dk1"/>
            </a:effectRef>
            <a:fontRef idx="minor">
              <a:schemeClr val="dk1"/>
            </a:fontRef>
          </p:style>
          <p:txBody>
            <a:bodyPr rtlCol="0" anchor="ctr"/>
            <a:lstStyle/>
            <a:p>
              <a:pPr marL="0" marR="0" algn="r">
                <a:lnSpc>
                  <a:spcPct val="107000"/>
                </a:lnSpc>
                <a:spcBef>
                  <a:spcPts val="0"/>
                </a:spcBef>
                <a:spcAft>
                  <a:spcPts val="800"/>
                </a:spcAft>
              </a:pPr>
              <a:endParaRPr lang="en-US" sz="1000" b="1" kern="1200">
                <a:solidFill>
                  <a:srgbClr val="00B050"/>
                </a:solidFill>
                <a:effectLst/>
                <a:ea typeface="Calibri" panose="020F0502020204030204" pitchFamily="34" charset="0"/>
                <a:cs typeface="Arial" panose="020B0604020202020204" pitchFamily="34" charset="0"/>
              </a:endParaRPr>
            </a:p>
            <a:p>
              <a:pPr marL="0" marR="0" algn="r">
                <a:lnSpc>
                  <a:spcPct val="107000"/>
                </a:lnSpc>
                <a:spcBef>
                  <a:spcPts val="0"/>
                </a:spcBef>
                <a:spcAft>
                  <a:spcPts val="800"/>
                </a:spcAft>
              </a:pPr>
              <a:endParaRPr lang="en-US" sz="1000" b="1">
                <a:solidFill>
                  <a:srgbClr val="00B050"/>
                </a:solidFill>
                <a:ea typeface="Calibri" panose="020F0502020204030204" pitchFamily="34" charset="0"/>
                <a:cs typeface="Arial" panose="020B0604020202020204" pitchFamily="34" charset="0"/>
              </a:endParaRPr>
            </a:p>
            <a:p>
              <a:pPr marL="0" marR="0" algn="r">
                <a:lnSpc>
                  <a:spcPct val="107000"/>
                </a:lnSpc>
                <a:spcBef>
                  <a:spcPts val="0"/>
                </a:spcBef>
                <a:spcAft>
                  <a:spcPts val="800"/>
                </a:spcAft>
              </a:pPr>
              <a:endParaRPr lang="en-US" sz="1000" b="1" kern="1200">
                <a:solidFill>
                  <a:srgbClr val="00B050"/>
                </a:solidFill>
                <a:effectLst/>
                <a:ea typeface="Calibri" panose="020F0502020204030204" pitchFamily="34" charset="0"/>
                <a:cs typeface="Arial" panose="020B0604020202020204" pitchFamily="34" charset="0"/>
              </a:endParaRPr>
            </a:p>
            <a:p>
              <a:pPr marL="0" marR="0" algn="r">
                <a:lnSpc>
                  <a:spcPct val="107000"/>
                </a:lnSpc>
                <a:spcBef>
                  <a:spcPts val="0"/>
                </a:spcBef>
                <a:spcAft>
                  <a:spcPts val="800"/>
                </a:spcAft>
              </a:pPr>
              <a:endParaRPr lang="en-US" sz="1000" b="1">
                <a:solidFill>
                  <a:srgbClr val="00B050"/>
                </a:solidFill>
                <a:ea typeface="Calibri" panose="020F0502020204030204" pitchFamily="34" charset="0"/>
                <a:cs typeface="Arial" panose="020B0604020202020204" pitchFamily="34" charset="0"/>
              </a:endParaRPr>
            </a:p>
            <a:p>
              <a:pPr marL="0" marR="0" algn="r">
                <a:lnSpc>
                  <a:spcPct val="107000"/>
                </a:lnSpc>
                <a:spcBef>
                  <a:spcPts val="0"/>
                </a:spcBef>
                <a:spcAft>
                  <a:spcPts val="800"/>
                </a:spcAft>
              </a:pPr>
              <a:endParaRPr lang="en-US" sz="1000" b="1" kern="1200">
                <a:solidFill>
                  <a:srgbClr val="00B050"/>
                </a:solidFill>
                <a:effectLst/>
                <a:ea typeface="Calibri" panose="020F0502020204030204" pitchFamily="34" charset="0"/>
                <a:cs typeface="Arial" panose="020B0604020202020204" pitchFamily="34" charset="0"/>
              </a:endParaRPr>
            </a:p>
            <a:p>
              <a:pPr marL="0" marR="0" algn="r">
                <a:lnSpc>
                  <a:spcPct val="107000"/>
                </a:lnSpc>
                <a:spcBef>
                  <a:spcPts val="0"/>
                </a:spcBef>
                <a:spcAft>
                  <a:spcPts val="800"/>
                </a:spcAft>
              </a:pPr>
              <a:endParaRPr lang="en-US" sz="1000" b="1" kern="1200">
                <a:solidFill>
                  <a:srgbClr val="00B050"/>
                </a:solidFill>
                <a:effectLst/>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200" b="1" kern="1200">
                  <a:solidFill>
                    <a:srgbClr val="00B050"/>
                  </a:solidFill>
                  <a:effectLst/>
                  <a:ea typeface="Calibri" panose="020F0502020204030204" pitchFamily="34" charset="0"/>
                  <a:cs typeface="Arial" panose="020B0604020202020204" pitchFamily="34" charset="0"/>
                </a:rPr>
                <a:t>C-V2X</a:t>
              </a:r>
              <a:endParaRPr lang="en-US" sz="1200">
                <a:effectLst/>
                <a:ea typeface="Calibri" panose="020F0502020204030204" pitchFamily="34" charset="0"/>
                <a:cs typeface="Arial" panose="020B0604020202020204" pitchFamily="34" charset="0"/>
              </a:endParaRPr>
            </a:p>
          </p:txBody>
        </p:sp>
        <p:sp>
          <p:nvSpPr>
            <p:cNvPr id="63" name="object 9">
              <a:extLst>
                <a:ext uri="{FF2B5EF4-FFF2-40B4-BE49-F238E27FC236}">
                  <a16:creationId xmlns:a16="http://schemas.microsoft.com/office/drawing/2014/main" id="{1560364F-8B1A-43AC-89E9-4782A0280542}"/>
                </a:ext>
              </a:extLst>
            </p:cNvPr>
            <p:cNvSpPr/>
            <p:nvPr/>
          </p:nvSpPr>
          <p:spPr>
            <a:xfrm>
              <a:off x="6560997" y="3604643"/>
              <a:ext cx="446970" cy="123328"/>
            </a:xfrm>
            <a:prstGeom prst="rect">
              <a:avLst/>
            </a:prstGeom>
            <a:blipFill>
              <a:blip r:embed="rId2" cstate="print"/>
              <a:stretch>
                <a:fillRect/>
              </a:stretch>
            </a:blipFill>
          </p:spPr>
          <p:txBody>
            <a:bodyPr wrap="square" lIns="0" tIns="0" rIns="0" bIns="0" rtlCol="0"/>
            <a:lstStyle/>
            <a:p>
              <a:endParaRPr/>
            </a:p>
          </p:txBody>
        </p:sp>
        <p:sp>
          <p:nvSpPr>
            <p:cNvPr id="64" name="object 10">
              <a:extLst>
                <a:ext uri="{FF2B5EF4-FFF2-40B4-BE49-F238E27FC236}">
                  <a16:creationId xmlns:a16="http://schemas.microsoft.com/office/drawing/2014/main" id="{8022C07F-E72F-46D7-9D4F-A1F4406761C7}"/>
                </a:ext>
              </a:extLst>
            </p:cNvPr>
            <p:cNvSpPr/>
            <p:nvPr/>
          </p:nvSpPr>
          <p:spPr>
            <a:xfrm>
              <a:off x="6560891" y="3508873"/>
              <a:ext cx="447675" cy="191770"/>
            </a:xfrm>
            <a:custGeom>
              <a:avLst/>
              <a:gdLst/>
              <a:ahLst/>
              <a:cxnLst/>
              <a:rect l="l" t="t" r="r" b="b"/>
              <a:pathLst>
                <a:path w="447675" h="191770">
                  <a:moveTo>
                    <a:pt x="335386" y="0"/>
                  </a:moveTo>
                  <a:lnTo>
                    <a:pt x="111689" y="0"/>
                  </a:lnTo>
                  <a:lnTo>
                    <a:pt x="0" y="95769"/>
                  </a:lnTo>
                  <a:lnTo>
                    <a:pt x="111689" y="191327"/>
                  </a:lnTo>
                  <a:lnTo>
                    <a:pt x="335386" y="191327"/>
                  </a:lnTo>
                  <a:lnTo>
                    <a:pt x="447076" y="95769"/>
                  </a:lnTo>
                  <a:lnTo>
                    <a:pt x="335386" y="0"/>
                  </a:lnTo>
                  <a:close/>
                </a:path>
              </a:pathLst>
            </a:custGeom>
            <a:solidFill>
              <a:srgbClr val="8AA6BC"/>
            </a:solidFill>
          </p:spPr>
          <p:txBody>
            <a:bodyPr wrap="square" lIns="0" tIns="0" rIns="0" bIns="0" rtlCol="0"/>
            <a:lstStyle/>
            <a:p>
              <a:endParaRPr/>
            </a:p>
          </p:txBody>
        </p:sp>
        <p:sp>
          <p:nvSpPr>
            <p:cNvPr id="81" name="object 11">
              <a:extLst>
                <a:ext uri="{FF2B5EF4-FFF2-40B4-BE49-F238E27FC236}">
                  <a16:creationId xmlns:a16="http://schemas.microsoft.com/office/drawing/2014/main" id="{890316AD-AB7D-45A9-B1A4-0A18323C4F5F}"/>
                </a:ext>
              </a:extLst>
            </p:cNvPr>
            <p:cNvSpPr/>
            <p:nvPr/>
          </p:nvSpPr>
          <p:spPr>
            <a:xfrm>
              <a:off x="6221375" y="3709493"/>
              <a:ext cx="446970" cy="123328"/>
            </a:xfrm>
            <a:prstGeom prst="rect">
              <a:avLst/>
            </a:prstGeom>
            <a:blipFill>
              <a:blip r:embed="rId2" cstate="print"/>
              <a:stretch>
                <a:fillRect/>
              </a:stretch>
            </a:blipFill>
          </p:spPr>
          <p:txBody>
            <a:bodyPr wrap="square" lIns="0" tIns="0" rIns="0" bIns="0" rtlCol="0"/>
            <a:lstStyle/>
            <a:p>
              <a:endParaRPr/>
            </a:p>
          </p:txBody>
        </p:sp>
        <p:sp>
          <p:nvSpPr>
            <p:cNvPr id="111" name="object 12">
              <a:extLst>
                <a:ext uri="{FF2B5EF4-FFF2-40B4-BE49-F238E27FC236}">
                  <a16:creationId xmlns:a16="http://schemas.microsoft.com/office/drawing/2014/main" id="{078DB8C0-909E-4FE4-B40B-F6E23BA3907C}"/>
                </a:ext>
              </a:extLst>
            </p:cNvPr>
            <p:cNvSpPr/>
            <p:nvPr/>
          </p:nvSpPr>
          <p:spPr>
            <a:xfrm>
              <a:off x="6221269" y="3613724"/>
              <a:ext cx="447675" cy="191770"/>
            </a:xfrm>
            <a:custGeom>
              <a:avLst/>
              <a:gdLst/>
              <a:ahLst/>
              <a:cxnLst/>
              <a:rect l="l" t="t" r="r" b="b"/>
              <a:pathLst>
                <a:path w="447675" h="191770">
                  <a:moveTo>
                    <a:pt x="335386" y="0"/>
                  </a:moveTo>
                  <a:lnTo>
                    <a:pt x="111689" y="0"/>
                  </a:lnTo>
                  <a:lnTo>
                    <a:pt x="0" y="95769"/>
                  </a:lnTo>
                  <a:lnTo>
                    <a:pt x="111689" y="191327"/>
                  </a:lnTo>
                  <a:lnTo>
                    <a:pt x="335386" y="191327"/>
                  </a:lnTo>
                  <a:lnTo>
                    <a:pt x="447076" y="95769"/>
                  </a:lnTo>
                  <a:lnTo>
                    <a:pt x="335386" y="0"/>
                  </a:lnTo>
                  <a:close/>
                </a:path>
              </a:pathLst>
            </a:custGeom>
            <a:solidFill>
              <a:srgbClr val="8AA6BC"/>
            </a:solidFill>
          </p:spPr>
          <p:txBody>
            <a:bodyPr wrap="square" lIns="0" tIns="0" rIns="0" bIns="0" rtlCol="0"/>
            <a:lstStyle/>
            <a:p>
              <a:endParaRPr/>
            </a:p>
          </p:txBody>
        </p:sp>
        <p:sp>
          <p:nvSpPr>
            <p:cNvPr id="112" name="object 13">
              <a:extLst>
                <a:ext uri="{FF2B5EF4-FFF2-40B4-BE49-F238E27FC236}">
                  <a16:creationId xmlns:a16="http://schemas.microsoft.com/office/drawing/2014/main" id="{496263DF-771D-422E-836F-25442D740276}"/>
                </a:ext>
              </a:extLst>
            </p:cNvPr>
            <p:cNvSpPr/>
            <p:nvPr/>
          </p:nvSpPr>
          <p:spPr>
            <a:xfrm>
              <a:off x="6560997" y="3816244"/>
              <a:ext cx="446970" cy="123328"/>
            </a:xfrm>
            <a:prstGeom prst="rect">
              <a:avLst/>
            </a:prstGeom>
            <a:blipFill>
              <a:blip r:embed="rId2" cstate="print"/>
              <a:stretch>
                <a:fillRect/>
              </a:stretch>
            </a:blipFill>
          </p:spPr>
          <p:txBody>
            <a:bodyPr wrap="square" lIns="0" tIns="0" rIns="0" bIns="0" rtlCol="0"/>
            <a:lstStyle/>
            <a:p>
              <a:endParaRPr/>
            </a:p>
          </p:txBody>
        </p:sp>
        <p:sp>
          <p:nvSpPr>
            <p:cNvPr id="113" name="object 14">
              <a:extLst>
                <a:ext uri="{FF2B5EF4-FFF2-40B4-BE49-F238E27FC236}">
                  <a16:creationId xmlns:a16="http://schemas.microsoft.com/office/drawing/2014/main" id="{A106D1E0-9147-4D36-B3FB-E2733A83FD5F}"/>
                </a:ext>
              </a:extLst>
            </p:cNvPr>
            <p:cNvSpPr/>
            <p:nvPr/>
          </p:nvSpPr>
          <p:spPr>
            <a:xfrm>
              <a:off x="6560891" y="3720474"/>
              <a:ext cx="447675" cy="191770"/>
            </a:xfrm>
            <a:custGeom>
              <a:avLst/>
              <a:gdLst/>
              <a:ahLst/>
              <a:cxnLst/>
              <a:rect l="l" t="t" r="r" b="b"/>
              <a:pathLst>
                <a:path w="447675" h="191770">
                  <a:moveTo>
                    <a:pt x="335386" y="0"/>
                  </a:moveTo>
                  <a:lnTo>
                    <a:pt x="111689" y="0"/>
                  </a:lnTo>
                  <a:lnTo>
                    <a:pt x="0" y="95769"/>
                  </a:lnTo>
                  <a:lnTo>
                    <a:pt x="111689" y="191327"/>
                  </a:lnTo>
                  <a:lnTo>
                    <a:pt x="335386" y="191327"/>
                  </a:lnTo>
                  <a:lnTo>
                    <a:pt x="447076" y="95769"/>
                  </a:lnTo>
                  <a:lnTo>
                    <a:pt x="335386" y="0"/>
                  </a:lnTo>
                  <a:close/>
                </a:path>
              </a:pathLst>
            </a:custGeom>
            <a:solidFill>
              <a:srgbClr val="8AA6BC"/>
            </a:solidFill>
          </p:spPr>
          <p:txBody>
            <a:bodyPr wrap="square" lIns="0" tIns="0" rIns="0" bIns="0" rtlCol="0"/>
            <a:lstStyle/>
            <a:p>
              <a:endParaRPr/>
            </a:p>
          </p:txBody>
        </p:sp>
        <p:sp>
          <p:nvSpPr>
            <p:cNvPr id="114" name="object 15">
              <a:extLst>
                <a:ext uri="{FF2B5EF4-FFF2-40B4-BE49-F238E27FC236}">
                  <a16:creationId xmlns:a16="http://schemas.microsoft.com/office/drawing/2014/main" id="{8B39321F-D6A1-4D5B-805E-20E8550D9868}"/>
                </a:ext>
              </a:extLst>
            </p:cNvPr>
            <p:cNvSpPr/>
            <p:nvPr/>
          </p:nvSpPr>
          <p:spPr>
            <a:xfrm>
              <a:off x="6621658" y="3017566"/>
              <a:ext cx="26034" cy="29845"/>
            </a:xfrm>
            <a:custGeom>
              <a:avLst/>
              <a:gdLst/>
              <a:ahLst/>
              <a:cxnLst/>
              <a:rect l="l" t="t" r="r" b="b"/>
              <a:pathLst>
                <a:path w="26035" h="29845">
                  <a:moveTo>
                    <a:pt x="20749" y="0"/>
                  </a:moveTo>
                  <a:lnTo>
                    <a:pt x="5399" y="0"/>
                  </a:lnTo>
                  <a:lnTo>
                    <a:pt x="0" y="29353"/>
                  </a:lnTo>
                  <a:lnTo>
                    <a:pt x="25937" y="29353"/>
                  </a:lnTo>
                  <a:lnTo>
                    <a:pt x="20749" y="0"/>
                  </a:lnTo>
                  <a:close/>
                </a:path>
              </a:pathLst>
            </a:custGeom>
            <a:solidFill>
              <a:srgbClr val="0A3B68"/>
            </a:solidFill>
          </p:spPr>
          <p:txBody>
            <a:bodyPr wrap="square" lIns="0" tIns="0" rIns="0" bIns="0" rtlCol="0"/>
            <a:lstStyle/>
            <a:p>
              <a:endParaRPr/>
            </a:p>
          </p:txBody>
        </p:sp>
        <p:sp>
          <p:nvSpPr>
            <p:cNvPr id="115" name="object 16">
              <a:extLst>
                <a:ext uri="{FF2B5EF4-FFF2-40B4-BE49-F238E27FC236}">
                  <a16:creationId xmlns:a16="http://schemas.microsoft.com/office/drawing/2014/main" id="{A5824718-CA49-4D26-94DF-5FED7CF216F2}"/>
                </a:ext>
              </a:extLst>
            </p:cNvPr>
            <p:cNvSpPr/>
            <p:nvPr/>
          </p:nvSpPr>
          <p:spPr>
            <a:xfrm>
              <a:off x="6602708" y="3038261"/>
              <a:ext cx="64135" cy="15875"/>
            </a:xfrm>
            <a:custGeom>
              <a:avLst/>
              <a:gdLst/>
              <a:ahLst/>
              <a:cxnLst/>
              <a:rect l="l" t="t" r="r" b="b"/>
              <a:pathLst>
                <a:path w="64135" h="15875">
                  <a:moveTo>
                    <a:pt x="31971" y="0"/>
                  </a:moveTo>
                  <a:lnTo>
                    <a:pt x="15985" y="7813"/>
                  </a:lnTo>
                  <a:lnTo>
                    <a:pt x="0" y="15416"/>
                  </a:lnTo>
                  <a:lnTo>
                    <a:pt x="63837" y="15416"/>
                  </a:lnTo>
                  <a:lnTo>
                    <a:pt x="47851" y="7813"/>
                  </a:lnTo>
                  <a:lnTo>
                    <a:pt x="31971" y="0"/>
                  </a:lnTo>
                  <a:close/>
                </a:path>
              </a:pathLst>
            </a:custGeom>
            <a:solidFill>
              <a:srgbClr val="0A3B68"/>
            </a:solidFill>
          </p:spPr>
          <p:txBody>
            <a:bodyPr wrap="square" lIns="0" tIns="0" rIns="0" bIns="0" rtlCol="0"/>
            <a:lstStyle/>
            <a:p>
              <a:endParaRPr/>
            </a:p>
          </p:txBody>
        </p:sp>
        <p:sp>
          <p:nvSpPr>
            <p:cNvPr id="116" name="object 17">
              <a:extLst>
                <a:ext uri="{FF2B5EF4-FFF2-40B4-BE49-F238E27FC236}">
                  <a16:creationId xmlns:a16="http://schemas.microsoft.com/office/drawing/2014/main" id="{B979C469-BDEA-4722-828E-13344B9F32BB}"/>
                </a:ext>
              </a:extLst>
            </p:cNvPr>
            <p:cNvSpPr/>
            <p:nvPr/>
          </p:nvSpPr>
          <p:spPr>
            <a:xfrm>
              <a:off x="6428345" y="3052094"/>
              <a:ext cx="410845" cy="631190"/>
            </a:xfrm>
            <a:custGeom>
              <a:avLst/>
              <a:gdLst/>
              <a:ahLst/>
              <a:cxnLst/>
              <a:rect l="l" t="t" r="r" b="b"/>
              <a:pathLst>
                <a:path w="410845" h="631189">
                  <a:moveTo>
                    <a:pt x="363971" y="533331"/>
                  </a:moveTo>
                  <a:lnTo>
                    <a:pt x="46369" y="533331"/>
                  </a:lnTo>
                  <a:lnTo>
                    <a:pt x="0" y="630790"/>
                  </a:lnTo>
                  <a:lnTo>
                    <a:pt x="410764" y="630790"/>
                  </a:lnTo>
                  <a:lnTo>
                    <a:pt x="408077" y="625194"/>
                  </a:lnTo>
                  <a:lnTo>
                    <a:pt x="58862" y="625194"/>
                  </a:lnTo>
                  <a:lnTo>
                    <a:pt x="60132" y="622027"/>
                  </a:lnTo>
                  <a:lnTo>
                    <a:pt x="85117" y="589399"/>
                  </a:lnTo>
                  <a:lnTo>
                    <a:pt x="129898" y="565008"/>
                  </a:lnTo>
                  <a:lnTo>
                    <a:pt x="172986" y="555716"/>
                  </a:lnTo>
                  <a:lnTo>
                    <a:pt x="194054" y="554027"/>
                  </a:lnTo>
                  <a:lnTo>
                    <a:pt x="373907" y="554027"/>
                  </a:lnTo>
                  <a:lnTo>
                    <a:pt x="363971" y="533331"/>
                  </a:lnTo>
                  <a:close/>
                </a:path>
                <a:path w="410845" h="631189">
                  <a:moveTo>
                    <a:pt x="373907" y="554027"/>
                  </a:moveTo>
                  <a:lnTo>
                    <a:pt x="217451" y="554027"/>
                  </a:lnTo>
                  <a:lnTo>
                    <a:pt x="238624" y="555716"/>
                  </a:lnTo>
                  <a:lnTo>
                    <a:pt x="248364" y="557195"/>
                  </a:lnTo>
                  <a:lnTo>
                    <a:pt x="295792" y="570393"/>
                  </a:lnTo>
                  <a:lnTo>
                    <a:pt x="333693" y="596263"/>
                  </a:lnTo>
                  <a:lnTo>
                    <a:pt x="351902" y="625194"/>
                  </a:lnTo>
                  <a:lnTo>
                    <a:pt x="408077" y="625194"/>
                  </a:lnTo>
                  <a:lnTo>
                    <a:pt x="373907" y="554027"/>
                  </a:lnTo>
                  <a:close/>
                </a:path>
                <a:path w="410845" h="631189">
                  <a:moveTo>
                    <a:pt x="403353" y="490779"/>
                  </a:moveTo>
                  <a:lnTo>
                    <a:pt x="7410" y="490779"/>
                  </a:lnTo>
                  <a:lnTo>
                    <a:pt x="7410" y="533331"/>
                  </a:lnTo>
                  <a:lnTo>
                    <a:pt x="403353" y="533331"/>
                  </a:lnTo>
                  <a:lnTo>
                    <a:pt x="403353" y="490779"/>
                  </a:lnTo>
                  <a:close/>
                </a:path>
                <a:path w="410845" h="631189">
                  <a:moveTo>
                    <a:pt x="298651" y="388991"/>
                  </a:moveTo>
                  <a:lnTo>
                    <a:pt x="112219" y="388991"/>
                  </a:lnTo>
                  <a:lnTo>
                    <a:pt x="64155" y="490779"/>
                  </a:lnTo>
                  <a:lnTo>
                    <a:pt x="346714" y="490779"/>
                  </a:lnTo>
                  <a:lnTo>
                    <a:pt x="345717" y="488667"/>
                  </a:lnTo>
                  <a:lnTo>
                    <a:pt x="112219" y="488667"/>
                  </a:lnTo>
                  <a:lnTo>
                    <a:pt x="155624" y="395432"/>
                  </a:lnTo>
                  <a:lnTo>
                    <a:pt x="301692" y="395432"/>
                  </a:lnTo>
                  <a:lnTo>
                    <a:pt x="298651" y="388991"/>
                  </a:lnTo>
                  <a:close/>
                </a:path>
                <a:path w="410845" h="631189">
                  <a:moveTo>
                    <a:pt x="301692" y="395432"/>
                  </a:moveTo>
                  <a:lnTo>
                    <a:pt x="255245" y="395432"/>
                  </a:lnTo>
                  <a:lnTo>
                    <a:pt x="298651" y="488667"/>
                  </a:lnTo>
                  <a:lnTo>
                    <a:pt x="345717" y="488667"/>
                  </a:lnTo>
                  <a:lnTo>
                    <a:pt x="301692" y="395432"/>
                  </a:lnTo>
                  <a:close/>
                </a:path>
                <a:path w="410845" h="631189">
                  <a:moveTo>
                    <a:pt x="326282" y="357525"/>
                  </a:moveTo>
                  <a:lnTo>
                    <a:pt x="84693" y="357525"/>
                  </a:lnTo>
                  <a:lnTo>
                    <a:pt x="84693" y="388991"/>
                  </a:lnTo>
                  <a:lnTo>
                    <a:pt x="326282" y="388991"/>
                  </a:lnTo>
                  <a:lnTo>
                    <a:pt x="326282" y="357525"/>
                  </a:lnTo>
                  <a:close/>
                </a:path>
                <a:path w="410845" h="631189">
                  <a:moveTo>
                    <a:pt x="222850" y="55012"/>
                  </a:moveTo>
                  <a:lnTo>
                    <a:pt x="187278" y="55012"/>
                  </a:lnTo>
                  <a:lnTo>
                    <a:pt x="125875" y="357525"/>
                  </a:lnTo>
                  <a:lnTo>
                    <a:pt x="284994" y="357525"/>
                  </a:lnTo>
                  <a:lnTo>
                    <a:pt x="284950" y="357314"/>
                  </a:lnTo>
                  <a:lnTo>
                    <a:pt x="161341" y="357314"/>
                  </a:lnTo>
                  <a:lnTo>
                    <a:pt x="205488" y="81515"/>
                  </a:lnTo>
                  <a:lnTo>
                    <a:pt x="228294" y="81515"/>
                  </a:lnTo>
                  <a:lnTo>
                    <a:pt x="222850" y="55012"/>
                  </a:lnTo>
                  <a:close/>
                </a:path>
                <a:path w="410845" h="631189">
                  <a:moveTo>
                    <a:pt x="228294" y="81515"/>
                  </a:moveTo>
                  <a:lnTo>
                    <a:pt x="205488" y="81515"/>
                  </a:lnTo>
                  <a:lnTo>
                    <a:pt x="205488" y="85210"/>
                  </a:lnTo>
                  <a:lnTo>
                    <a:pt x="249422" y="357314"/>
                  </a:lnTo>
                  <a:lnTo>
                    <a:pt x="284950" y="357314"/>
                  </a:lnTo>
                  <a:lnTo>
                    <a:pt x="228294" y="81515"/>
                  </a:lnTo>
                  <a:close/>
                </a:path>
                <a:path w="410845" h="631189">
                  <a:moveTo>
                    <a:pt x="231425" y="0"/>
                  </a:moveTo>
                  <a:lnTo>
                    <a:pt x="181244" y="0"/>
                  </a:lnTo>
                  <a:lnTo>
                    <a:pt x="181244" y="18794"/>
                  </a:lnTo>
                  <a:lnTo>
                    <a:pt x="183150" y="20695"/>
                  </a:lnTo>
                  <a:lnTo>
                    <a:pt x="180820" y="20695"/>
                  </a:lnTo>
                  <a:lnTo>
                    <a:pt x="169281" y="30832"/>
                  </a:lnTo>
                  <a:lnTo>
                    <a:pt x="169281" y="45086"/>
                  </a:lnTo>
                  <a:lnTo>
                    <a:pt x="181032" y="55012"/>
                  </a:lnTo>
                  <a:lnTo>
                    <a:pt x="231001" y="55012"/>
                  </a:lnTo>
                  <a:lnTo>
                    <a:pt x="243388" y="44241"/>
                  </a:lnTo>
                  <a:lnTo>
                    <a:pt x="243388" y="31148"/>
                  </a:lnTo>
                  <a:lnTo>
                    <a:pt x="231001" y="20589"/>
                  </a:lnTo>
                  <a:lnTo>
                    <a:pt x="229519" y="20589"/>
                  </a:lnTo>
                  <a:lnTo>
                    <a:pt x="231425" y="18794"/>
                  </a:lnTo>
                  <a:lnTo>
                    <a:pt x="231425" y="0"/>
                  </a:lnTo>
                  <a:close/>
                </a:path>
              </a:pathLst>
            </a:custGeom>
            <a:solidFill>
              <a:srgbClr val="0A3B68"/>
            </a:solidFill>
          </p:spPr>
          <p:txBody>
            <a:bodyPr wrap="square" lIns="0" tIns="0" rIns="0" bIns="0" rtlCol="0"/>
            <a:lstStyle/>
            <a:p>
              <a:endParaRPr/>
            </a:p>
          </p:txBody>
        </p:sp>
        <p:sp>
          <p:nvSpPr>
            <p:cNvPr id="117" name="object 18">
              <a:extLst>
                <a:ext uri="{FF2B5EF4-FFF2-40B4-BE49-F238E27FC236}">
                  <a16:creationId xmlns:a16="http://schemas.microsoft.com/office/drawing/2014/main" id="{0E282645-84A8-4FF6-A676-6CE97CF6561A}"/>
                </a:ext>
              </a:extLst>
            </p:cNvPr>
            <p:cNvSpPr/>
            <p:nvPr/>
          </p:nvSpPr>
          <p:spPr>
            <a:xfrm>
              <a:off x="6621658" y="3017566"/>
              <a:ext cx="26034" cy="29845"/>
            </a:xfrm>
            <a:custGeom>
              <a:avLst/>
              <a:gdLst/>
              <a:ahLst/>
              <a:cxnLst/>
              <a:rect l="l" t="t" r="r" b="b"/>
              <a:pathLst>
                <a:path w="26035" h="29845">
                  <a:moveTo>
                    <a:pt x="20749" y="0"/>
                  </a:moveTo>
                  <a:lnTo>
                    <a:pt x="5399" y="0"/>
                  </a:lnTo>
                  <a:lnTo>
                    <a:pt x="0" y="29353"/>
                  </a:lnTo>
                  <a:lnTo>
                    <a:pt x="25937" y="29353"/>
                  </a:lnTo>
                  <a:lnTo>
                    <a:pt x="20749" y="0"/>
                  </a:lnTo>
                  <a:close/>
                </a:path>
              </a:pathLst>
            </a:custGeom>
            <a:solidFill>
              <a:srgbClr val="31516F"/>
            </a:solidFill>
          </p:spPr>
          <p:txBody>
            <a:bodyPr wrap="square" lIns="0" tIns="0" rIns="0" bIns="0" rtlCol="0"/>
            <a:lstStyle/>
            <a:p>
              <a:endParaRPr/>
            </a:p>
          </p:txBody>
        </p:sp>
        <p:sp>
          <p:nvSpPr>
            <p:cNvPr id="118" name="object 19">
              <a:extLst>
                <a:ext uri="{FF2B5EF4-FFF2-40B4-BE49-F238E27FC236}">
                  <a16:creationId xmlns:a16="http://schemas.microsoft.com/office/drawing/2014/main" id="{E0F1EFEF-DB46-44C3-B461-95DB5DB08E12}"/>
                </a:ext>
              </a:extLst>
            </p:cNvPr>
            <p:cNvSpPr/>
            <p:nvPr/>
          </p:nvSpPr>
          <p:spPr>
            <a:xfrm>
              <a:off x="6602708" y="3038261"/>
              <a:ext cx="64135" cy="15875"/>
            </a:xfrm>
            <a:custGeom>
              <a:avLst/>
              <a:gdLst/>
              <a:ahLst/>
              <a:cxnLst/>
              <a:rect l="l" t="t" r="r" b="b"/>
              <a:pathLst>
                <a:path w="64135" h="15875">
                  <a:moveTo>
                    <a:pt x="31971" y="0"/>
                  </a:moveTo>
                  <a:lnTo>
                    <a:pt x="15985" y="7813"/>
                  </a:lnTo>
                  <a:lnTo>
                    <a:pt x="0" y="15416"/>
                  </a:lnTo>
                  <a:lnTo>
                    <a:pt x="63837" y="15416"/>
                  </a:lnTo>
                  <a:lnTo>
                    <a:pt x="47851" y="7813"/>
                  </a:lnTo>
                  <a:lnTo>
                    <a:pt x="31971" y="0"/>
                  </a:lnTo>
                  <a:close/>
                </a:path>
              </a:pathLst>
            </a:custGeom>
            <a:solidFill>
              <a:srgbClr val="31516F"/>
            </a:solidFill>
          </p:spPr>
          <p:txBody>
            <a:bodyPr wrap="square" lIns="0" tIns="0" rIns="0" bIns="0" rtlCol="0"/>
            <a:lstStyle/>
            <a:p>
              <a:endParaRPr/>
            </a:p>
          </p:txBody>
        </p:sp>
        <p:sp>
          <p:nvSpPr>
            <p:cNvPr id="119" name="object 20">
              <a:extLst>
                <a:ext uri="{FF2B5EF4-FFF2-40B4-BE49-F238E27FC236}">
                  <a16:creationId xmlns:a16="http://schemas.microsoft.com/office/drawing/2014/main" id="{2B92ACA7-D120-4FD7-A3CC-2810F098818E}"/>
                </a:ext>
              </a:extLst>
            </p:cNvPr>
            <p:cNvSpPr/>
            <p:nvPr/>
          </p:nvSpPr>
          <p:spPr>
            <a:xfrm>
              <a:off x="6428345" y="3052094"/>
              <a:ext cx="410845" cy="631190"/>
            </a:xfrm>
            <a:custGeom>
              <a:avLst/>
              <a:gdLst/>
              <a:ahLst/>
              <a:cxnLst/>
              <a:rect l="l" t="t" r="r" b="b"/>
              <a:pathLst>
                <a:path w="410845" h="631189">
                  <a:moveTo>
                    <a:pt x="363971" y="533331"/>
                  </a:moveTo>
                  <a:lnTo>
                    <a:pt x="46369" y="533331"/>
                  </a:lnTo>
                  <a:lnTo>
                    <a:pt x="0" y="630790"/>
                  </a:lnTo>
                  <a:lnTo>
                    <a:pt x="410764" y="630790"/>
                  </a:lnTo>
                  <a:lnTo>
                    <a:pt x="408077" y="625194"/>
                  </a:lnTo>
                  <a:lnTo>
                    <a:pt x="58862" y="625194"/>
                  </a:lnTo>
                  <a:lnTo>
                    <a:pt x="60132" y="622027"/>
                  </a:lnTo>
                  <a:lnTo>
                    <a:pt x="85117" y="589399"/>
                  </a:lnTo>
                  <a:lnTo>
                    <a:pt x="129898" y="565008"/>
                  </a:lnTo>
                  <a:lnTo>
                    <a:pt x="172986" y="555716"/>
                  </a:lnTo>
                  <a:lnTo>
                    <a:pt x="194054" y="554027"/>
                  </a:lnTo>
                  <a:lnTo>
                    <a:pt x="373907" y="554027"/>
                  </a:lnTo>
                  <a:lnTo>
                    <a:pt x="363971" y="533331"/>
                  </a:lnTo>
                  <a:close/>
                </a:path>
                <a:path w="410845" h="631189">
                  <a:moveTo>
                    <a:pt x="373907" y="554027"/>
                  </a:moveTo>
                  <a:lnTo>
                    <a:pt x="217451" y="554027"/>
                  </a:lnTo>
                  <a:lnTo>
                    <a:pt x="238624" y="555716"/>
                  </a:lnTo>
                  <a:lnTo>
                    <a:pt x="248364" y="557195"/>
                  </a:lnTo>
                  <a:lnTo>
                    <a:pt x="295792" y="570393"/>
                  </a:lnTo>
                  <a:lnTo>
                    <a:pt x="333693" y="596263"/>
                  </a:lnTo>
                  <a:lnTo>
                    <a:pt x="351902" y="625194"/>
                  </a:lnTo>
                  <a:lnTo>
                    <a:pt x="408077" y="625194"/>
                  </a:lnTo>
                  <a:lnTo>
                    <a:pt x="373907" y="554027"/>
                  </a:lnTo>
                  <a:close/>
                </a:path>
                <a:path w="410845" h="631189">
                  <a:moveTo>
                    <a:pt x="403353" y="490779"/>
                  </a:moveTo>
                  <a:lnTo>
                    <a:pt x="7410" y="490779"/>
                  </a:lnTo>
                  <a:lnTo>
                    <a:pt x="7410" y="533331"/>
                  </a:lnTo>
                  <a:lnTo>
                    <a:pt x="403353" y="533331"/>
                  </a:lnTo>
                  <a:lnTo>
                    <a:pt x="403353" y="490779"/>
                  </a:lnTo>
                  <a:close/>
                </a:path>
                <a:path w="410845" h="631189">
                  <a:moveTo>
                    <a:pt x="298651" y="388991"/>
                  </a:moveTo>
                  <a:lnTo>
                    <a:pt x="112219" y="388991"/>
                  </a:lnTo>
                  <a:lnTo>
                    <a:pt x="64155" y="490779"/>
                  </a:lnTo>
                  <a:lnTo>
                    <a:pt x="346714" y="490779"/>
                  </a:lnTo>
                  <a:lnTo>
                    <a:pt x="345717" y="488667"/>
                  </a:lnTo>
                  <a:lnTo>
                    <a:pt x="112219" y="488667"/>
                  </a:lnTo>
                  <a:lnTo>
                    <a:pt x="155624" y="395432"/>
                  </a:lnTo>
                  <a:lnTo>
                    <a:pt x="301692" y="395432"/>
                  </a:lnTo>
                  <a:lnTo>
                    <a:pt x="298651" y="388991"/>
                  </a:lnTo>
                  <a:close/>
                </a:path>
                <a:path w="410845" h="631189">
                  <a:moveTo>
                    <a:pt x="301692" y="395432"/>
                  </a:moveTo>
                  <a:lnTo>
                    <a:pt x="255245" y="395432"/>
                  </a:lnTo>
                  <a:lnTo>
                    <a:pt x="298651" y="488667"/>
                  </a:lnTo>
                  <a:lnTo>
                    <a:pt x="345717" y="488667"/>
                  </a:lnTo>
                  <a:lnTo>
                    <a:pt x="301692" y="395432"/>
                  </a:lnTo>
                  <a:close/>
                </a:path>
                <a:path w="410845" h="631189">
                  <a:moveTo>
                    <a:pt x="326282" y="357525"/>
                  </a:moveTo>
                  <a:lnTo>
                    <a:pt x="84693" y="357525"/>
                  </a:lnTo>
                  <a:lnTo>
                    <a:pt x="84693" y="388991"/>
                  </a:lnTo>
                  <a:lnTo>
                    <a:pt x="326282" y="388991"/>
                  </a:lnTo>
                  <a:lnTo>
                    <a:pt x="326282" y="357525"/>
                  </a:lnTo>
                  <a:close/>
                </a:path>
                <a:path w="410845" h="631189">
                  <a:moveTo>
                    <a:pt x="222850" y="55012"/>
                  </a:moveTo>
                  <a:lnTo>
                    <a:pt x="187278" y="55012"/>
                  </a:lnTo>
                  <a:lnTo>
                    <a:pt x="125875" y="357525"/>
                  </a:lnTo>
                  <a:lnTo>
                    <a:pt x="284994" y="357525"/>
                  </a:lnTo>
                  <a:lnTo>
                    <a:pt x="284950" y="357314"/>
                  </a:lnTo>
                  <a:lnTo>
                    <a:pt x="161341" y="357314"/>
                  </a:lnTo>
                  <a:lnTo>
                    <a:pt x="205488" y="81515"/>
                  </a:lnTo>
                  <a:lnTo>
                    <a:pt x="228294" y="81515"/>
                  </a:lnTo>
                  <a:lnTo>
                    <a:pt x="222850" y="55012"/>
                  </a:lnTo>
                  <a:close/>
                </a:path>
                <a:path w="410845" h="631189">
                  <a:moveTo>
                    <a:pt x="228294" y="81515"/>
                  </a:moveTo>
                  <a:lnTo>
                    <a:pt x="205488" y="81515"/>
                  </a:lnTo>
                  <a:lnTo>
                    <a:pt x="205488" y="85210"/>
                  </a:lnTo>
                  <a:lnTo>
                    <a:pt x="249422" y="357314"/>
                  </a:lnTo>
                  <a:lnTo>
                    <a:pt x="284950" y="357314"/>
                  </a:lnTo>
                  <a:lnTo>
                    <a:pt x="228294" y="81515"/>
                  </a:lnTo>
                  <a:close/>
                </a:path>
                <a:path w="410845" h="631189">
                  <a:moveTo>
                    <a:pt x="231425" y="0"/>
                  </a:moveTo>
                  <a:lnTo>
                    <a:pt x="181244" y="0"/>
                  </a:lnTo>
                  <a:lnTo>
                    <a:pt x="181244" y="18794"/>
                  </a:lnTo>
                  <a:lnTo>
                    <a:pt x="183150" y="20695"/>
                  </a:lnTo>
                  <a:lnTo>
                    <a:pt x="180820" y="20695"/>
                  </a:lnTo>
                  <a:lnTo>
                    <a:pt x="169281" y="30832"/>
                  </a:lnTo>
                  <a:lnTo>
                    <a:pt x="169281" y="45086"/>
                  </a:lnTo>
                  <a:lnTo>
                    <a:pt x="181032" y="55012"/>
                  </a:lnTo>
                  <a:lnTo>
                    <a:pt x="231001" y="55012"/>
                  </a:lnTo>
                  <a:lnTo>
                    <a:pt x="243388" y="44241"/>
                  </a:lnTo>
                  <a:lnTo>
                    <a:pt x="243388" y="31148"/>
                  </a:lnTo>
                  <a:lnTo>
                    <a:pt x="231001" y="20589"/>
                  </a:lnTo>
                  <a:lnTo>
                    <a:pt x="229519" y="20589"/>
                  </a:lnTo>
                  <a:lnTo>
                    <a:pt x="231425" y="18794"/>
                  </a:lnTo>
                  <a:lnTo>
                    <a:pt x="231425" y="0"/>
                  </a:lnTo>
                  <a:close/>
                </a:path>
              </a:pathLst>
            </a:custGeom>
            <a:solidFill>
              <a:srgbClr val="31516F"/>
            </a:solidFill>
          </p:spPr>
          <p:txBody>
            <a:bodyPr wrap="square" lIns="0" tIns="0" rIns="0" bIns="0" rtlCol="0"/>
            <a:lstStyle/>
            <a:p>
              <a:endParaRPr/>
            </a:p>
          </p:txBody>
        </p:sp>
        <p:sp>
          <p:nvSpPr>
            <p:cNvPr id="120" name="object 21">
              <a:extLst>
                <a:ext uri="{FF2B5EF4-FFF2-40B4-BE49-F238E27FC236}">
                  <a16:creationId xmlns:a16="http://schemas.microsoft.com/office/drawing/2014/main" id="{82B27562-7B1A-4248-B4F6-E0B55EE964B1}"/>
                </a:ext>
              </a:extLst>
            </p:cNvPr>
            <p:cNvSpPr/>
            <p:nvPr/>
          </p:nvSpPr>
          <p:spPr>
            <a:xfrm>
              <a:off x="6380282" y="2969839"/>
              <a:ext cx="34925" cy="177800"/>
            </a:xfrm>
            <a:custGeom>
              <a:avLst/>
              <a:gdLst/>
              <a:ahLst/>
              <a:cxnLst/>
              <a:rect l="l" t="t" r="r" b="b"/>
              <a:pathLst>
                <a:path w="34925" h="177800">
                  <a:moveTo>
                    <a:pt x="32712" y="0"/>
                  </a:moveTo>
                  <a:lnTo>
                    <a:pt x="29748" y="0"/>
                  </a:lnTo>
                  <a:lnTo>
                    <a:pt x="27313" y="1689"/>
                  </a:lnTo>
                  <a:lnTo>
                    <a:pt x="24561" y="5173"/>
                  </a:lnTo>
                  <a:lnTo>
                    <a:pt x="21702" y="8552"/>
                  </a:lnTo>
                  <a:lnTo>
                    <a:pt x="6166" y="44674"/>
                  </a:lnTo>
                  <a:lnTo>
                    <a:pt x="0" y="88167"/>
                  </a:lnTo>
                  <a:lnTo>
                    <a:pt x="119" y="98201"/>
                  </a:lnTo>
                  <a:lnTo>
                    <a:pt x="6170" y="136084"/>
                  </a:lnTo>
                  <a:lnTo>
                    <a:pt x="21702" y="171582"/>
                  </a:lnTo>
                  <a:lnTo>
                    <a:pt x="23820" y="173905"/>
                  </a:lnTo>
                  <a:lnTo>
                    <a:pt x="25831" y="176439"/>
                  </a:lnTo>
                  <a:lnTo>
                    <a:pt x="27737" y="177706"/>
                  </a:lnTo>
                  <a:lnTo>
                    <a:pt x="30383" y="177706"/>
                  </a:lnTo>
                  <a:lnTo>
                    <a:pt x="31019" y="177284"/>
                  </a:lnTo>
                  <a:lnTo>
                    <a:pt x="31548" y="176334"/>
                  </a:lnTo>
                  <a:lnTo>
                    <a:pt x="32077" y="175489"/>
                  </a:lnTo>
                  <a:lnTo>
                    <a:pt x="32395" y="174222"/>
                  </a:lnTo>
                  <a:lnTo>
                    <a:pt x="32395" y="171054"/>
                  </a:lnTo>
                  <a:lnTo>
                    <a:pt x="31230" y="166936"/>
                  </a:lnTo>
                  <a:lnTo>
                    <a:pt x="28901" y="160390"/>
                  </a:lnTo>
                  <a:lnTo>
                    <a:pt x="26678" y="153738"/>
                  </a:lnTo>
                  <a:lnTo>
                    <a:pt x="17891" y="116359"/>
                  </a:lnTo>
                  <a:lnTo>
                    <a:pt x="16210" y="88167"/>
                  </a:lnTo>
                  <a:lnTo>
                    <a:pt x="16434" y="80830"/>
                  </a:lnTo>
                  <a:lnTo>
                    <a:pt x="24681" y="35379"/>
                  </a:lnTo>
                  <a:lnTo>
                    <a:pt x="27419" y="26925"/>
                  </a:lnTo>
                  <a:lnTo>
                    <a:pt x="28372" y="23863"/>
                  </a:lnTo>
                  <a:lnTo>
                    <a:pt x="29748" y="19850"/>
                  </a:lnTo>
                  <a:lnTo>
                    <a:pt x="31654" y="14888"/>
                  </a:lnTo>
                  <a:lnTo>
                    <a:pt x="33665" y="9819"/>
                  </a:lnTo>
                  <a:lnTo>
                    <a:pt x="34618" y="6546"/>
                  </a:lnTo>
                  <a:lnTo>
                    <a:pt x="34618" y="3590"/>
                  </a:lnTo>
                  <a:lnTo>
                    <a:pt x="34406" y="2428"/>
                  </a:lnTo>
                  <a:lnTo>
                    <a:pt x="33771" y="1583"/>
                  </a:lnTo>
                  <a:lnTo>
                    <a:pt x="33348" y="527"/>
                  </a:lnTo>
                  <a:lnTo>
                    <a:pt x="32712" y="0"/>
                  </a:lnTo>
                  <a:close/>
                </a:path>
              </a:pathLst>
            </a:custGeom>
            <a:solidFill>
              <a:srgbClr val="0A3B68"/>
            </a:solidFill>
          </p:spPr>
          <p:txBody>
            <a:bodyPr wrap="square" lIns="0" tIns="0" rIns="0" bIns="0" rtlCol="0"/>
            <a:lstStyle/>
            <a:p>
              <a:endParaRPr/>
            </a:p>
          </p:txBody>
        </p:sp>
        <p:sp>
          <p:nvSpPr>
            <p:cNvPr id="121" name="object 22">
              <a:extLst>
                <a:ext uri="{FF2B5EF4-FFF2-40B4-BE49-F238E27FC236}">
                  <a16:creationId xmlns:a16="http://schemas.microsoft.com/office/drawing/2014/main" id="{A1ACF7BA-C720-4241-A09D-6AB3681B9BA0}"/>
                </a:ext>
              </a:extLst>
            </p:cNvPr>
            <p:cNvSpPr/>
            <p:nvPr/>
          </p:nvSpPr>
          <p:spPr>
            <a:xfrm>
              <a:off x="6453965" y="2988212"/>
              <a:ext cx="28575" cy="140335"/>
            </a:xfrm>
            <a:custGeom>
              <a:avLst/>
              <a:gdLst/>
              <a:ahLst/>
              <a:cxnLst/>
              <a:rect l="l" t="t" r="r" b="b"/>
              <a:pathLst>
                <a:path w="28575" h="140335">
                  <a:moveTo>
                    <a:pt x="23925" y="0"/>
                  </a:moveTo>
                  <a:lnTo>
                    <a:pt x="4944" y="35281"/>
                  </a:lnTo>
                  <a:lnTo>
                    <a:pt x="0" y="69583"/>
                  </a:lnTo>
                  <a:lnTo>
                    <a:pt x="138" y="77500"/>
                  </a:lnTo>
                  <a:lnTo>
                    <a:pt x="10189" y="121427"/>
                  </a:lnTo>
                  <a:lnTo>
                    <a:pt x="19161" y="137266"/>
                  </a:lnTo>
                  <a:lnTo>
                    <a:pt x="20749" y="139166"/>
                  </a:lnTo>
                  <a:lnTo>
                    <a:pt x="22337" y="140117"/>
                  </a:lnTo>
                  <a:lnTo>
                    <a:pt x="23714" y="140222"/>
                  </a:lnTo>
                  <a:lnTo>
                    <a:pt x="24455" y="140222"/>
                  </a:lnTo>
                  <a:lnTo>
                    <a:pt x="24984" y="139905"/>
                  </a:lnTo>
                  <a:lnTo>
                    <a:pt x="25831" y="138427"/>
                  </a:lnTo>
                  <a:lnTo>
                    <a:pt x="26043" y="137477"/>
                  </a:lnTo>
                  <a:lnTo>
                    <a:pt x="26149" y="134943"/>
                  </a:lnTo>
                  <a:lnTo>
                    <a:pt x="25196" y="131775"/>
                  </a:lnTo>
                  <a:lnTo>
                    <a:pt x="23290" y="126601"/>
                  </a:lnTo>
                  <a:lnTo>
                    <a:pt x="21479" y="121393"/>
                  </a:lnTo>
                  <a:lnTo>
                    <a:pt x="20008" y="116887"/>
                  </a:lnTo>
                  <a:lnTo>
                    <a:pt x="18950" y="113086"/>
                  </a:lnTo>
                  <a:lnTo>
                    <a:pt x="16832" y="106011"/>
                  </a:lnTo>
                  <a:lnTo>
                    <a:pt x="15350" y="98937"/>
                  </a:lnTo>
                  <a:lnTo>
                    <a:pt x="14397" y="91862"/>
                  </a:lnTo>
                  <a:lnTo>
                    <a:pt x="13339" y="84788"/>
                  </a:lnTo>
                  <a:lnTo>
                    <a:pt x="12921" y="77500"/>
                  </a:lnTo>
                  <a:lnTo>
                    <a:pt x="13127" y="61769"/>
                  </a:lnTo>
                  <a:lnTo>
                    <a:pt x="13868" y="53850"/>
                  </a:lnTo>
                  <a:lnTo>
                    <a:pt x="24031" y="15732"/>
                  </a:lnTo>
                  <a:lnTo>
                    <a:pt x="27101" y="7813"/>
                  </a:lnTo>
                  <a:lnTo>
                    <a:pt x="27843" y="5173"/>
                  </a:lnTo>
                  <a:lnTo>
                    <a:pt x="27948" y="2850"/>
                  </a:lnTo>
                  <a:lnTo>
                    <a:pt x="27631" y="2006"/>
                  </a:lnTo>
                  <a:lnTo>
                    <a:pt x="27207" y="1267"/>
                  </a:lnTo>
                  <a:lnTo>
                    <a:pt x="26890" y="527"/>
                  </a:lnTo>
                  <a:lnTo>
                    <a:pt x="26255" y="105"/>
                  </a:lnTo>
                  <a:lnTo>
                    <a:pt x="25619" y="105"/>
                  </a:lnTo>
                  <a:lnTo>
                    <a:pt x="23925" y="0"/>
                  </a:lnTo>
                  <a:close/>
                </a:path>
              </a:pathLst>
            </a:custGeom>
            <a:solidFill>
              <a:srgbClr val="0A3B68"/>
            </a:solidFill>
          </p:spPr>
          <p:txBody>
            <a:bodyPr wrap="square" lIns="0" tIns="0" rIns="0" bIns="0" rtlCol="0"/>
            <a:lstStyle/>
            <a:p>
              <a:endParaRPr/>
            </a:p>
          </p:txBody>
        </p:sp>
        <p:sp>
          <p:nvSpPr>
            <p:cNvPr id="122" name="object 23">
              <a:extLst>
                <a:ext uri="{FF2B5EF4-FFF2-40B4-BE49-F238E27FC236}">
                  <a16:creationId xmlns:a16="http://schemas.microsoft.com/office/drawing/2014/main" id="{BFD2B286-55DF-4B8B-B42E-9C3CDE88CE60}"/>
                </a:ext>
              </a:extLst>
            </p:cNvPr>
            <p:cNvSpPr/>
            <p:nvPr/>
          </p:nvSpPr>
          <p:spPr>
            <a:xfrm>
              <a:off x="6525743" y="3006373"/>
              <a:ext cx="22860" cy="106680"/>
            </a:xfrm>
            <a:custGeom>
              <a:avLst/>
              <a:gdLst/>
              <a:ahLst/>
              <a:cxnLst/>
              <a:rect l="l" t="t" r="r" b="b"/>
              <a:pathLst>
                <a:path w="22860" h="106679">
                  <a:moveTo>
                    <a:pt x="19479" y="0"/>
                  </a:moveTo>
                  <a:lnTo>
                    <a:pt x="17997" y="1055"/>
                  </a:lnTo>
                  <a:lnTo>
                    <a:pt x="14292" y="5173"/>
                  </a:lnTo>
                  <a:lnTo>
                    <a:pt x="12386" y="8235"/>
                  </a:lnTo>
                  <a:lnTo>
                    <a:pt x="10269" y="12353"/>
                  </a:lnTo>
                  <a:lnTo>
                    <a:pt x="6987" y="18583"/>
                  </a:lnTo>
                  <a:lnTo>
                    <a:pt x="0" y="60925"/>
                  </a:lnTo>
                  <a:lnTo>
                    <a:pt x="846" y="68738"/>
                  </a:lnTo>
                  <a:lnTo>
                    <a:pt x="15668" y="104216"/>
                  </a:lnTo>
                  <a:lnTo>
                    <a:pt x="17044" y="105694"/>
                  </a:lnTo>
                  <a:lnTo>
                    <a:pt x="18315" y="106434"/>
                  </a:lnTo>
                  <a:lnTo>
                    <a:pt x="19903" y="106434"/>
                  </a:lnTo>
                  <a:lnTo>
                    <a:pt x="20432" y="106222"/>
                  </a:lnTo>
                  <a:lnTo>
                    <a:pt x="21067" y="105167"/>
                  </a:lnTo>
                  <a:lnTo>
                    <a:pt x="21279" y="104427"/>
                  </a:lnTo>
                  <a:lnTo>
                    <a:pt x="21385" y="102527"/>
                  </a:lnTo>
                  <a:lnTo>
                    <a:pt x="20538" y="100098"/>
                  </a:lnTo>
                  <a:lnTo>
                    <a:pt x="19056" y="96086"/>
                  </a:lnTo>
                  <a:lnTo>
                    <a:pt x="17573" y="92179"/>
                  </a:lnTo>
                  <a:lnTo>
                    <a:pt x="16409" y="88800"/>
                  </a:lnTo>
                  <a:lnTo>
                    <a:pt x="15562" y="85844"/>
                  </a:lnTo>
                  <a:lnTo>
                    <a:pt x="13868" y="80459"/>
                  </a:lnTo>
                  <a:lnTo>
                    <a:pt x="12598" y="75179"/>
                  </a:lnTo>
                  <a:lnTo>
                    <a:pt x="11857" y="69794"/>
                  </a:lnTo>
                  <a:lnTo>
                    <a:pt x="11010" y="64409"/>
                  </a:lnTo>
                  <a:lnTo>
                    <a:pt x="10812" y="60925"/>
                  </a:lnTo>
                  <a:lnTo>
                    <a:pt x="15456" y="23018"/>
                  </a:lnTo>
                  <a:lnTo>
                    <a:pt x="17997" y="16155"/>
                  </a:lnTo>
                  <a:lnTo>
                    <a:pt x="18632" y="14360"/>
                  </a:lnTo>
                  <a:lnTo>
                    <a:pt x="22126" y="5913"/>
                  </a:lnTo>
                  <a:lnTo>
                    <a:pt x="22761" y="3906"/>
                  </a:lnTo>
                  <a:lnTo>
                    <a:pt x="22655" y="1478"/>
                  </a:lnTo>
                  <a:lnTo>
                    <a:pt x="22232" y="950"/>
                  </a:lnTo>
                  <a:lnTo>
                    <a:pt x="21914" y="316"/>
                  </a:lnTo>
                  <a:lnTo>
                    <a:pt x="21491" y="105"/>
                  </a:lnTo>
                  <a:lnTo>
                    <a:pt x="20855" y="105"/>
                  </a:lnTo>
                  <a:lnTo>
                    <a:pt x="19479" y="0"/>
                  </a:lnTo>
                  <a:close/>
                </a:path>
              </a:pathLst>
            </a:custGeom>
            <a:solidFill>
              <a:srgbClr val="0A3B68"/>
            </a:solidFill>
          </p:spPr>
          <p:txBody>
            <a:bodyPr wrap="square" lIns="0" tIns="0" rIns="0" bIns="0" rtlCol="0"/>
            <a:lstStyle/>
            <a:p>
              <a:endParaRPr/>
            </a:p>
          </p:txBody>
        </p:sp>
        <p:sp>
          <p:nvSpPr>
            <p:cNvPr id="123" name="object 24">
              <a:extLst>
                <a:ext uri="{FF2B5EF4-FFF2-40B4-BE49-F238E27FC236}">
                  <a16:creationId xmlns:a16="http://schemas.microsoft.com/office/drawing/2014/main" id="{50EB0DBE-607B-4BEE-803A-0FA7BA7DF643}"/>
                </a:ext>
              </a:extLst>
            </p:cNvPr>
            <p:cNvSpPr/>
            <p:nvPr/>
          </p:nvSpPr>
          <p:spPr>
            <a:xfrm>
              <a:off x="6852449" y="2969840"/>
              <a:ext cx="34925" cy="177800"/>
            </a:xfrm>
            <a:custGeom>
              <a:avLst/>
              <a:gdLst/>
              <a:ahLst/>
              <a:cxnLst/>
              <a:rect l="l" t="t" r="r" b="b"/>
              <a:pathLst>
                <a:path w="34925" h="177800">
                  <a:moveTo>
                    <a:pt x="4975" y="0"/>
                  </a:moveTo>
                  <a:lnTo>
                    <a:pt x="2011" y="0"/>
                  </a:lnTo>
                  <a:lnTo>
                    <a:pt x="1376" y="527"/>
                  </a:lnTo>
                  <a:lnTo>
                    <a:pt x="780" y="1689"/>
                  </a:lnTo>
                  <a:lnTo>
                    <a:pt x="317" y="2428"/>
                  </a:lnTo>
                  <a:lnTo>
                    <a:pt x="0" y="3590"/>
                  </a:lnTo>
                  <a:lnTo>
                    <a:pt x="105" y="6546"/>
                  </a:lnTo>
                  <a:lnTo>
                    <a:pt x="1058" y="9819"/>
                  </a:lnTo>
                  <a:lnTo>
                    <a:pt x="3070" y="14888"/>
                  </a:lnTo>
                  <a:lnTo>
                    <a:pt x="4869" y="19850"/>
                  </a:lnTo>
                  <a:lnTo>
                    <a:pt x="6352" y="23863"/>
                  </a:lnTo>
                  <a:lnTo>
                    <a:pt x="7304" y="26925"/>
                  </a:lnTo>
                  <a:lnTo>
                    <a:pt x="10042" y="35379"/>
                  </a:lnTo>
                  <a:lnTo>
                    <a:pt x="17693" y="73239"/>
                  </a:lnTo>
                  <a:lnTo>
                    <a:pt x="18408" y="88167"/>
                  </a:lnTo>
                  <a:lnTo>
                    <a:pt x="18347" y="98201"/>
                  </a:lnTo>
                  <a:lnTo>
                    <a:pt x="12962" y="136553"/>
                  </a:lnTo>
                  <a:lnTo>
                    <a:pt x="11116" y="143284"/>
                  </a:lnTo>
                  <a:lnTo>
                    <a:pt x="9845" y="148141"/>
                  </a:lnTo>
                  <a:lnTo>
                    <a:pt x="8017" y="153823"/>
                  </a:lnTo>
                  <a:lnTo>
                    <a:pt x="5822" y="160390"/>
                  </a:lnTo>
                  <a:lnTo>
                    <a:pt x="3387" y="166936"/>
                  </a:lnTo>
                  <a:lnTo>
                    <a:pt x="2223" y="171054"/>
                  </a:lnTo>
                  <a:lnTo>
                    <a:pt x="2329" y="174222"/>
                  </a:lnTo>
                  <a:lnTo>
                    <a:pt x="2540" y="175489"/>
                  </a:lnTo>
                  <a:lnTo>
                    <a:pt x="3176" y="176334"/>
                  </a:lnTo>
                  <a:lnTo>
                    <a:pt x="3599" y="177284"/>
                  </a:lnTo>
                  <a:lnTo>
                    <a:pt x="4340" y="177706"/>
                  </a:lnTo>
                  <a:lnTo>
                    <a:pt x="6987" y="177706"/>
                  </a:lnTo>
                  <a:lnTo>
                    <a:pt x="8892" y="176439"/>
                  </a:lnTo>
                  <a:lnTo>
                    <a:pt x="10904" y="173905"/>
                  </a:lnTo>
                  <a:lnTo>
                    <a:pt x="13021" y="171582"/>
                  </a:lnTo>
                  <a:lnTo>
                    <a:pt x="28552" y="136084"/>
                  </a:lnTo>
                  <a:lnTo>
                    <a:pt x="34605" y="98201"/>
                  </a:lnTo>
                  <a:lnTo>
                    <a:pt x="34724" y="88167"/>
                  </a:lnTo>
                  <a:lnTo>
                    <a:pt x="34363" y="79020"/>
                  </a:lnTo>
                  <a:lnTo>
                    <a:pt x="25937" y="36481"/>
                  </a:lnTo>
                  <a:lnTo>
                    <a:pt x="10163" y="5173"/>
                  </a:lnTo>
                  <a:lnTo>
                    <a:pt x="7410" y="1689"/>
                  </a:lnTo>
                  <a:lnTo>
                    <a:pt x="4975" y="0"/>
                  </a:lnTo>
                  <a:close/>
                </a:path>
              </a:pathLst>
            </a:custGeom>
            <a:solidFill>
              <a:srgbClr val="0A3B68"/>
            </a:solidFill>
          </p:spPr>
          <p:txBody>
            <a:bodyPr wrap="square" lIns="0" tIns="0" rIns="0" bIns="0" rtlCol="0"/>
            <a:lstStyle/>
            <a:p>
              <a:endParaRPr/>
            </a:p>
          </p:txBody>
        </p:sp>
        <p:sp>
          <p:nvSpPr>
            <p:cNvPr id="124" name="object 25">
              <a:extLst>
                <a:ext uri="{FF2B5EF4-FFF2-40B4-BE49-F238E27FC236}">
                  <a16:creationId xmlns:a16="http://schemas.microsoft.com/office/drawing/2014/main" id="{7C8C9CCE-02BE-4DD2-A99E-19CF0D33E2E9}"/>
                </a:ext>
              </a:extLst>
            </p:cNvPr>
            <p:cNvSpPr/>
            <p:nvPr/>
          </p:nvSpPr>
          <p:spPr>
            <a:xfrm>
              <a:off x="6785646" y="2988212"/>
              <a:ext cx="27940" cy="140335"/>
            </a:xfrm>
            <a:custGeom>
              <a:avLst/>
              <a:gdLst/>
              <a:ahLst/>
              <a:cxnLst/>
              <a:rect l="l" t="t" r="r" b="b"/>
              <a:pathLst>
                <a:path w="27939" h="140335">
                  <a:moveTo>
                    <a:pt x="3917" y="0"/>
                  </a:moveTo>
                  <a:lnTo>
                    <a:pt x="2223" y="105"/>
                  </a:lnTo>
                  <a:lnTo>
                    <a:pt x="1588" y="105"/>
                  </a:lnTo>
                  <a:lnTo>
                    <a:pt x="952" y="527"/>
                  </a:lnTo>
                  <a:lnTo>
                    <a:pt x="105" y="2006"/>
                  </a:lnTo>
                  <a:lnTo>
                    <a:pt x="0" y="5173"/>
                  </a:lnTo>
                  <a:lnTo>
                    <a:pt x="741" y="7813"/>
                  </a:lnTo>
                  <a:lnTo>
                    <a:pt x="2329" y="11826"/>
                  </a:lnTo>
                  <a:lnTo>
                    <a:pt x="3811" y="15732"/>
                  </a:lnTo>
                  <a:lnTo>
                    <a:pt x="13974" y="53850"/>
                  </a:lnTo>
                  <a:lnTo>
                    <a:pt x="14715" y="69900"/>
                  </a:lnTo>
                  <a:lnTo>
                    <a:pt x="14919" y="77500"/>
                  </a:lnTo>
                  <a:lnTo>
                    <a:pt x="14397" y="84788"/>
                  </a:lnTo>
                  <a:lnTo>
                    <a:pt x="12492" y="98937"/>
                  </a:lnTo>
                  <a:lnTo>
                    <a:pt x="10904" y="106011"/>
                  </a:lnTo>
                  <a:lnTo>
                    <a:pt x="8892" y="113086"/>
                  </a:lnTo>
                  <a:lnTo>
                    <a:pt x="7834" y="116887"/>
                  </a:lnTo>
                  <a:lnTo>
                    <a:pt x="6352" y="121427"/>
                  </a:lnTo>
                  <a:lnTo>
                    <a:pt x="4552" y="126601"/>
                  </a:lnTo>
                  <a:lnTo>
                    <a:pt x="2646" y="131775"/>
                  </a:lnTo>
                  <a:lnTo>
                    <a:pt x="1693" y="134943"/>
                  </a:lnTo>
                  <a:lnTo>
                    <a:pt x="4128" y="140222"/>
                  </a:lnTo>
                  <a:lnTo>
                    <a:pt x="5505" y="140117"/>
                  </a:lnTo>
                  <a:lnTo>
                    <a:pt x="24667" y="100204"/>
                  </a:lnTo>
                  <a:lnTo>
                    <a:pt x="27843" y="69583"/>
                  </a:lnTo>
                  <a:lnTo>
                    <a:pt x="27568" y="62378"/>
                  </a:lnTo>
                  <a:lnTo>
                    <a:pt x="18248" y="22495"/>
                  </a:lnTo>
                  <a:lnTo>
                    <a:pt x="7960" y="4012"/>
                  </a:lnTo>
                  <a:lnTo>
                    <a:pt x="5822" y="1372"/>
                  </a:lnTo>
                  <a:lnTo>
                    <a:pt x="3917" y="0"/>
                  </a:lnTo>
                  <a:close/>
                </a:path>
              </a:pathLst>
            </a:custGeom>
            <a:solidFill>
              <a:srgbClr val="0A3B68"/>
            </a:solidFill>
          </p:spPr>
          <p:txBody>
            <a:bodyPr wrap="square" lIns="0" tIns="0" rIns="0" bIns="0" rtlCol="0"/>
            <a:lstStyle/>
            <a:p>
              <a:endParaRPr/>
            </a:p>
          </p:txBody>
        </p:sp>
        <p:sp>
          <p:nvSpPr>
            <p:cNvPr id="125" name="object 26">
              <a:extLst>
                <a:ext uri="{FF2B5EF4-FFF2-40B4-BE49-F238E27FC236}">
                  <a16:creationId xmlns:a16="http://schemas.microsoft.com/office/drawing/2014/main" id="{64A8EF14-858F-4ECD-BA86-4F89F612F299}"/>
                </a:ext>
              </a:extLst>
            </p:cNvPr>
            <p:cNvSpPr/>
            <p:nvPr/>
          </p:nvSpPr>
          <p:spPr>
            <a:xfrm>
              <a:off x="6718950" y="3006373"/>
              <a:ext cx="22860" cy="106680"/>
            </a:xfrm>
            <a:custGeom>
              <a:avLst/>
              <a:gdLst/>
              <a:ahLst/>
              <a:cxnLst/>
              <a:rect l="l" t="t" r="r" b="b"/>
              <a:pathLst>
                <a:path w="22860" h="106679">
                  <a:moveTo>
                    <a:pt x="3176" y="0"/>
                  </a:moveTo>
                  <a:lnTo>
                    <a:pt x="1799" y="105"/>
                  </a:lnTo>
                  <a:lnTo>
                    <a:pt x="1270" y="105"/>
                  </a:lnTo>
                  <a:lnTo>
                    <a:pt x="846" y="316"/>
                  </a:lnTo>
                  <a:lnTo>
                    <a:pt x="529" y="950"/>
                  </a:lnTo>
                  <a:lnTo>
                    <a:pt x="105" y="1478"/>
                  </a:lnTo>
                  <a:lnTo>
                    <a:pt x="0" y="3906"/>
                  </a:lnTo>
                  <a:lnTo>
                    <a:pt x="635" y="5913"/>
                  </a:lnTo>
                  <a:lnTo>
                    <a:pt x="3176" y="12037"/>
                  </a:lnTo>
                  <a:lnTo>
                    <a:pt x="4022" y="14360"/>
                  </a:lnTo>
                  <a:lnTo>
                    <a:pt x="4764" y="16155"/>
                  </a:lnTo>
                  <a:lnTo>
                    <a:pt x="7304" y="23018"/>
                  </a:lnTo>
                  <a:lnTo>
                    <a:pt x="9104" y="29353"/>
                  </a:lnTo>
                  <a:lnTo>
                    <a:pt x="10163" y="35055"/>
                  </a:lnTo>
                  <a:lnTo>
                    <a:pt x="11327" y="40863"/>
                  </a:lnTo>
                  <a:lnTo>
                    <a:pt x="11857" y="46881"/>
                  </a:lnTo>
                  <a:lnTo>
                    <a:pt x="11949" y="60925"/>
                  </a:lnTo>
                  <a:lnTo>
                    <a:pt x="11751" y="64409"/>
                  </a:lnTo>
                  <a:lnTo>
                    <a:pt x="10904" y="69794"/>
                  </a:lnTo>
                  <a:lnTo>
                    <a:pt x="10163" y="75179"/>
                  </a:lnTo>
                  <a:lnTo>
                    <a:pt x="8892" y="80459"/>
                  </a:lnTo>
                  <a:lnTo>
                    <a:pt x="7198" y="85844"/>
                  </a:lnTo>
                  <a:lnTo>
                    <a:pt x="6352" y="88800"/>
                  </a:lnTo>
                  <a:lnTo>
                    <a:pt x="5187" y="92179"/>
                  </a:lnTo>
                  <a:lnTo>
                    <a:pt x="3705" y="96086"/>
                  </a:lnTo>
                  <a:lnTo>
                    <a:pt x="2117" y="100098"/>
                  </a:lnTo>
                  <a:lnTo>
                    <a:pt x="1376" y="102527"/>
                  </a:lnTo>
                  <a:lnTo>
                    <a:pt x="1482" y="104427"/>
                  </a:lnTo>
                  <a:lnTo>
                    <a:pt x="1588" y="105167"/>
                  </a:lnTo>
                  <a:lnTo>
                    <a:pt x="2011" y="105694"/>
                  </a:lnTo>
                  <a:lnTo>
                    <a:pt x="2329" y="106222"/>
                  </a:lnTo>
                  <a:lnTo>
                    <a:pt x="2752" y="106434"/>
                  </a:lnTo>
                  <a:lnTo>
                    <a:pt x="4446" y="106434"/>
                  </a:lnTo>
                  <a:lnTo>
                    <a:pt x="5716" y="105694"/>
                  </a:lnTo>
                  <a:lnTo>
                    <a:pt x="21914" y="68738"/>
                  </a:lnTo>
                  <a:lnTo>
                    <a:pt x="22655" y="60925"/>
                  </a:lnTo>
                  <a:lnTo>
                    <a:pt x="22549" y="45403"/>
                  </a:lnTo>
                  <a:lnTo>
                    <a:pt x="12492" y="12353"/>
                  </a:lnTo>
                  <a:lnTo>
                    <a:pt x="10374" y="8235"/>
                  </a:lnTo>
                  <a:lnTo>
                    <a:pt x="8363" y="5173"/>
                  </a:lnTo>
                  <a:lnTo>
                    <a:pt x="6563" y="3062"/>
                  </a:lnTo>
                  <a:lnTo>
                    <a:pt x="4764" y="1055"/>
                  </a:lnTo>
                  <a:lnTo>
                    <a:pt x="3176" y="0"/>
                  </a:lnTo>
                  <a:close/>
                </a:path>
              </a:pathLst>
            </a:custGeom>
            <a:solidFill>
              <a:srgbClr val="0A3B68"/>
            </a:solidFill>
          </p:spPr>
          <p:txBody>
            <a:bodyPr wrap="square" lIns="0" tIns="0" rIns="0" bIns="0" rtlCol="0"/>
            <a:lstStyle/>
            <a:p>
              <a:endParaRPr/>
            </a:p>
          </p:txBody>
        </p:sp>
        <p:sp>
          <p:nvSpPr>
            <p:cNvPr id="126" name="object 40">
              <a:extLst>
                <a:ext uri="{FF2B5EF4-FFF2-40B4-BE49-F238E27FC236}">
                  <a16:creationId xmlns:a16="http://schemas.microsoft.com/office/drawing/2014/main" id="{3F611129-EE94-4BB5-869B-770DAE42F987}"/>
                </a:ext>
              </a:extLst>
            </p:cNvPr>
            <p:cNvSpPr/>
            <p:nvPr/>
          </p:nvSpPr>
          <p:spPr>
            <a:xfrm>
              <a:off x="5863336" y="3752593"/>
              <a:ext cx="429895" cy="455295"/>
            </a:xfrm>
            <a:custGeom>
              <a:avLst/>
              <a:gdLst/>
              <a:ahLst/>
              <a:cxnLst/>
              <a:rect l="l" t="t" r="r" b="b"/>
              <a:pathLst>
                <a:path w="429895" h="455295">
                  <a:moveTo>
                    <a:pt x="429854" y="0"/>
                  </a:moveTo>
                  <a:lnTo>
                    <a:pt x="149086" y="215399"/>
                  </a:lnTo>
                  <a:lnTo>
                    <a:pt x="207883" y="254420"/>
                  </a:lnTo>
                  <a:lnTo>
                    <a:pt x="0" y="454778"/>
                  </a:lnTo>
                  <a:lnTo>
                    <a:pt x="296179" y="212051"/>
                  </a:lnTo>
                  <a:lnTo>
                    <a:pt x="233717" y="189376"/>
                  </a:lnTo>
                  <a:lnTo>
                    <a:pt x="429854" y="0"/>
                  </a:lnTo>
                  <a:close/>
                </a:path>
                <a:path w="429895" h="455295">
                  <a:moveTo>
                    <a:pt x="296390" y="211879"/>
                  </a:moveTo>
                  <a:lnTo>
                    <a:pt x="233717" y="189376"/>
                  </a:lnTo>
                  <a:lnTo>
                    <a:pt x="296179" y="212051"/>
                  </a:lnTo>
                  <a:lnTo>
                    <a:pt x="296390" y="211879"/>
                  </a:lnTo>
                  <a:close/>
                </a:path>
              </a:pathLst>
            </a:custGeom>
            <a:solidFill>
              <a:srgbClr val="FFC000"/>
            </a:solidFill>
          </p:spPr>
          <p:txBody>
            <a:bodyPr wrap="square" lIns="0" tIns="0" rIns="0" bIns="0" rtlCol="0"/>
            <a:lstStyle/>
            <a:p>
              <a:endParaRPr/>
            </a:p>
          </p:txBody>
        </p:sp>
        <p:sp>
          <p:nvSpPr>
            <p:cNvPr id="127" name="object 50">
              <a:extLst>
                <a:ext uri="{FF2B5EF4-FFF2-40B4-BE49-F238E27FC236}">
                  <a16:creationId xmlns:a16="http://schemas.microsoft.com/office/drawing/2014/main" id="{D79F341A-E623-4441-8453-CE1187EBC30A}"/>
                </a:ext>
              </a:extLst>
            </p:cNvPr>
            <p:cNvSpPr/>
            <p:nvPr/>
          </p:nvSpPr>
          <p:spPr>
            <a:xfrm>
              <a:off x="4815768" y="3974513"/>
              <a:ext cx="382379" cy="291324"/>
            </a:xfrm>
            <a:prstGeom prst="rect">
              <a:avLst/>
            </a:prstGeom>
            <a:blipFill>
              <a:blip r:embed="rId3" cstate="print"/>
              <a:stretch>
                <a:fillRect/>
              </a:stretch>
            </a:blipFill>
          </p:spPr>
          <p:txBody>
            <a:bodyPr wrap="square" lIns="0" tIns="0" rIns="0" bIns="0" rtlCol="0"/>
            <a:lstStyle/>
            <a:p>
              <a:endParaRPr/>
            </a:p>
          </p:txBody>
        </p:sp>
        <p:sp>
          <p:nvSpPr>
            <p:cNvPr id="128" name="object 64">
              <a:extLst>
                <a:ext uri="{FF2B5EF4-FFF2-40B4-BE49-F238E27FC236}">
                  <a16:creationId xmlns:a16="http://schemas.microsoft.com/office/drawing/2014/main" id="{4EAB14F0-0875-4F50-A678-96842892008F}"/>
                </a:ext>
              </a:extLst>
            </p:cNvPr>
            <p:cNvSpPr txBox="1"/>
            <p:nvPr/>
          </p:nvSpPr>
          <p:spPr>
            <a:xfrm>
              <a:off x="5871382" y="3790398"/>
              <a:ext cx="194945" cy="177800"/>
            </a:xfrm>
            <a:prstGeom prst="rect">
              <a:avLst/>
            </a:prstGeom>
          </p:spPr>
          <p:txBody>
            <a:bodyPr vert="horz" wrap="square" lIns="0" tIns="12700" rIns="0" bIns="0" rtlCol="0">
              <a:spAutoFit/>
            </a:bodyPr>
            <a:lstStyle/>
            <a:p>
              <a:pPr marL="12700">
                <a:lnSpc>
                  <a:spcPct val="100000"/>
                </a:lnSpc>
                <a:spcBef>
                  <a:spcPts val="100"/>
                </a:spcBef>
              </a:pPr>
              <a:r>
                <a:rPr sz="1000" spc="25">
                  <a:latin typeface="Arial"/>
                  <a:cs typeface="Arial"/>
                </a:rPr>
                <a:t>Uu</a:t>
              </a:r>
              <a:endParaRPr sz="1000">
                <a:latin typeface="Arial"/>
                <a:cs typeface="Arial"/>
              </a:endParaRPr>
            </a:p>
          </p:txBody>
        </p:sp>
        <p:sp>
          <p:nvSpPr>
            <p:cNvPr id="129" name="object 65">
              <a:extLst>
                <a:ext uri="{FF2B5EF4-FFF2-40B4-BE49-F238E27FC236}">
                  <a16:creationId xmlns:a16="http://schemas.microsoft.com/office/drawing/2014/main" id="{219583D1-562A-4355-915B-E464EFA691E7}"/>
                </a:ext>
              </a:extLst>
            </p:cNvPr>
            <p:cNvSpPr/>
            <p:nvPr/>
          </p:nvSpPr>
          <p:spPr>
            <a:xfrm rot="5227903">
              <a:off x="6027498" y="4353784"/>
              <a:ext cx="529590" cy="714375"/>
            </a:xfrm>
            <a:custGeom>
              <a:avLst/>
              <a:gdLst/>
              <a:ahLst/>
              <a:cxnLst/>
              <a:rect l="l" t="t" r="r" b="b"/>
              <a:pathLst>
                <a:path w="529589" h="714375">
                  <a:moveTo>
                    <a:pt x="0" y="627236"/>
                  </a:moveTo>
                  <a:lnTo>
                    <a:pt x="210842" y="713860"/>
                  </a:lnTo>
                  <a:lnTo>
                    <a:pt x="269012" y="493678"/>
                  </a:lnTo>
                  <a:lnTo>
                    <a:pt x="337499" y="517597"/>
                  </a:lnTo>
                  <a:lnTo>
                    <a:pt x="393436" y="308576"/>
                  </a:lnTo>
                  <a:lnTo>
                    <a:pt x="445765" y="332740"/>
                  </a:lnTo>
                  <a:lnTo>
                    <a:pt x="529384" y="0"/>
                  </a:lnTo>
                  <a:lnTo>
                    <a:pt x="331926" y="281516"/>
                  </a:lnTo>
                  <a:lnTo>
                    <a:pt x="285654" y="263708"/>
                  </a:lnTo>
                  <a:lnTo>
                    <a:pt x="183132" y="458487"/>
                  </a:lnTo>
                  <a:lnTo>
                    <a:pt x="141609" y="437913"/>
                  </a:lnTo>
                  <a:lnTo>
                    <a:pt x="0" y="627236"/>
                  </a:lnTo>
                  <a:close/>
                </a:path>
              </a:pathLst>
            </a:custGeom>
            <a:solidFill>
              <a:srgbClr val="006FC0"/>
            </a:solidFill>
          </p:spPr>
          <p:txBody>
            <a:bodyPr wrap="square" lIns="0" tIns="0" rIns="0" bIns="0" rtlCol="0"/>
            <a:lstStyle/>
            <a:p>
              <a:endParaRPr/>
            </a:p>
          </p:txBody>
        </p:sp>
        <p:sp>
          <p:nvSpPr>
            <p:cNvPr id="130" name="object 66">
              <a:extLst>
                <a:ext uri="{FF2B5EF4-FFF2-40B4-BE49-F238E27FC236}">
                  <a16:creationId xmlns:a16="http://schemas.microsoft.com/office/drawing/2014/main" id="{77B941C2-6D84-4003-AF60-D2946FB95AE9}"/>
                </a:ext>
              </a:extLst>
            </p:cNvPr>
            <p:cNvSpPr/>
            <p:nvPr/>
          </p:nvSpPr>
          <p:spPr>
            <a:xfrm rot="5227903">
              <a:off x="6027498" y="4353784"/>
              <a:ext cx="529590" cy="714375"/>
            </a:xfrm>
            <a:custGeom>
              <a:avLst/>
              <a:gdLst/>
              <a:ahLst/>
              <a:cxnLst/>
              <a:rect l="l" t="t" r="r" b="b"/>
              <a:pathLst>
                <a:path w="529589" h="714375">
                  <a:moveTo>
                    <a:pt x="0" y="627236"/>
                  </a:moveTo>
                  <a:lnTo>
                    <a:pt x="141609" y="437913"/>
                  </a:lnTo>
                  <a:lnTo>
                    <a:pt x="183132" y="458487"/>
                  </a:lnTo>
                  <a:lnTo>
                    <a:pt x="285654" y="263708"/>
                  </a:lnTo>
                  <a:lnTo>
                    <a:pt x="331926" y="281516"/>
                  </a:lnTo>
                  <a:lnTo>
                    <a:pt x="529384" y="0"/>
                  </a:lnTo>
                  <a:lnTo>
                    <a:pt x="445765" y="332740"/>
                  </a:lnTo>
                  <a:lnTo>
                    <a:pt x="393436" y="308576"/>
                  </a:lnTo>
                  <a:lnTo>
                    <a:pt x="337499" y="517597"/>
                  </a:lnTo>
                  <a:lnTo>
                    <a:pt x="269012" y="493678"/>
                  </a:lnTo>
                  <a:lnTo>
                    <a:pt x="210842" y="713860"/>
                  </a:lnTo>
                  <a:lnTo>
                    <a:pt x="0" y="627236"/>
                  </a:lnTo>
                </a:path>
              </a:pathLst>
            </a:custGeom>
            <a:ln w="20128">
              <a:solidFill>
                <a:srgbClr val="00AFEF"/>
              </a:solidFill>
            </a:ln>
          </p:spPr>
          <p:txBody>
            <a:bodyPr wrap="square" lIns="0" tIns="0" rIns="0" bIns="0" rtlCol="0"/>
            <a:lstStyle/>
            <a:p>
              <a:endParaRPr/>
            </a:p>
          </p:txBody>
        </p:sp>
        <p:sp>
          <p:nvSpPr>
            <p:cNvPr id="131" name="object 70">
              <a:extLst>
                <a:ext uri="{FF2B5EF4-FFF2-40B4-BE49-F238E27FC236}">
                  <a16:creationId xmlns:a16="http://schemas.microsoft.com/office/drawing/2014/main" id="{52E1B865-A052-4142-9301-3E808D77A43F}"/>
                </a:ext>
              </a:extLst>
            </p:cNvPr>
            <p:cNvSpPr/>
            <p:nvPr/>
          </p:nvSpPr>
          <p:spPr>
            <a:xfrm rot="1102463">
              <a:off x="6631531" y="3936410"/>
              <a:ext cx="435609" cy="911860"/>
            </a:xfrm>
            <a:custGeom>
              <a:avLst/>
              <a:gdLst/>
              <a:ahLst/>
              <a:cxnLst/>
              <a:rect l="l" t="t" r="r" b="b"/>
              <a:pathLst>
                <a:path w="435610" h="911859">
                  <a:moveTo>
                    <a:pt x="435000" y="911514"/>
                  </a:moveTo>
                  <a:lnTo>
                    <a:pt x="268061" y="379093"/>
                  </a:lnTo>
                  <a:lnTo>
                    <a:pt x="182271" y="425725"/>
                  </a:lnTo>
                  <a:lnTo>
                    <a:pt x="0" y="0"/>
                  </a:lnTo>
                  <a:lnTo>
                    <a:pt x="198355" y="573600"/>
                  </a:lnTo>
                  <a:lnTo>
                    <a:pt x="262541" y="509582"/>
                  </a:lnTo>
                  <a:lnTo>
                    <a:pt x="435000" y="911514"/>
                  </a:lnTo>
                  <a:close/>
                </a:path>
                <a:path w="435610" h="911859">
                  <a:moveTo>
                    <a:pt x="198496" y="574007"/>
                  </a:moveTo>
                  <a:lnTo>
                    <a:pt x="262541" y="509582"/>
                  </a:lnTo>
                  <a:lnTo>
                    <a:pt x="198355" y="573600"/>
                  </a:lnTo>
                  <a:lnTo>
                    <a:pt x="198496" y="574007"/>
                  </a:lnTo>
                  <a:close/>
                </a:path>
              </a:pathLst>
            </a:custGeom>
            <a:solidFill>
              <a:srgbClr val="FFC000"/>
            </a:solidFill>
          </p:spPr>
          <p:txBody>
            <a:bodyPr wrap="square" lIns="0" tIns="0" rIns="0" bIns="0" rtlCol="0"/>
            <a:lstStyle/>
            <a:p>
              <a:endParaRPr/>
            </a:p>
          </p:txBody>
        </p:sp>
        <p:sp>
          <p:nvSpPr>
            <p:cNvPr id="132" name="object 71">
              <a:extLst>
                <a:ext uri="{FF2B5EF4-FFF2-40B4-BE49-F238E27FC236}">
                  <a16:creationId xmlns:a16="http://schemas.microsoft.com/office/drawing/2014/main" id="{BDA05157-F8E2-4308-AADE-19D65FB612B6}"/>
                </a:ext>
              </a:extLst>
            </p:cNvPr>
            <p:cNvSpPr txBox="1"/>
            <p:nvPr/>
          </p:nvSpPr>
          <p:spPr>
            <a:xfrm>
              <a:off x="6926414" y="4149044"/>
              <a:ext cx="195580" cy="177800"/>
            </a:xfrm>
            <a:prstGeom prst="rect">
              <a:avLst/>
            </a:prstGeom>
          </p:spPr>
          <p:txBody>
            <a:bodyPr vert="horz" wrap="square" lIns="0" tIns="12700" rIns="0" bIns="0" rtlCol="0">
              <a:spAutoFit/>
            </a:bodyPr>
            <a:lstStyle/>
            <a:p>
              <a:pPr marL="12700">
                <a:lnSpc>
                  <a:spcPct val="100000"/>
                </a:lnSpc>
                <a:spcBef>
                  <a:spcPts val="100"/>
                </a:spcBef>
              </a:pPr>
              <a:r>
                <a:rPr sz="1000" spc="25">
                  <a:latin typeface="Arial"/>
                  <a:cs typeface="Arial"/>
                </a:rPr>
                <a:t>Uu</a:t>
              </a:r>
              <a:endParaRPr sz="1000">
                <a:latin typeface="Arial"/>
                <a:cs typeface="Arial"/>
              </a:endParaRPr>
            </a:p>
          </p:txBody>
        </p:sp>
        <p:sp>
          <p:nvSpPr>
            <p:cNvPr id="133" name="object 81">
              <a:extLst>
                <a:ext uri="{FF2B5EF4-FFF2-40B4-BE49-F238E27FC236}">
                  <a16:creationId xmlns:a16="http://schemas.microsoft.com/office/drawing/2014/main" id="{35F163D2-0A8F-4759-A00A-9B0392F06674}"/>
                </a:ext>
              </a:extLst>
            </p:cNvPr>
            <p:cNvSpPr txBox="1"/>
            <p:nvPr/>
          </p:nvSpPr>
          <p:spPr>
            <a:xfrm>
              <a:off x="5481838" y="4520956"/>
              <a:ext cx="618693" cy="166712"/>
            </a:xfrm>
            <a:prstGeom prst="rect">
              <a:avLst/>
            </a:prstGeom>
          </p:spPr>
          <p:txBody>
            <a:bodyPr vert="horz" wrap="square" lIns="0" tIns="12700" rIns="0" bIns="0" rtlCol="0">
              <a:spAutoFit/>
            </a:bodyPr>
            <a:lstStyle/>
            <a:p>
              <a:pPr marL="12700">
                <a:lnSpc>
                  <a:spcPct val="100000"/>
                </a:lnSpc>
                <a:spcBef>
                  <a:spcPts val="100"/>
                </a:spcBef>
              </a:pPr>
              <a:r>
                <a:rPr lang="en-US" sz="1000" spc="-5">
                  <a:latin typeface="Arial"/>
                  <a:cs typeface="Arial"/>
                </a:rPr>
                <a:t>RSU</a:t>
              </a:r>
              <a:endParaRPr sz="1000">
                <a:latin typeface="Arial"/>
                <a:cs typeface="Arial"/>
              </a:endParaRPr>
            </a:p>
          </p:txBody>
        </p:sp>
        <p:sp>
          <p:nvSpPr>
            <p:cNvPr id="134" name="object 79">
              <a:extLst>
                <a:ext uri="{FF2B5EF4-FFF2-40B4-BE49-F238E27FC236}">
                  <a16:creationId xmlns:a16="http://schemas.microsoft.com/office/drawing/2014/main" id="{54B2793E-CFD3-4997-8A89-98CCE1B843CC}"/>
                </a:ext>
              </a:extLst>
            </p:cNvPr>
            <p:cNvSpPr txBox="1"/>
            <p:nvPr/>
          </p:nvSpPr>
          <p:spPr>
            <a:xfrm>
              <a:off x="6149578" y="3147638"/>
              <a:ext cx="306234" cy="166712"/>
            </a:xfrm>
            <a:prstGeom prst="rect">
              <a:avLst/>
            </a:prstGeom>
          </p:spPr>
          <p:txBody>
            <a:bodyPr vert="horz" wrap="square" lIns="0" tIns="12700" rIns="0" bIns="0" rtlCol="0">
              <a:spAutoFit/>
            </a:bodyPr>
            <a:lstStyle/>
            <a:p>
              <a:pPr marL="12700">
                <a:lnSpc>
                  <a:spcPct val="100000"/>
                </a:lnSpc>
                <a:spcBef>
                  <a:spcPts val="100"/>
                </a:spcBef>
              </a:pPr>
              <a:r>
                <a:rPr lang="en-US" sz="1000" err="1">
                  <a:latin typeface="Arial"/>
                  <a:cs typeface="Arial"/>
                </a:rPr>
                <a:t>eNB</a:t>
              </a:r>
              <a:endParaRPr sz="1000">
                <a:latin typeface="Arial"/>
                <a:cs typeface="Arial"/>
              </a:endParaRPr>
            </a:p>
          </p:txBody>
        </p:sp>
        <p:pic>
          <p:nvPicPr>
            <p:cNvPr id="135" name="Picture 4" descr="https://www.festivalclaca.cat/imgfv/b/5-51021_traffic-light-png-background-image-real-traffic-light.png">
              <a:extLst>
                <a:ext uri="{FF2B5EF4-FFF2-40B4-BE49-F238E27FC236}">
                  <a16:creationId xmlns:a16="http://schemas.microsoft.com/office/drawing/2014/main" id="{8F84F372-DB26-4493-9C7B-267052DBC3D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 r="74318" b="77101"/>
            <a:stretch/>
          </p:blipFill>
          <p:spPr bwMode="auto">
            <a:xfrm>
              <a:off x="4464884" y="4449326"/>
              <a:ext cx="613343" cy="608346"/>
            </a:xfrm>
            <a:prstGeom prst="rect">
              <a:avLst/>
            </a:prstGeom>
            <a:noFill/>
            <a:extLst>
              <a:ext uri="{909E8E84-426E-40DD-AFC4-6F175D3DCCD1}">
                <a14:hiddenFill xmlns:a14="http://schemas.microsoft.com/office/drawing/2010/main">
                  <a:solidFill>
                    <a:srgbClr val="FFFFFF"/>
                  </a:solidFill>
                </a14:hiddenFill>
              </a:ext>
            </a:extLst>
          </p:spPr>
        </p:pic>
        <p:sp>
          <p:nvSpPr>
            <p:cNvPr id="136" name="Cloud 135">
              <a:extLst>
                <a:ext uri="{FF2B5EF4-FFF2-40B4-BE49-F238E27FC236}">
                  <a16:creationId xmlns:a16="http://schemas.microsoft.com/office/drawing/2014/main" id="{A6572B7B-67B4-43B2-9441-43D2A8F12E79}"/>
                </a:ext>
              </a:extLst>
            </p:cNvPr>
            <p:cNvSpPr/>
            <p:nvPr/>
          </p:nvSpPr>
          <p:spPr>
            <a:xfrm>
              <a:off x="6985141" y="2411691"/>
              <a:ext cx="1043260" cy="571498"/>
            </a:xfrm>
            <a:prstGeom prst="cloud">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000">
                  <a:effectLst/>
                  <a:ea typeface="Calibri" panose="020F0502020204030204" pitchFamily="34" charset="0"/>
                  <a:cs typeface="Times New Roman" panose="02020603050405020304" pitchFamily="18" charset="0"/>
                </a:rPr>
                <a:t>Cellular Backhaul</a:t>
              </a:r>
            </a:p>
          </p:txBody>
        </p:sp>
        <p:cxnSp>
          <p:nvCxnSpPr>
            <p:cNvPr id="137" name="Straight Connector 136">
              <a:extLst>
                <a:ext uri="{FF2B5EF4-FFF2-40B4-BE49-F238E27FC236}">
                  <a16:creationId xmlns:a16="http://schemas.microsoft.com/office/drawing/2014/main" id="{51A85759-8071-4D8A-BA80-A3A4AAD8A29D}"/>
                </a:ext>
              </a:extLst>
            </p:cNvPr>
            <p:cNvCxnSpPr>
              <a:cxnSpLocks/>
            </p:cNvCxnSpPr>
            <p:nvPr/>
          </p:nvCxnSpPr>
          <p:spPr>
            <a:xfrm flipH="1">
              <a:off x="7044916" y="3032488"/>
              <a:ext cx="259280" cy="401731"/>
            </a:xfrm>
            <a:prstGeom prst="line">
              <a:avLst/>
            </a:prstGeom>
            <a:ln>
              <a:tailEnd type="triangle"/>
            </a:ln>
          </p:spPr>
          <p:style>
            <a:lnRef idx="2">
              <a:schemeClr val="dk1"/>
            </a:lnRef>
            <a:fillRef idx="0">
              <a:schemeClr val="dk1"/>
            </a:fillRef>
            <a:effectRef idx="1">
              <a:schemeClr val="dk1"/>
            </a:effectRef>
            <a:fontRef idx="minor">
              <a:schemeClr val="tx1"/>
            </a:fontRef>
          </p:style>
        </p:cxnSp>
        <p:cxnSp>
          <p:nvCxnSpPr>
            <p:cNvPr id="138" name="Straight Connector 137">
              <a:extLst>
                <a:ext uri="{FF2B5EF4-FFF2-40B4-BE49-F238E27FC236}">
                  <a16:creationId xmlns:a16="http://schemas.microsoft.com/office/drawing/2014/main" id="{0FBED8C8-CCC5-4927-8CB0-AE2320B440F7}"/>
                </a:ext>
              </a:extLst>
            </p:cNvPr>
            <p:cNvCxnSpPr>
              <a:cxnSpLocks/>
            </p:cNvCxnSpPr>
            <p:nvPr/>
          </p:nvCxnSpPr>
          <p:spPr>
            <a:xfrm flipH="1">
              <a:off x="7148153" y="3032488"/>
              <a:ext cx="279510" cy="455811"/>
            </a:xfrm>
            <a:prstGeom prst="line">
              <a:avLst/>
            </a:prstGeom>
            <a:ln>
              <a:headEnd type="triangle"/>
            </a:ln>
          </p:spPr>
          <p:style>
            <a:lnRef idx="2">
              <a:schemeClr val="dk1"/>
            </a:lnRef>
            <a:fillRef idx="0">
              <a:schemeClr val="dk1"/>
            </a:fillRef>
            <a:effectRef idx="1">
              <a:schemeClr val="dk1"/>
            </a:effectRef>
            <a:fontRef idx="minor">
              <a:schemeClr val="tx1"/>
            </a:fontRef>
          </p:style>
        </p:cxnSp>
        <p:cxnSp>
          <p:nvCxnSpPr>
            <p:cNvPr id="139" name="Straight Arrow Connector 138">
              <a:extLst>
                <a:ext uri="{FF2B5EF4-FFF2-40B4-BE49-F238E27FC236}">
                  <a16:creationId xmlns:a16="http://schemas.microsoft.com/office/drawing/2014/main" id="{BD52BD9C-0638-4F3D-B73D-685C7E392A15}"/>
                </a:ext>
              </a:extLst>
            </p:cNvPr>
            <p:cNvCxnSpPr>
              <a:cxnSpLocks/>
              <a:stCxn id="135" idx="0"/>
            </p:cNvCxnSpPr>
            <p:nvPr/>
          </p:nvCxnSpPr>
          <p:spPr>
            <a:xfrm flipV="1">
              <a:off x="4771556" y="4230074"/>
              <a:ext cx="102845" cy="2192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0" name="Straight Arrow Connector 139">
              <a:extLst>
                <a:ext uri="{FF2B5EF4-FFF2-40B4-BE49-F238E27FC236}">
                  <a16:creationId xmlns:a16="http://schemas.microsoft.com/office/drawing/2014/main" id="{2FCB964C-C872-4D7A-9D76-3A74AEF98AE0}"/>
                </a:ext>
              </a:extLst>
            </p:cNvPr>
            <p:cNvCxnSpPr>
              <a:cxnSpLocks/>
              <a:stCxn id="141" idx="1"/>
              <a:endCxn id="127" idx="3"/>
            </p:cNvCxnSpPr>
            <p:nvPr/>
          </p:nvCxnSpPr>
          <p:spPr>
            <a:xfrm flipH="1" flipV="1">
              <a:off x="5198147" y="4120175"/>
              <a:ext cx="358459" cy="109899"/>
            </a:xfrm>
            <a:prstGeom prst="straightConnector1">
              <a:avLst/>
            </a:prstGeom>
            <a:ln>
              <a:headEnd type="triangle"/>
              <a:tailEnd type="none"/>
            </a:ln>
          </p:spPr>
          <p:style>
            <a:lnRef idx="1">
              <a:schemeClr val="accent1"/>
            </a:lnRef>
            <a:fillRef idx="0">
              <a:schemeClr val="accent1"/>
            </a:fillRef>
            <a:effectRef idx="0">
              <a:schemeClr val="accent1"/>
            </a:effectRef>
            <a:fontRef idx="minor">
              <a:schemeClr val="tx1"/>
            </a:fontRef>
          </p:style>
        </p:cxnSp>
        <p:pic>
          <p:nvPicPr>
            <p:cNvPr id="141" name="Picture 2" descr="https://unex.com.tw/uploads/productsliders/5886be087f7c5.png">
              <a:extLst>
                <a:ext uri="{FF2B5EF4-FFF2-40B4-BE49-F238E27FC236}">
                  <a16:creationId xmlns:a16="http://schemas.microsoft.com/office/drawing/2014/main" id="{6BDED6B3-29F9-403C-8D3D-26E88232BEC9}"/>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27163" r="27413"/>
            <a:stretch/>
          </p:blipFill>
          <p:spPr bwMode="auto">
            <a:xfrm>
              <a:off x="5556606" y="3939191"/>
              <a:ext cx="359384" cy="581765"/>
            </a:xfrm>
            <a:prstGeom prst="rect">
              <a:avLst/>
            </a:prstGeom>
            <a:noFill/>
            <a:extLst>
              <a:ext uri="{909E8E84-426E-40DD-AFC4-6F175D3DCCD1}">
                <a14:hiddenFill xmlns:a14="http://schemas.microsoft.com/office/drawing/2010/main">
                  <a:solidFill>
                    <a:srgbClr val="FFFFFF"/>
                  </a:solidFill>
                </a14:hiddenFill>
              </a:ext>
            </a:extLst>
          </p:spPr>
        </p:pic>
        <p:sp>
          <p:nvSpPr>
            <p:cNvPr id="142" name="object 81">
              <a:extLst>
                <a:ext uri="{FF2B5EF4-FFF2-40B4-BE49-F238E27FC236}">
                  <a16:creationId xmlns:a16="http://schemas.microsoft.com/office/drawing/2014/main" id="{9F618193-508C-451B-B63B-6F293CD4DFD2}"/>
                </a:ext>
              </a:extLst>
            </p:cNvPr>
            <p:cNvSpPr txBox="1"/>
            <p:nvPr/>
          </p:nvSpPr>
          <p:spPr>
            <a:xfrm>
              <a:off x="4575199" y="3603114"/>
              <a:ext cx="835674" cy="320601"/>
            </a:xfrm>
            <a:prstGeom prst="rect">
              <a:avLst/>
            </a:prstGeom>
          </p:spPr>
          <p:txBody>
            <a:bodyPr vert="horz" wrap="square" lIns="0" tIns="12700" rIns="0" bIns="0" rtlCol="0">
              <a:spAutoFit/>
            </a:bodyPr>
            <a:lstStyle/>
            <a:p>
              <a:pPr marL="12700">
                <a:lnSpc>
                  <a:spcPct val="100000"/>
                </a:lnSpc>
                <a:spcBef>
                  <a:spcPts val="100"/>
                </a:spcBef>
              </a:pPr>
              <a:r>
                <a:rPr lang="en-US" sz="1000" spc="-5">
                  <a:latin typeface="Arial"/>
                  <a:cs typeface="Arial"/>
                </a:rPr>
                <a:t>Pedestrian Detection unit</a:t>
              </a:r>
              <a:endParaRPr sz="1000">
                <a:latin typeface="Arial"/>
                <a:cs typeface="Arial"/>
              </a:endParaRPr>
            </a:p>
          </p:txBody>
        </p:sp>
        <p:sp>
          <p:nvSpPr>
            <p:cNvPr id="143" name="object 81">
              <a:extLst>
                <a:ext uri="{FF2B5EF4-FFF2-40B4-BE49-F238E27FC236}">
                  <a16:creationId xmlns:a16="http://schemas.microsoft.com/office/drawing/2014/main" id="{D650EF08-5AC4-4F6C-96E2-B5B09D5B267F}"/>
                </a:ext>
              </a:extLst>
            </p:cNvPr>
            <p:cNvSpPr txBox="1"/>
            <p:nvPr/>
          </p:nvSpPr>
          <p:spPr>
            <a:xfrm>
              <a:off x="4597187" y="5040638"/>
              <a:ext cx="835674" cy="166712"/>
            </a:xfrm>
            <a:prstGeom prst="rect">
              <a:avLst/>
            </a:prstGeom>
          </p:spPr>
          <p:txBody>
            <a:bodyPr vert="horz" wrap="square" lIns="0" tIns="12700" rIns="0" bIns="0" rtlCol="0">
              <a:spAutoFit/>
            </a:bodyPr>
            <a:lstStyle/>
            <a:p>
              <a:pPr marL="12700">
                <a:lnSpc>
                  <a:spcPct val="100000"/>
                </a:lnSpc>
                <a:spcBef>
                  <a:spcPts val="100"/>
                </a:spcBef>
              </a:pPr>
              <a:r>
                <a:rPr lang="en-US" sz="1000" spc="-5">
                  <a:latin typeface="Arial"/>
                  <a:cs typeface="Arial"/>
                </a:rPr>
                <a:t>Camera</a:t>
              </a:r>
              <a:endParaRPr sz="1000">
                <a:latin typeface="Arial"/>
                <a:cs typeface="Arial"/>
              </a:endParaRPr>
            </a:p>
          </p:txBody>
        </p:sp>
        <p:sp>
          <p:nvSpPr>
            <p:cNvPr id="144" name="object 81">
              <a:extLst>
                <a:ext uri="{FF2B5EF4-FFF2-40B4-BE49-F238E27FC236}">
                  <a16:creationId xmlns:a16="http://schemas.microsoft.com/office/drawing/2014/main" id="{22D8EE1D-FAD8-4896-8FD1-667134C70CBE}"/>
                </a:ext>
              </a:extLst>
            </p:cNvPr>
            <p:cNvSpPr txBox="1"/>
            <p:nvPr/>
          </p:nvSpPr>
          <p:spPr>
            <a:xfrm>
              <a:off x="6230642" y="4428634"/>
              <a:ext cx="618693" cy="166712"/>
            </a:xfrm>
            <a:prstGeom prst="rect">
              <a:avLst/>
            </a:prstGeom>
          </p:spPr>
          <p:txBody>
            <a:bodyPr vert="horz" wrap="square" lIns="0" tIns="12700" rIns="0" bIns="0" rtlCol="0">
              <a:spAutoFit/>
            </a:bodyPr>
            <a:lstStyle/>
            <a:p>
              <a:pPr marL="12700">
                <a:lnSpc>
                  <a:spcPct val="100000"/>
                </a:lnSpc>
                <a:spcBef>
                  <a:spcPts val="100"/>
                </a:spcBef>
              </a:pPr>
              <a:r>
                <a:rPr lang="en-US" sz="1000" spc="-5">
                  <a:latin typeface="Arial"/>
                  <a:cs typeface="Arial"/>
                </a:rPr>
                <a:t>PC5</a:t>
              </a:r>
              <a:endParaRPr sz="1000">
                <a:latin typeface="Arial"/>
                <a:cs typeface="Arial"/>
              </a:endParaRPr>
            </a:p>
          </p:txBody>
        </p:sp>
        <p:sp>
          <p:nvSpPr>
            <p:cNvPr id="145" name="Rectangle 144">
              <a:extLst>
                <a:ext uri="{FF2B5EF4-FFF2-40B4-BE49-F238E27FC236}">
                  <a16:creationId xmlns:a16="http://schemas.microsoft.com/office/drawing/2014/main" id="{84669F3E-079F-418D-A252-81617693C77F}"/>
                </a:ext>
              </a:extLst>
            </p:cNvPr>
            <p:cNvSpPr/>
            <p:nvPr/>
          </p:nvSpPr>
          <p:spPr>
            <a:xfrm>
              <a:off x="6393090" y="5001619"/>
              <a:ext cx="906641" cy="179566"/>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000">
                  <a:effectLst/>
                  <a:ea typeface="Calibri" panose="020F0502020204030204" pitchFamily="34" charset="0"/>
                  <a:cs typeface="Times New Roman" panose="02020603050405020304" pitchFamily="18" charset="0"/>
                </a:rPr>
                <a:t>Smartphone</a:t>
              </a:r>
            </a:p>
          </p:txBody>
        </p:sp>
        <p:sp>
          <p:nvSpPr>
            <p:cNvPr id="146" name="object 69">
              <a:extLst>
                <a:ext uri="{FF2B5EF4-FFF2-40B4-BE49-F238E27FC236}">
                  <a16:creationId xmlns:a16="http://schemas.microsoft.com/office/drawing/2014/main" id="{BED9510F-C3AB-4EA1-AFFF-BC470F809D57}"/>
                </a:ext>
              </a:extLst>
            </p:cNvPr>
            <p:cNvSpPr/>
            <p:nvPr/>
          </p:nvSpPr>
          <p:spPr>
            <a:xfrm>
              <a:off x="9476696" y="4933418"/>
              <a:ext cx="526001" cy="253467"/>
            </a:xfrm>
            <a:prstGeom prst="rect">
              <a:avLst/>
            </a:prstGeom>
            <a:blipFill>
              <a:blip r:embed="rId6" cstate="print"/>
              <a:stretch>
                <a:fillRect/>
              </a:stretch>
            </a:blipFill>
          </p:spPr>
          <p:txBody>
            <a:bodyPr wrap="square" lIns="0" tIns="0" rIns="0" bIns="0" rtlCol="0"/>
            <a:lstStyle/>
            <a:p>
              <a:endParaRPr/>
            </a:p>
          </p:txBody>
        </p:sp>
        <p:sp>
          <p:nvSpPr>
            <p:cNvPr id="147" name="Flowchart: Alternate Process 146">
              <a:extLst>
                <a:ext uri="{FF2B5EF4-FFF2-40B4-BE49-F238E27FC236}">
                  <a16:creationId xmlns:a16="http://schemas.microsoft.com/office/drawing/2014/main" id="{CD59BF69-913C-4CED-9876-BE930EB39C71}"/>
                </a:ext>
              </a:extLst>
            </p:cNvPr>
            <p:cNvSpPr/>
            <p:nvPr/>
          </p:nvSpPr>
          <p:spPr>
            <a:xfrm>
              <a:off x="9979644" y="3095920"/>
              <a:ext cx="1136530" cy="232061"/>
            </a:xfrm>
            <a:prstGeom prst="flowChartAlternateProcess">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000">
                  <a:effectLst/>
                  <a:ea typeface="Calibri" panose="020F0502020204030204" pitchFamily="34" charset="0"/>
                  <a:cs typeface="Times New Roman" panose="02020603050405020304" pitchFamily="18" charset="0"/>
                </a:rPr>
                <a:t>Switch/Router</a:t>
              </a:r>
            </a:p>
          </p:txBody>
        </p:sp>
        <p:sp>
          <p:nvSpPr>
            <p:cNvPr id="148" name="Oval 147">
              <a:extLst>
                <a:ext uri="{FF2B5EF4-FFF2-40B4-BE49-F238E27FC236}">
                  <a16:creationId xmlns:a16="http://schemas.microsoft.com/office/drawing/2014/main" id="{3009EC0B-C4E7-410E-9BB7-041F3C1C6DF4}"/>
                </a:ext>
              </a:extLst>
            </p:cNvPr>
            <p:cNvSpPr>
              <a:spLocks noChangeAspect="1"/>
            </p:cNvSpPr>
            <p:nvPr/>
          </p:nvSpPr>
          <p:spPr>
            <a:xfrm>
              <a:off x="9026740" y="3412642"/>
              <a:ext cx="1824087" cy="1844942"/>
            </a:xfrm>
            <a:prstGeom prst="ellipse">
              <a:avLst/>
            </a:prstGeom>
            <a:noFill/>
            <a:ln>
              <a:solidFill>
                <a:srgbClr val="00B050"/>
              </a:solidFill>
              <a:prstDash val="dash"/>
            </a:ln>
          </p:spPr>
          <p:style>
            <a:lnRef idx="2">
              <a:schemeClr val="dk1"/>
            </a:lnRef>
            <a:fillRef idx="1">
              <a:schemeClr val="lt1"/>
            </a:fillRef>
            <a:effectRef idx="0">
              <a:schemeClr val="dk1"/>
            </a:effectRef>
            <a:fontRef idx="minor">
              <a:schemeClr val="dk1"/>
            </a:fontRef>
          </p:style>
          <p:txBody>
            <a:bodyPr rtlCol="0" anchor="ctr"/>
            <a:lstStyle/>
            <a:p>
              <a:pPr marL="0" marR="0" algn="r">
                <a:lnSpc>
                  <a:spcPct val="107000"/>
                </a:lnSpc>
                <a:spcBef>
                  <a:spcPts val="0"/>
                </a:spcBef>
                <a:spcAft>
                  <a:spcPts val="800"/>
                </a:spcAft>
              </a:pPr>
              <a:r>
                <a:rPr lang="en-US" sz="1200" b="1" kern="1200">
                  <a:solidFill>
                    <a:srgbClr val="00B050"/>
                  </a:solidFill>
                  <a:effectLst/>
                  <a:ea typeface="Calibri" panose="020F0502020204030204" pitchFamily="34" charset="0"/>
                  <a:cs typeface="Arial" panose="020B0604020202020204" pitchFamily="34" charset="0"/>
                </a:rPr>
                <a:t>      DSRC</a:t>
              </a:r>
              <a:endParaRPr lang="en-US" sz="1200">
                <a:effectLst/>
                <a:ea typeface="Calibri" panose="020F0502020204030204" pitchFamily="34" charset="0"/>
                <a:cs typeface="Arial" panose="020B0604020202020204" pitchFamily="34" charset="0"/>
              </a:endParaRPr>
            </a:p>
          </p:txBody>
        </p:sp>
        <p:sp>
          <p:nvSpPr>
            <p:cNvPr id="149" name="object 50">
              <a:extLst>
                <a:ext uri="{FF2B5EF4-FFF2-40B4-BE49-F238E27FC236}">
                  <a16:creationId xmlns:a16="http://schemas.microsoft.com/office/drawing/2014/main" id="{87243EDA-82EA-4F93-9FF0-48FC386BD1F7}"/>
                </a:ext>
              </a:extLst>
            </p:cNvPr>
            <p:cNvSpPr/>
            <p:nvPr/>
          </p:nvSpPr>
          <p:spPr>
            <a:xfrm>
              <a:off x="8689661" y="3572942"/>
              <a:ext cx="382379" cy="291324"/>
            </a:xfrm>
            <a:prstGeom prst="rect">
              <a:avLst/>
            </a:prstGeom>
            <a:blipFill>
              <a:blip r:embed="rId3" cstate="print"/>
              <a:stretch>
                <a:fillRect/>
              </a:stretch>
            </a:blipFill>
          </p:spPr>
          <p:txBody>
            <a:bodyPr wrap="square" lIns="0" tIns="0" rIns="0" bIns="0" rtlCol="0"/>
            <a:lstStyle/>
            <a:p>
              <a:endParaRPr/>
            </a:p>
          </p:txBody>
        </p:sp>
        <p:sp>
          <p:nvSpPr>
            <p:cNvPr id="150" name="object 65">
              <a:extLst>
                <a:ext uri="{FF2B5EF4-FFF2-40B4-BE49-F238E27FC236}">
                  <a16:creationId xmlns:a16="http://schemas.microsoft.com/office/drawing/2014/main" id="{1872DC3C-FD9E-4540-A7CC-C4B637ED2361}"/>
                </a:ext>
              </a:extLst>
            </p:cNvPr>
            <p:cNvSpPr/>
            <p:nvPr/>
          </p:nvSpPr>
          <p:spPr>
            <a:xfrm rot="7829163">
              <a:off x="9420016" y="4193249"/>
              <a:ext cx="529590" cy="714375"/>
            </a:xfrm>
            <a:custGeom>
              <a:avLst/>
              <a:gdLst/>
              <a:ahLst/>
              <a:cxnLst/>
              <a:rect l="l" t="t" r="r" b="b"/>
              <a:pathLst>
                <a:path w="529589" h="714375">
                  <a:moveTo>
                    <a:pt x="0" y="627236"/>
                  </a:moveTo>
                  <a:lnTo>
                    <a:pt x="210842" y="713860"/>
                  </a:lnTo>
                  <a:lnTo>
                    <a:pt x="269012" y="493678"/>
                  </a:lnTo>
                  <a:lnTo>
                    <a:pt x="337499" y="517597"/>
                  </a:lnTo>
                  <a:lnTo>
                    <a:pt x="393436" y="308576"/>
                  </a:lnTo>
                  <a:lnTo>
                    <a:pt x="445765" y="332740"/>
                  </a:lnTo>
                  <a:lnTo>
                    <a:pt x="529384" y="0"/>
                  </a:lnTo>
                  <a:lnTo>
                    <a:pt x="331926" y="281516"/>
                  </a:lnTo>
                  <a:lnTo>
                    <a:pt x="285654" y="263708"/>
                  </a:lnTo>
                  <a:lnTo>
                    <a:pt x="183132" y="458487"/>
                  </a:lnTo>
                  <a:lnTo>
                    <a:pt x="141609" y="437913"/>
                  </a:lnTo>
                  <a:lnTo>
                    <a:pt x="0" y="627236"/>
                  </a:lnTo>
                  <a:close/>
                </a:path>
              </a:pathLst>
            </a:custGeom>
            <a:solidFill>
              <a:srgbClr val="006FC0"/>
            </a:solidFill>
          </p:spPr>
          <p:txBody>
            <a:bodyPr wrap="square" lIns="0" tIns="0" rIns="0" bIns="0" rtlCol="0"/>
            <a:lstStyle/>
            <a:p>
              <a:endParaRPr/>
            </a:p>
          </p:txBody>
        </p:sp>
        <p:sp>
          <p:nvSpPr>
            <p:cNvPr id="151" name="object 81">
              <a:extLst>
                <a:ext uri="{FF2B5EF4-FFF2-40B4-BE49-F238E27FC236}">
                  <a16:creationId xmlns:a16="http://schemas.microsoft.com/office/drawing/2014/main" id="{873BCD65-9C81-4C3D-9EF6-B114E0A2FD38}"/>
                </a:ext>
              </a:extLst>
            </p:cNvPr>
            <p:cNvSpPr txBox="1"/>
            <p:nvPr/>
          </p:nvSpPr>
          <p:spPr>
            <a:xfrm>
              <a:off x="9555156" y="3413145"/>
              <a:ext cx="618693" cy="166712"/>
            </a:xfrm>
            <a:prstGeom prst="rect">
              <a:avLst/>
            </a:prstGeom>
          </p:spPr>
          <p:txBody>
            <a:bodyPr vert="horz" wrap="square" lIns="0" tIns="12700" rIns="0" bIns="0" rtlCol="0">
              <a:spAutoFit/>
            </a:bodyPr>
            <a:lstStyle/>
            <a:p>
              <a:pPr marL="12700">
                <a:lnSpc>
                  <a:spcPct val="100000"/>
                </a:lnSpc>
                <a:spcBef>
                  <a:spcPts val="100"/>
                </a:spcBef>
              </a:pPr>
              <a:r>
                <a:rPr lang="en-US" sz="1000" spc="-5">
                  <a:latin typeface="Arial"/>
                  <a:cs typeface="Arial"/>
                </a:rPr>
                <a:t>RSU</a:t>
              </a:r>
              <a:endParaRPr sz="1000">
                <a:latin typeface="Arial"/>
                <a:cs typeface="Arial"/>
              </a:endParaRPr>
            </a:p>
          </p:txBody>
        </p:sp>
        <p:pic>
          <p:nvPicPr>
            <p:cNvPr id="152" name="Picture 4" descr="https://www.festivalclaca.cat/imgfv/b/5-51021_traffic-light-png-background-image-real-traffic-light.png">
              <a:extLst>
                <a:ext uri="{FF2B5EF4-FFF2-40B4-BE49-F238E27FC236}">
                  <a16:creationId xmlns:a16="http://schemas.microsoft.com/office/drawing/2014/main" id="{D7A281F0-C896-4F9B-B655-2C3CFE2C960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 r="74318" b="77101"/>
            <a:stretch/>
          </p:blipFill>
          <p:spPr bwMode="auto">
            <a:xfrm>
              <a:off x="8239266" y="4034936"/>
              <a:ext cx="613343" cy="608346"/>
            </a:xfrm>
            <a:prstGeom prst="rect">
              <a:avLst/>
            </a:prstGeom>
            <a:noFill/>
            <a:extLst>
              <a:ext uri="{909E8E84-426E-40DD-AFC4-6F175D3DCCD1}">
                <a14:hiddenFill xmlns:a14="http://schemas.microsoft.com/office/drawing/2010/main">
                  <a:solidFill>
                    <a:srgbClr val="FFFFFF"/>
                  </a:solidFill>
                </a14:hiddenFill>
              </a:ext>
            </a:extLst>
          </p:spPr>
        </p:pic>
        <p:cxnSp>
          <p:nvCxnSpPr>
            <p:cNvPr id="153" name="Straight Connector 152">
              <a:extLst>
                <a:ext uri="{FF2B5EF4-FFF2-40B4-BE49-F238E27FC236}">
                  <a16:creationId xmlns:a16="http://schemas.microsoft.com/office/drawing/2014/main" id="{5C862692-F432-4D11-9AAD-EB36E2EA8237}"/>
                </a:ext>
              </a:extLst>
            </p:cNvPr>
            <p:cNvCxnSpPr>
              <a:cxnSpLocks/>
              <a:stCxn id="147" idx="2"/>
              <a:endCxn id="156" idx="3"/>
            </p:cNvCxnSpPr>
            <p:nvPr/>
          </p:nvCxnSpPr>
          <p:spPr>
            <a:xfrm flipH="1">
              <a:off x="9864503" y="3327981"/>
              <a:ext cx="683406" cy="551320"/>
            </a:xfrm>
            <a:prstGeom prst="line">
              <a:avLst/>
            </a:prstGeom>
            <a:ln>
              <a:tailEnd type="triangle"/>
            </a:ln>
          </p:spPr>
          <p:style>
            <a:lnRef idx="2">
              <a:schemeClr val="dk1"/>
            </a:lnRef>
            <a:fillRef idx="0">
              <a:schemeClr val="dk1"/>
            </a:fillRef>
            <a:effectRef idx="1">
              <a:schemeClr val="dk1"/>
            </a:effectRef>
            <a:fontRef idx="minor">
              <a:schemeClr val="tx1"/>
            </a:fontRef>
          </p:style>
        </p:cxnSp>
        <p:cxnSp>
          <p:nvCxnSpPr>
            <p:cNvPr id="154" name="Straight Arrow Connector 153">
              <a:extLst>
                <a:ext uri="{FF2B5EF4-FFF2-40B4-BE49-F238E27FC236}">
                  <a16:creationId xmlns:a16="http://schemas.microsoft.com/office/drawing/2014/main" id="{613DECF0-4547-47BF-B0AA-EBAC20BC1848}"/>
                </a:ext>
              </a:extLst>
            </p:cNvPr>
            <p:cNvCxnSpPr>
              <a:cxnSpLocks/>
              <a:stCxn id="152" idx="0"/>
            </p:cNvCxnSpPr>
            <p:nvPr/>
          </p:nvCxnSpPr>
          <p:spPr>
            <a:xfrm flipV="1">
              <a:off x="8545938" y="3842512"/>
              <a:ext cx="203972" cy="1924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5" name="Straight Arrow Connector 154">
              <a:extLst>
                <a:ext uri="{FF2B5EF4-FFF2-40B4-BE49-F238E27FC236}">
                  <a16:creationId xmlns:a16="http://schemas.microsoft.com/office/drawing/2014/main" id="{B58872DD-758D-4B1E-88C4-28C6246263E7}"/>
                </a:ext>
              </a:extLst>
            </p:cNvPr>
            <p:cNvCxnSpPr>
              <a:cxnSpLocks/>
              <a:stCxn id="156" idx="1"/>
              <a:endCxn id="149" idx="3"/>
            </p:cNvCxnSpPr>
            <p:nvPr/>
          </p:nvCxnSpPr>
          <p:spPr>
            <a:xfrm flipH="1" flipV="1">
              <a:off x="9072040" y="3718604"/>
              <a:ext cx="433079" cy="160697"/>
            </a:xfrm>
            <a:prstGeom prst="straightConnector1">
              <a:avLst/>
            </a:prstGeom>
            <a:ln>
              <a:headEnd type="triangle"/>
              <a:tailEnd type="none"/>
            </a:ln>
          </p:spPr>
          <p:style>
            <a:lnRef idx="1">
              <a:schemeClr val="accent1"/>
            </a:lnRef>
            <a:fillRef idx="0">
              <a:schemeClr val="accent1"/>
            </a:fillRef>
            <a:effectRef idx="0">
              <a:schemeClr val="accent1"/>
            </a:effectRef>
            <a:fontRef idx="minor">
              <a:schemeClr val="tx1"/>
            </a:fontRef>
          </p:style>
        </p:cxnSp>
        <p:pic>
          <p:nvPicPr>
            <p:cNvPr id="156" name="Picture 2" descr="https://unex.com.tw/uploads/productsliders/5886be087f7c5.png">
              <a:extLst>
                <a:ext uri="{FF2B5EF4-FFF2-40B4-BE49-F238E27FC236}">
                  <a16:creationId xmlns:a16="http://schemas.microsoft.com/office/drawing/2014/main" id="{5571C033-2029-4DA7-8072-2C95E43B6A91}"/>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27163" r="27413"/>
            <a:stretch/>
          </p:blipFill>
          <p:spPr bwMode="auto">
            <a:xfrm>
              <a:off x="9505119" y="3588418"/>
              <a:ext cx="359384" cy="581765"/>
            </a:xfrm>
            <a:prstGeom prst="rect">
              <a:avLst/>
            </a:prstGeom>
            <a:noFill/>
            <a:extLst>
              <a:ext uri="{909E8E84-426E-40DD-AFC4-6F175D3DCCD1}">
                <a14:hiddenFill xmlns:a14="http://schemas.microsoft.com/office/drawing/2010/main">
                  <a:solidFill>
                    <a:srgbClr val="FFFFFF"/>
                  </a:solidFill>
                </a14:hiddenFill>
              </a:ext>
            </a:extLst>
          </p:spPr>
        </p:pic>
        <p:sp>
          <p:nvSpPr>
            <p:cNvPr id="157" name="object 81">
              <a:extLst>
                <a:ext uri="{FF2B5EF4-FFF2-40B4-BE49-F238E27FC236}">
                  <a16:creationId xmlns:a16="http://schemas.microsoft.com/office/drawing/2014/main" id="{0D57031B-C5DC-4752-B10C-02D3D49911BD}"/>
                </a:ext>
              </a:extLst>
            </p:cNvPr>
            <p:cNvSpPr txBox="1"/>
            <p:nvPr/>
          </p:nvSpPr>
          <p:spPr>
            <a:xfrm>
              <a:off x="8523712" y="3252341"/>
              <a:ext cx="835674" cy="320601"/>
            </a:xfrm>
            <a:prstGeom prst="rect">
              <a:avLst/>
            </a:prstGeom>
          </p:spPr>
          <p:txBody>
            <a:bodyPr vert="horz" wrap="square" lIns="0" tIns="12700" rIns="0" bIns="0" rtlCol="0">
              <a:spAutoFit/>
            </a:bodyPr>
            <a:lstStyle/>
            <a:p>
              <a:pPr marL="12700">
                <a:lnSpc>
                  <a:spcPct val="100000"/>
                </a:lnSpc>
                <a:spcBef>
                  <a:spcPts val="100"/>
                </a:spcBef>
              </a:pPr>
              <a:r>
                <a:rPr lang="en-US" sz="1000" spc="-5">
                  <a:latin typeface="Arial"/>
                  <a:cs typeface="Arial"/>
                </a:rPr>
                <a:t>Pedestrian Detection unit</a:t>
              </a:r>
              <a:endParaRPr sz="1000">
                <a:latin typeface="Arial"/>
                <a:cs typeface="Arial"/>
              </a:endParaRPr>
            </a:p>
          </p:txBody>
        </p:sp>
        <p:sp>
          <p:nvSpPr>
            <p:cNvPr id="158" name="object 81">
              <a:extLst>
                <a:ext uri="{FF2B5EF4-FFF2-40B4-BE49-F238E27FC236}">
                  <a16:creationId xmlns:a16="http://schemas.microsoft.com/office/drawing/2014/main" id="{E185EB18-5AB2-40B6-BA40-596B411601FD}"/>
                </a:ext>
              </a:extLst>
            </p:cNvPr>
            <p:cNvSpPr txBox="1"/>
            <p:nvPr/>
          </p:nvSpPr>
          <p:spPr>
            <a:xfrm>
              <a:off x="8545700" y="4689865"/>
              <a:ext cx="835674" cy="166712"/>
            </a:xfrm>
            <a:prstGeom prst="rect">
              <a:avLst/>
            </a:prstGeom>
          </p:spPr>
          <p:txBody>
            <a:bodyPr vert="horz" wrap="square" lIns="0" tIns="12700" rIns="0" bIns="0" rtlCol="0">
              <a:spAutoFit/>
            </a:bodyPr>
            <a:lstStyle/>
            <a:p>
              <a:pPr marL="12700">
                <a:lnSpc>
                  <a:spcPct val="100000"/>
                </a:lnSpc>
                <a:spcBef>
                  <a:spcPts val="100"/>
                </a:spcBef>
              </a:pPr>
              <a:r>
                <a:rPr lang="en-US" sz="1000" spc="-5">
                  <a:latin typeface="Arial"/>
                  <a:cs typeface="Arial"/>
                </a:rPr>
                <a:t>Camera</a:t>
              </a:r>
              <a:endParaRPr sz="1000">
                <a:latin typeface="Arial"/>
                <a:cs typeface="Arial"/>
              </a:endParaRPr>
            </a:p>
          </p:txBody>
        </p:sp>
        <p:sp>
          <p:nvSpPr>
            <p:cNvPr id="159" name="object 81">
              <a:extLst>
                <a:ext uri="{FF2B5EF4-FFF2-40B4-BE49-F238E27FC236}">
                  <a16:creationId xmlns:a16="http://schemas.microsoft.com/office/drawing/2014/main" id="{482BDF06-A32A-426B-8B45-6EE237AC0791}"/>
                </a:ext>
              </a:extLst>
            </p:cNvPr>
            <p:cNvSpPr txBox="1"/>
            <p:nvPr/>
          </p:nvSpPr>
          <p:spPr>
            <a:xfrm>
              <a:off x="9739696" y="4577124"/>
              <a:ext cx="618693" cy="166712"/>
            </a:xfrm>
            <a:prstGeom prst="rect">
              <a:avLst/>
            </a:prstGeom>
          </p:spPr>
          <p:txBody>
            <a:bodyPr vert="horz" wrap="square" lIns="0" tIns="12700" rIns="0" bIns="0" rtlCol="0">
              <a:spAutoFit/>
            </a:bodyPr>
            <a:lstStyle/>
            <a:p>
              <a:pPr marL="12700">
                <a:lnSpc>
                  <a:spcPct val="100000"/>
                </a:lnSpc>
                <a:spcBef>
                  <a:spcPts val="100"/>
                </a:spcBef>
              </a:pPr>
              <a:r>
                <a:rPr lang="en-US" sz="1000" spc="-5">
                  <a:latin typeface="Arial"/>
                  <a:cs typeface="Arial"/>
                </a:rPr>
                <a:t>802.11p</a:t>
              </a:r>
              <a:endParaRPr sz="1000">
                <a:latin typeface="Arial"/>
                <a:cs typeface="Arial"/>
              </a:endParaRPr>
            </a:p>
          </p:txBody>
        </p:sp>
      </p:grpSp>
    </p:spTree>
    <p:extLst>
      <p:ext uri="{BB962C8B-B14F-4D97-AF65-F5344CB8AC3E}">
        <p14:creationId xmlns:p14="http://schemas.microsoft.com/office/powerpoint/2010/main" val="11425606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838200" y="1412488"/>
            <a:ext cx="2899189" cy="4363844"/>
          </a:xfrm>
        </p:spPr>
        <p:txBody>
          <a:bodyPr anchor="t">
            <a:normAutofit/>
          </a:bodyPr>
          <a:lstStyle/>
          <a:p>
            <a:r>
              <a:rPr lang="en-US" sz="4000">
                <a:solidFill>
                  <a:srgbClr val="FFFFFF"/>
                </a:solidFill>
                <a:latin typeface="Raleway"/>
              </a:rPr>
              <a:t>Logical Designs</a:t>
            </a:r>
          </a:p>
        </p:txBody>
      </p:sp>
      <p:cxnSp>
        <p:nvCxnSpPr>
          <p:cNvPr id="15" name="Straight Connector 1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49830AE6-3D29-4888-9A98-CA7098D82180}"/>
              </a:ext>
            </a:extLst>
          </p:cNvPr>
          <p:cNvSpPr>
            <a:spLocks noGrp="1"/>
          </p:cNvSpPr>
          <p:nvPr>
            <p:ph type="ftr" sz="quarter" idx="11"/>
          </p:nvPr>
        </p:nvSpPr>
        <p:spPr>
          <a:xfrm>
            <a:off x="4380854" y="6356350"/>
            <a:ext cx="4059047" cy="365125"/>
          </a:xfrm>
        </p:spPr>
        <p:txBody>
          <a:bodyPr>
            <a:normAutofit/>
          </a:bodyPr>
          <a:lstStyle/>
          <a:p>
            <a:pPr algn="l">
              <a:lnSpc>
                <a:spcPct val="90000"/>
              </a:lnSpc>
              <a:spcAft>
                <a:spcPts val="600"/>
              </a:spcAft>
            </a:pPr>
            <a:r>
              <a:rPr lang="en-US" sz="900"/>
              <a:t>SEER - A Real-Time Pedestrian Detection and Tracking System for Intelligent Vehicles</a:t>
            </a:r>
          </a:p>
        </p:txBody>
      </p: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9202366" y="6356350"/>
            <a:ext cx="2151434" cy="365125"/>
          </a:xfrm>
        </p:spPr>
        <p:txBody>
          <a:bodyPr>
            <a:normAutofit/>
          </a:bodyPr>
          <a:lstStyle/>
          <a:p>
            <a:pPr>
              <a:spcAft>
                <a:spcPts val="600"/>
              </a:spcAft>
            </a:pPr>
            <a:fld id="{2F98ACD2-9D07-46C2-95A3-67E0301C77FE}" type="slidenum">
              <a:rPr lang="en-US" smtClean="0"/>
              <a:pPr>
                <a:spcAft>
                  <a:spcPts val="600"/>
                </a:spcAft>
              </a:pPr>
              <a:t>18</a:t>
            </a:fld>
            <a:endParaRPr lang="en-US"/>
          </a:p>
        </p:txBody>
      </p:sp>
      <p:sp>
        <p:nvSpPr>
          <p:cNvPr id="40" name="Content Placeholder 7">
            <a:extLst>
              <a:ext uri="{FF2B5EF4-FFF2-40B4-BE49-F238E27FC236}">
                <a16:creationId xmlns:a16="http://schemas.microsoft.com/office/drawing/2014/main" id="{CD09E3FD-B4B6-4688-9115-C98F4337E42C}"/>
              </a:ext>
            </a:extLst>
          </p:cNvPr>
          <p:cNvSpPr>
            <a:spLocks noGrp="1"/>
          </p:cNvSpPr>
          <p:nvPr>
            <p:ph idx="1"/>
          </p:nvPr>
        </p:nvSpPr>
        <p:spPr>
          <a:xfrm>
            <a:off x="4704080" y="934720"/>
            <a:ext cx="6649720" cy="5242243"/>
          </a:xfrm>
          <a:solidFill>
            <a:schemeClr val="bg1"/>
          </a:solidFill>
        </p:spPr>
        <p:txBody>
          <a:bodyPr/>
          <a:lstStyle/>
          <a:p>
            <a:endParaRPr lang="en-US"/>
          </a:p>
          <a:p>
            <a:r>
              <a:rPr lang="en-US"/>
              <a:t>Centralized</a:t>
            </a:r>
          </a:p>
          <a:p>
            <a:r>
              <a:rPr lang="en-US"/>
              <a:t>Distributed</a:t>
            </a:r>
          </a:p>
          <a:p>
            <a:r>
              <a:rPr lang="en-US"/>
              <a:t>Hybrid</a:t>
            </a:r>
          </a:p>
          <a:p>
            <a:endParaRPr lang="en-US"/>
          </a:p>
        </p:txBody>
      </p:sp>
    </p:spTree>
    <p:extLst>
      <p:ext uri="{BB962C8B-B14F-4D97-AF65-F5344CB8AC3E}">
        <p14:creationId xmlns:p14="http://schemas.microsoft.com/office/powerpoint/2010/main" val="15169094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838200" y="1412488"/>
            <a:ext cx="2899189" cy="4363844"/>
          </a:xfrm>
        </p:spPr>
        <p:txBody>
          <a:bodyPr anchor="t">
            <a:normAutofit/>
          </a:bodyPr>
          <a:lstStyle/>
          <a:p>
            <a:pPr marL="514350" indent="-514350">
              <a:buFont typeface="+mj-lt"/>
              <a:buAutoNum type="arabicPeriod"/>
            </a:pPr>
            <a:r>
              <a:rPr lang="en-US" sz="2800">
                <a:solidFill>
                  <a:srgbClr val="FFFFFF"/>
                </a:solidFill>
              </a:rPr>
              <a:t>Centralized</a:t>
            </a:r>
            <a:br>
              <a:rPr lang="en-US" sz="2800">
                <a:solidFill>
                  <a:srgbClr val="FFFFFF"/>
                </a:solidFill>
              </a:rPr>
            </a:br>
            <a:r>
              <a:rPr lang="en-US" sz="2800">
                <a:solidFill>
                  <a:srgbClr val="FFFFFF"/>
                </a:solidFill>
              </a:rPr>
              <a:t>Design</a:t>
            </a:r>
          </a:p>
        </p:txBody>
      </p:sp>
      <p:cxnSp>
        <p:nvCxnSpPr>
          <p:cNvPr id="15" name="Straight Connector 1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49830AE6-3D29-4888-9A98-CA7098D82180}"/>
              </a:ext>
            </a:extLst>
          </p:cNvPr>
          <p:cNvSpPr>
            <a:spLocks noGrp="1"/>
          </p:cNvSpPr>
          <p:nvPr>
            <p:ph type="ftr" sz="quarter" idx="11"/>
          </p:nvPr>
        </p:nvSpPr>
        <p:spPr>
          <a:xfrm>
            <a:off x="4380854" y="6356350"/>
            <a:ext cx="4059047" cy="365125"/>
          </a:xfrm>
        </p:spPr>
        <p:txBody>
          <a:bodyPr>
            <a:normAutofit/>
          </a:bodyPr>
          <a:lstStyle/>
          <a:p>
            <a:pPr algn="l">
              <a:lnSpc>
                <a:spcPct val="90000"/>
              </a:lnSpc>
              <a:spcAft>
                <a:spcPts val="600"/>
              </a:spcAft>
            </a:pPr>
            <a:r>
              <a:rPr lang="en-US" sz="900"/>
              <a:t>SEER - A Real-Time Pedestrian Detection and Tracking System for Intelligent Vehicles</a:t>
            </a:r>
          </a:p>
        </p:txBody>
      </p: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9202366" y="6356350"/>
            <a:ext cx="2151434" cy="365125"/>
          </a:xfrm>
        </p:spPr>
        <p:txBody>
          <a:bodyPr>
            <a:normAutofit/>
          </a:bodyPr>
          <a:lstStyle/>
          <a:p>
            <a:pPr>
              <a:spcAft>
                <a:spcPts val="600"/>
              </a:spcAft>
            </a:pPr>
            <a:fld id="{2F98ACD2-9D07-46C2-95A3-67E0301C77FE}" type="slidenum">
              <a:rPr lang="en-US" smtClean="0"/>
              <a:pPr>
                <a:spcAft>
                  <a:spcPts val="600"/>
                </a:spcAft>
              </a:pPr>
              <a:t>19</a:t>
            </a:fld>
            <a:endParaRPr lang="en-US"/>
          </a:p>
        </p:txBody>
      </p:sp>
      <p:grpSp>
        <p:nvGrpSpPr>
          <p:cNvPr id="20" name="Group 19">
            <a:extLst>
              <a:ext uri="{FF2B5EF4-FFF2-40B4-BE49-F238E27FC236}">
                <a16:creationId xmlns:a16="http://schemas.microsoft.com/office/drawing/2014/main" id="{3102A7B8-0C65-4810-94ED-2A2FAA71E2E0}"/>
              </a:ext>
            </a:extLst>
          </p:cNvPr>
          <p:cNvGrpSpPr/>
          <p:nvPr/>
        </p:nvGrpSpPr>
        <p:grpSpPr>
          <a:xfrm>
            <a:off x="5071273" y="1287668"/>
            <a:ext cx="4566418" cy="4490354"/>
            <a:chOff x="3971678" y="1472868"/>
            <a:chExt cx="4566418" cy="4490354"/>
          </a:xfrm>
        </p:grpSpPr>
        <p:sp>
          <p:nvSpPr>
            <p:cNvPr id="21" name="Rectangle 20">
              <a:extLst>
                <a:ext uri="{FF2B5EF4-FFF2-40B4-BE49-F238E27FC236}">
                  <a16:creationId xmlns:a16="http://schemas.microsoft.com/office/drawing/2014/main" id="{E5229319-B0BF-4DAA-B93A-7C35A8A24363}"/>
                </a:ext>
              </a:extLst>
            </p:cNvPr>
            <p:cNvSpPr/>
            <p:nvPr/>
          </p:nvSpPr>
          <p:spPr>
            <a:xfrm>
              <a:off x="3971678" y="3303002"/>
              <a:ext cx="1179212" cy="2086527"/>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6000"/>
                </a:lnSpc>
                <a:spcBef>
                  <a:spcPts val="0"/>
                </a:spcBef>
                <a:spcAft>
                  <a:spcPts val="800"/>
                </a:spcAft>
              </a:pPr>
              <a:r>
                <a:rPr lang="en-US" sz="1000" kern="1200">
                  <a:solidFill>
                    <a:srgbClr val="000000"/>
                  </a:solidFill>
                  <a:effectLst/>
                  <a:ea typeface="Calibri" panose="020F0502020204030204" pitchFamily="34" charset="0"/>
                  <a:cs typeface="Times New Roman" panose="02020603050405020304" pitchFamily="18" charset="0"/>
                </a:rPr>
                <a:t>OBU/ SmartPhone</a:t>
              </a:r>
              <a:endParaRPr lang="en-US" sz="1100">
                <a:effectLst/>
                <a:ea typeface="Calibri" panose="020F0502020204030204" pitchFamily="34" charset="0"/>
                <a:cs typeface="Times New Roman" panose="02020603050405020304" pitchFamily="18" charset="0"/>
              </a:endParaRPr>
            </a:p>
          </p:txBody>
        </p:sp>
        <p:graphicFrame>
          <p:nvGraphicFramePr>
            <p:cNvPr id="22" name="Diagram 21">
              <a:extLst>
                <a:ext uri="{FF2B5EF4-FFF2-40B4-BE49-F238E27FC236}">
                  <a16:creationId xmlns:a16="http://schemas.microsoft.com/office/drawing/2014/main" id="{373158F5-581A-48D5-BD90-CE93AF1E8C1C}"/>
                </a:ext>
              </a:extLst>
            </p:cNvPr>
            <p:cNvGraphicFramePr/>
            <p:nvPr>
              <p:extLst>
                <p:ext uri="{D42A27DB-BD31-4B8C-83A1-F6EECF244321}">
                  <p14:modId xmlns:p14="http://schemas.microsoft.com/office/powerpoint/2010/main" val="3966294685"/>
                </p:ext>
              </p:extLst>
            </p:nvPr>
          </p:nvGraphicFramePr>
          <p:xfrm>
            <a:off x="4042891" y="3594229"/>
            <a:ext cx="1047043" cy="176341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23" name="Straight Connector 22">
              <a:extLst>
                <a:ext uri="{FF2B5EF4-FFF2-40B4-BE49-F238E27FC236}">
                  <a16:creationId xmlns:a16="http://schemas.microsoft.com/office/drawing/2014/main" id="{0A0617A1-917C-4AD1-86D4-FA7C48A3E783}"/>
                </a:ext>
              </a:extLst>
            </p:cNvPr>
            <p:cNvCxnSpPr>
              <a:cxnSpLocks/>
              <a:stCxn id="25" idx="3"/>
              <a:endCxn id="27" idx="1"/>
            </p:cNvCxnSpPr>
            <p:nvPr/>
          </p:nvCxnSpPr>
          <p:spPr>
            <a:xfrm>
              <a:off x="5071700" y="2745564"/>
              <a:ext cx="558368" cy="688165"/>
            </a:xfrm>
            <a:prstGeom prst="line">
              <a:avLst/>
            </a:prstGeom>
          </p:spPr>
          <p:style>
            <a:lnRef idx="2">
              <a:schemeClr val="dk1"/>
            </a:lnRef>
            <a:fillRef idx="0">
              <a:schemeClr val="dk1"/>
            </a:fillRef>
            <a:effectRef idx="1">
              <a:schemeClr val="dk1"/>
            </a:effectRef>
            <a:fontRef idx="minor">
              <a:schemeClr val="tx1"/>
            </a:fontRef>
          </p:style>
        </p:cxnSp>
        <p:cxnSp>
          <p:nvCxnSpPr>
            <p:cNvPr id="24" name="Straight Connector 23">
              <a:extLst>
                <a:ext uri="{FF2B5EF4-FFF2-40B4-BE49-F238E27FC236}">
                  <a16:creationId xmlns:a16="http://schemas.microsoft.com/office/drawing/2014/main" id="{38552778-74AA-4D39-823D-924AF927240B}"/>
                </a:ext>
              </a:extLst>
            </p:cNvPr>
            <p:cNvCxnSpPr>
              <a:cxnSpLocks/>
              <a:stCxn id="27" idx="1"/>
              <a:endCxn id="21" idx="3"/>
            </p:cNvCxnSpPr>
            <p:nvPr/>
          </p:nvCxnSpPr>
          <p:spPr>
            <a:xfrm flipH="1">
              <a:off x="5150890" y="3433729"/>
              <a:ext cx="479178" cy="912537"/>
            </a:xfrm>
            <a:prstGeom prst="line">
              <a:avLst/>
            </a:prstGeom>
            <a:ln w="9525" cap="flat" cmpd="sng" algn="ctr">
              <a:solidFill>
                <a:schemeClr val="dk1"/>
              </a:solidFill>
              <a:prstDash val="dash"/>
              <a:round/>
              <a:headEnd type="triangle" w="med" len="med"/>
              <a:tailEnd type="triangle" w="med" len="med"/>
            </a:ln>
          </p:spPr>
          <p:style>
            <a:lnRef idx="0">
              <a:scrgbClr r="0" g="0" b="0"/>
            </a:lnRef>
            <a:fillRef idx="0">
              <a:scrgbClr r="0" g="0" b="0"/>
            </a:fillRef>
            <a:effectRef idx="0">
              <a:scrgbClr r="0" g="0" b="0"/>
            </a:effectRef>
            <a:fontRef idx="minor">
              <a:schemeClr val="tx1"/>
            </a:fontRef>
          </p:style>
        </p:cxnSp>
        <p:sp>
          <p:nvSpPr>
            <p:cNvPr id="25" name="Rectangle 24">
              <a:extLst>
                <a:ext uri="{FF2B5EF4-FFF2-40B4-BE49-F238E27FC236}">
                  <a16:creationId xmlns:a16="http://schemas.microsoft.com/office/drawing/2014/main" id="{1C7F0602-58EE-4A8C-8536-4FAAB0056ADF}"/>
                </a:ext>
              </a:extLst>
            </p:cNvPr>
            <p:cNvSpPr/>
            <p:nvPr/>
          </p:nvSpPr>
          <p:spPr>
            <a:xfrm>
              <a:off x="4356209" y="2525219"/>
              <a:ext cx="715491" cy="440690"/>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6000"/>
                </a:lnSpc>
                <a:spcBef>
                  <a:spcPts val="0"/>
                </a:spcBef>
                <a:spcAft>
                  <a:spcPts val="800"/>
                </a:spcAft>
              </a:pPr>
              <a:r>
                <a:rPr lang="en-US" sz="1000" kern="1200">
                  <a:solidFill>
                    <a:srgbClr val="000000"/>
                  </a:solidFill>
                  <a:effectLst/>
                  <a:ea typeface="Calibri" panose="020F0502020204030204" pitchFamily="34" charset="0"/>
                  <a:cs typeface="Times New Roman" panose="02020603050405020304" pitchFamily="18" charset="0"/>
                </a:rPr>
                <a:t>IP Camera</a:t>
              </a:r>
              <a:endParaRPr lang="en-US" sz="1100">
                <a:effectLst/>
                <a:ea typeface="Calibri" panose="020F0502020204030204" pitchFamily="34" charset="0"/>
                <a:cs typeface="Times New Roman" panose="02020603050405020304" pitchFamily="18" charset="0"/>
              </a:endParaRPr>
            </a:p>
          </p:txBody>
        </p:sp>
        <p:cxnSp>
          <p:nvCxnSpPr>
            <p:cNvPr id="26" name="Straight Connector 25">
              <a:extLst>
                <a:ext uri="{FF2B5EF4-FFF2-40B4-BE49-F238E27FC236}">
                  <a16:creationId xmlns:a16="http://schemas.microsoft.com/office/drawing/2014/main" id="{AE9D3D17-A911-4205-A52A-5252973B53AC}"/>
                </a:ext>
              </a:extLst>
            </p:cNvPr>
            <p:cNvCxnSpPr>
              <a:cxnSpLocks/>
              <a:stCxn id="29" idx="1"/>
              <a:endCxn id="27" idx="3"/>
            </p:cNvCxnSpPr>
            <p:nvPr/>
          </p:nvCxnSpPr>
          <p:spPr>
            <a:xfrm flipH="1" flipV="1">
              <a:off x="6580927" y="3433729"/>
              <a:ext cx="438538" cy="5079"/>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7" name="Rectangle 26">
              <a:extLst>
                <a:ext uri="{FF2B5EF4-FFF2-40B4-BE49-F238E27FC236}">
                  <a16:creationId xmlns:a16="http://schemas.microsoft.com/office/drawing/2014/main" id="{D89A6B02-AA83-4AD7-8EF1-431EE0A251A4}"/>
                </a:ext>
              </a:extLst>
            </p:cNvPr>
            <p:cNvSpPr/>
            <p:nvPr/>
          </p:nvSpPr>
          <p:spPr>
            <a:xfrm>
              <a:off x="5630068" y="2077368"/>
              <a:ext cx="950859" cy="2712721"/>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6000"/>
                </a:lnSpc>
                <a:spcBef>
                  <a:spcPts val="0"/>
                </a:spcBef>
                <a:spcAft>
                  <a:spcPts val="800"/>
                </a:spcAft>
              </a:pPr>
              <a:r>
                <a:rPr lang="en-US" sz="1000" kern="1200">
                  <a:solidFill>
                    <a:srgbClr val="000000"/>
                  </a:solidFill>
                  <a:effectLst/>
                  <a:ea typeface="Calibri" panose="020F0502020204030204" pitchFamily="34" charset="0"/>
                  <a:cs typeface="Times New Roman" panose="02020603050405020304" pitchFamily="18" charset="0"/>
                </a:rPr>
                <a:t>RSU</a:t>
              </a:r>
              <a:endParaRPr lang="en-US" sz="1100">
                <a:effectLst/>
                <a:ea typeface="Calibri" panose="020F0502020204030204" pitchFamily="34" charset="0"/>
                <a:cs typeface="Times New Roman" panose="02020603050405020304" pitchFamily="18" charset="0"/>
              </a:endParaRPr>
            </a:p>
          </p:txBody>
        </p:sp>
        <p:graphicFrame>
          <p:nvGraphicFramePr>
            <p:cNvPr id="28" name="Diagram 27">
              <a:extLst>
                <a:ext uri="{FF2B5EF4-FFF2-40B4-BE49-F238E27FC236}">
                  <a16:creationId xmlns:a16="http://schemas.microsoft.com/office/drawing/2014/main" id="{96640F8B-1EF2-441A-827D-D69D8D070FC8}"/>
                </a:ext>
              </a:extLst>
            </p:cNvPr>
            <p:cNvGraphicFramePr/>
            <p:nvPr>
              <p:extLst>
                <p:ext uri="{D42A27DB-BD31-4B8C-83A1-F6EECF244321}">
                  <p14:modId xmlns:p14="http://schemas.microsoft.com/office/powerpoint/2010/main" val="1286821909"/>
                </p:ext>
              </p:extLst>
            </p:nvPr>
          </p:nvGraphicFramePr>
          <p:xfrm>
            <a:off x="5758037" y="2326291"/>
            <a:ext cx="754523" cy="234967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29" name="Flowchart: Alternate Process 28">
              <a:extLst>
                <a:ext uri="{FF2B5EF4-FFF2-40B4-BE49-F238E27FC236}">
                  <a16:creationId xmlns:a16="http://schemas.microsoft.com/office/drawing/2014/main" id="{2E8FF84D-7DA5-4F4B-B884-255C8CB088C1}"/>
                </a:ext>
              </a:extLst>
            </p:cNvPr>
            <p:cNvSpPr/>
            <p:nvPr/>
          </p:nvSpPr>
          <p:spPr>
            <a:xfrm>
              <a:off x="7019465" y="1472868"/>
              <a:ext cx="1092747" cy="3931879"/>
            </a:xfrm>
            <a:prstGeom prst="flowChartAlternateProcess">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6000"/>
                </a:lnSpc>
                <a:spcBef>
                  <a:spcPts val="0"/>
                </a:spcBef>
                <a:spcAft>
                  <a:spcPts val="800"/>
                </a:spcAft>
              </a:pPr>
              <a:r>
                <a:rPr lang="en-US" sz="1000" kern="1200">
                  <a:solidFill>
                    <a:srgbClr val="000000"/>
                  </a:solidFill>
                  <a:effectLst/>
                  <a:ea typeface="Calibri" panose="020F0502020204030204" pitchFamily="34" charset="0"/>
                  <a:cs typeface="Times New Roman" panose="02020603050405020304" pitchFamily="18" charset="0"/>
                </a:rPr>
                <a:t>Server</a:t>
              </a:r>
              <a:endParaRPr lang="en-US" sz="1100">
                <a:effectLst/>
                <a:ea typeface="Calibri" panose="020F0502020204030204" pitchFamily="34" charset="0"/>
                <a:cs typeface="Times New Roman" panose="02020603050405020304" pitchFamily="18" charset="0"/>
              </a:endParaRPr>
            </a:p>
          </p:txBody>
        </p:sp>
        <p:cxnSp>
          <p:nvCxnSpPr>
            <p:cNvPr id="30" name="Straight Connector 29">
              <a:extLst>
                <a:ext uri="{FF2B5EF4-FFF2-40B4-BE49-F238E27FC236}">
                  <a16:creationId xmlns:a16="http://schemas.microsoft.com/office/drawing/2014/main" id="{A2919459-61CE-43BA-87B3-EBAD16501C79}"/>
                </a:ext>
              </a:extLst>
            </p:cNvPr>
            <p:cNvCxnSpPr>
              <a:cxnSpLocks/>
            </p:cNvCxnSpPr>
            <p:nvPr/>
          </p:nvCxnSpPr>
          <p:spPr>
            <a:xfrm>
              <a:off x="8538096" y="5963222"/>
              <a:ext cx="0"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31" name="Diagram 30">
              <a:extLst>
                <a:ext uri="{FF2B5EF4-FFF2-40B4-BE49-F238E27FC236}">
                  <a16:creationId xmlns:a16="http://schemas.microsoft.com/office/drawing/2014/main" id="{171AC131-41B5-45E7-B01D-D4643F7C8CCE}"/>
                </a:ext>
              </a:extLst>
            </p:cNvPr>
            <p:cNvGraphicFramePr/>
            <p:nvPr>
              <p:extLst>
                <p:ext uri="{D42A27DB-BD31-4B8C-83A1-F6EECF244321}">
                  <p14:modId xmlns:p14="http://schemas.microsoft.com/office/powerpoint/2010/main" val="3007405728"/>
                </p:ext>
              </p:extLst>
            </p:nvPr>
          </p:nvGraphicFramePr>
          <p:xfrm>
            <a:off x="7107599" y="1777670"/>
            <a:ext cx="862373" cy="3545839"/>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pSp>
    </p:spTree>
    <p:extLst>
      <p:ext uri="{BB962C8B-B14F-4D97-AF65-F5344CB8AC3E}">
        <p14:creationId xmlns:p14="http://schemas.microsoft.com/office/powerpoint/2010/main" val="13464209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838200" y="1412488"/>
            <a:ext cx="2899189" cy="4363844"/>
          </a:xfrm>
        </p:spPr>
        <p:txBody>
          <a:bodyPr anchor="t">
            <a:normAutofit/>
          </a:bodyPr>
          <a:lstStyle/>
          <a:p>
            <a:pPr marL="514350" indent="-514350">
              <a:buFont typeface="+mj-lt"/>
              <a:buAutoNum type="arabicPeriod" startAt="2"/>
            </a:pPr>
            <a:r>
              <a:rPr lang="en-US" sz="2800">
                <a:solidFill>
                  <a:srgbClr val="FFFFFF"/>
                </a:solidFill>
              </a:rPr>
              <a:t>Distributed Design</a:t>
            </a:r>
          </a:p>
        </p:txBody>
      </p:sp>
      <p:cxnSp>
        <p:nvCxnSpPr>
          <p:cNvPr id="15" name="Straight Connector 1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49830AE6-3D29-4888-9A98-CA7098D82180}"/>
              </a:ext>
            </a:extLst>
          </p:cNvPr>
          <p:cNvSpPr>
            <a:spLocks noGrp="1"/>
          </p:cNvSpPr>
          <p:nvPr>
            <p:ph type="ftr" sz="quarter" idx="11"/>
          </p:nvPr>
        </p:nvSpPr>
        <p:spPr>
          <a:xfrm>
            <a:off x="4380854" y="6356350"/>
            <a:ext cx="4059047" cy="365125"/>
          </a:xfrm>
        </p:spPr>
        <p:txBody>
          <a:bodyPr>
            <a:normAutofit/>
          </a:bodyPr>
          <a:lstStyle/>
          <a:p>
            <a:pPr algn="l">
              <a:lnSpc>
                <a:spcPct val="90000"/>
              </a:lnSpc>
              <a:spcAft>
                <a:spcPts val="600"/>
              </a:spcAft>
            </a:pPr>
            <a:r>
              <a:rPr lang="en-US" sz="900"/>
              <a:t>SEER - A Real-Time Pedestrian Detection and Tracking System for Intelligent Vehicles</a:t>
            </a:r>
          </a:p>
        </p:txBody>
      </p: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9202366" y="6356350"/>
            <a:ext cx="2151434" cy="365125"/>
          </a:xfrm>
        </p:spPr>
        <p:txBody>
          <a:bodyPr>
            <a:normAutofit/>
          </a:bodyPr>
          <a:lstStyle/>
          <a:p>
            <a:pPr>
              <a:spcAft>
                <a:spcPts val="600"/>
              </a:spcAft>
            </a:pPr>
            <a:fld id="{2F98ACD2-9D07-46C2-95A3-67E0301C77FE}" type="slidenum">
              <a:rPr lang="en-US" smtClean="0"/>
              <a:pPr>
                <a:spcAft>
                  <a:spcPts val="600"/>
                </a:spcAft>
              </a:pPr>
              <a:t>20</a:t>
            </a:fld>
            <a:endParaRPr lang="en-US"/>
          </a:p>
        </p:txBody>
      </p:sp>
      <p:grpSp>
        <p:nvGrpSpPr>
          <p:cNvPr id="22" name="Group 21">
            <a:extLst>
              <a:ext uri="{FF2B5EF4-FFF2-40B4-BE49-F238E27FC236}">
                <a16:creationId xmlns:a16="http://schemas.microsoft.com/office/drawing/2014/main" id="{9A65C701-D3B1-47BE-AE75-4D5AAB1BEF18}"/>
              </a:ext>
            </a:extLst>
          </p:cNvPr>
          <p:cNvGrpSpPr/>
          <p:nvPr/>
        </p:nvGrpSpPr>
        <p:grpSpPr>
          <a:xfrm>
            <a:off x="5530015" y="375920"/>
            <a:ext cx="4535938" cy="5587302"/>
            <a:chOff x="4002158" y="375920"/>
            <a:chExt cx="4535938" cy="5587302"/>
          </a:xfrm>
        </p:grpSpPr>
        <p:sp>
          <p:nvSpPr>
            <p:cNvPr id="23" name="Rectangle 22">
              <a:extLst>
                <a:ext uri="{FF2B5EF4-FFF2-40B4-BE49-F238E27FC236}">
                  <a16:creationId xmlns:a16="http://schemas.microsoft.com/office/drawing/2014/main" id="{F238CB5B-4DB1-4664-85A2-67A46056C6E7}"/>
                </a:ext>
              </a:extLst>
            </p:cNvPr>
            <p:cNvSpPr/>
            <p:nvPr/>
          </p:nvSpPr>
          <p:spPr>
            <a:xfrm>
              <a:off x="4002158" y="3831322"/>
              <a:ext cx="1179212" cy="2086527"/>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6000"/>
                </a:lnSpc>
                <a:spcBef>
                  <a:spcPts val="0"/>
                </a:spcBef>
                <a:spcAft>
                  <a:spcPts val="800"/>
                </a:spcAft>
              </a:pPr>
              <a:r>
                <a:rPr lang="en-US" sz="1000" kern="1200">
                  <a:solidFill>
                    <a:srgbClr val="000000"/>
                  </a:solidFill>
                  <a:effectLst/>
                  <a:ea typeface="Calibri" panose="020F0502020204030204" pitchFamily="34" charset="0"/>
                  <a:cs typeface="Times New Roman" panose="02020603050405020304" pitchFamily="18" charset="0"/>
                </a:rPr>
                <a:t>OBU/ SmartPhone</a:t>
              </a:r>
              <a:endParaRPr lang="en-US" sz="1100">
                <a:effectLst/>
                <a:ea typeface="Calibri" panose="020F0502020204030204" pitchFamily="34" charset="0"/>
                <a:cs typeface="Times New Roman" panose="02020603050405020304" pitchFamily="18" charset="0"/>
              </a:endParaRPr>
            </a:p>
          </p:txBody>
        </p:sp>
        <p:graphicFrame>
          <p:nvGraphicFramePr>
            <p:cNvPr id="24" name="Diagram 23">
              <a:extLst>
                <a:ext uri="{FF2B5EF4-FFF2-40B4-BE49-F238E27FC236}">
                  <a16:creationId xmlns:a16="http://schemas.microsoft.com/office/drawing/2014/main" id="{3B620434-D4C3-45A1-AED1-1C16FE4D11E5}"/>
                </a:ext>
              </a:extLst>
            </p:cNvPr>
            <p:cNvGraphicFramePr/>
            <p:nvPr/>
          </p:nvGraphicFramePr>
          <p:xfrm>
            <a:off x="4073371" y="4122549"/>
            <a:ext cx="1047043" cy="176341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25" name="Straight Connector 24">
              <a:extLst>
                <a:ext uri="{FF2B5EF4-FFF2-40B4-BE49-F238E27FC236}">
                  <a16:creationId xmlns:a16="http://schemas.microsoft.com/office/drawing/2014/main" id="{83EFA30D-B14D-4452-8220-DF3E55FFD2D2}"/>
                </a:ext>
              </a:extLst>
            </p:cNvPr>
            <p:cNvCxnSpPr>
              <a:cxnSpLocks/>
              <a:stCxn id="27" idx="3"/>
              <a:endCxn id="45" idx="1"/>
            </p:cNvCxnSpPr>
            <p:nvPr/>
          </p:nvCxnSpPr>
          <p:spPr>
            <a:xfrm>
              <a:off x="5181370" y="1790524"/>
              <a:ext cx="479179" cy="0"/>
            </a:xfrm>
            <a:prstGeom prst="line">
              <a:avLst/>
            </a:prstGeom>
          </p:spPr>
          <p:style>
            <a:lnRef idx="2">
              <a:schemeClr val="dk1"/>
            </a:lnRef>
            <a:fillRef idx="0">
              <a:schemeClr val="dk1"/>
            </a:fillRef>
            <a:effectRef idx="1">
              <a:schemeClr val="dk1"/>
            </a:effectRef>
            <a:fontRef idx="minor">
              <a:schemeClr val="tx1"/>
            </a:fontRef>
          </p:style>
        </p:cxnSp>
        <p:cxnSp>
          <p:nvCxnSpPr>
            <p:cNvPr id="26" name="Straight Connector 25">
              <a:extLst>
                <a:ext uri="{FF2B5EF4-FFF2-40B4-BE49-F238E27FC236}">
                  <a16:creationId xmlns:a16="http://schemas.microsoft.com/office/drawing/2014/main" id="{A1AC589E-A91B-416E-970F-62861101BE59}"/>
                </a:ext>
              </a:extLst>
            </p:cNvPr>
            <p:cNvCxnSpPr>
              <a:cxnSpLocks/>
              <a:endCxn id="23" idx="3"/>
            </p:cNvCxnSpPr>
            <p:nvPr/>
          </p:nvCxnSpPr>
          <p:spPr>
            <a:xfrm flipH="1">
              <a:off x="5181370" y="4874586"/>
              <a:ext cx="477820" cy="0"/>
            </a:xfrm>
            <a:prstGeom prst="line">
              <a:avLst/>
            </a:prstGeom>
            <a:ln w="9525" cap="flat" cmpd="sng" algn="ctr">
              <a:solidFill>
                <a:schemeClr val="dk1"/>
              </a:solidFill>
              <a:prstDash val="dash"/>
              <a:round/>
              <a:headEnd type="triangle" w="med" len="med"/>
              <a:tailEnd type="triangle" w="med" len="med"/>
            </a:ln>
          </p:spPr>
          <p:style>
            <a:lnRef idx="0">
              <a:scrgbClr r="0" g="0" b="0"/>
            </a:lnRef>
            <a:fillRef idx="0">
              <a:scrgbClr r="0" g="0" b="0"/>
            </a:fillRef>
            <a:effectRef idx="0">
              <a:scrgbClr r="0" g="0" b="0"/>
            </a:effectRef>
            <a:fontRef idx="minor">
              <a:schemeClr val="tx1"/>
            </a:fontRef>
          </p:style>
        </p:cxnSp>
        <p:sp>
          <p:nvSpPr>
            <p:cNvPr id="27" name="Rectangle 26">
              <a:extLst>
                <a:ext uri="{FF2B5EF4-FFF2-40B4-BE49-F238E27FC236}">
                  <a16:creationId xmlns:a16="http://schemas.microsoft.com/office/drawing/2014/main" id="{D3A0F9A2-7B41-4CED-928B-3B6E2D37DC11}"/>
                </a:ext>
              </a:extLst>
            </p:cNvPr>
            <p:cNvSpPr/>
            <p:nvPr/>
          </p:nvSpPr>
          <p:spPr>
            <a:xfrm>
              <a:off x="4465879" y="1570179"/>
              <a:ext cx="715491" cy="440690"/>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6000"/>
                </a:lnSpc>
                <a:spcBef>
                  <a:spcPts val="0"/>
                </a:spcBef>
                <a:spcAft>
                  <a:spcPts val="800"/>
                </a:spcAft>
              </a:pPr>
              <a:r>
                <a:rPr lang="en-US" sz="1000" kern="1200">
                  <a:solidFill>
                    <a:srgbClr val="000000"/>
                  </a:solidFill>
                  <a:effectLst/>
                  <a:ea typeface="Calibri" panose="020F0502020204030204" pitchFamily="34" charset="0"/>
                  <a:cs typeface="Times New Roman" panose="02020603050405020304" pitchFamily="18" charset="0"/>
                </a:rPr>
                <a:t>IP Camera</a:t>
              </a:r>
              <a:endParaRPr lang="en-US" sz="1100">
                <a:effectLst/>
                <a:ea typeface="Calibri" panose="020F0502020204030204" pitchFamily="34" charset="0"/>
                <a:cs typeface="Times New Roman" panose="02020603050405020304" pitchFamily="18" charset="0"/>
              </a:endParaRPr>
            </a:p>
          </p:txBody>
        </p:sp>
        <p:cxnSp>
          <p:nvCxnSpPr>
            <p:cNvPr id="28" name="Straight Connector 27">
              <a:extLst>
                <a:ext uri="{FF2B5EF4-FFF2-40B4-BE49-F238E27FC236}">
                  <a16:creationId xmlns:a16="http://schemas.microsoft.com/office/drawing/2014/main" id="{4494F250-BBFE-433D-8609-8E3E7E5003EB}"/>
                </a:ext>
              </a:extLst>
            </p:cNvPr>
            <p:cNvCxnSpPr>
              <a:cxnSpLocks/>
              <a:stCxn id="47" idx="1"/>
              <a:endCxn id="29" idx="0"/>
            </p:cNvCxnSpPr>
            <p:nvPr/>
          </p:nvCxnSpPr>
          <p:spPr>
            <a:xfrm flipH="1">
              <a:off x="6135978" y="3205128"/>
              <a:ext cx="947873" cy="0"/>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9" name="Rectangle 28">
              <a:extLst>
                <a:ext uri="{FF2B5EF4-FFF2-40B4-BE49-F238E27FC236}">
                  <a16:creationId xmlns:a16="http://schemas.microsoft.com/office/drawing/2014/main" id="{FB641F78-6089-4147-B101-668122C115C1}"/>
                </a:ext>
              </a:extLst>
            </p:cNvPr>
            <p:cNvSpPr/>
            <p:nvPr/>
          </p:nvSpPr>
          <p:spPr>
            <a:xfrm>
              <a:off x="5660548" y="3205128"/>
              <a:ext cx="950859" cy="2712721"/>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6000"/>
                </a:lnSpc>
                <a:spcBef>
                  <a:spcPts val="0"/>
                </a:spcBef>
                <a:spcAft>
                  <a:spcPts val="800"/>
                </a:spcAft>
              </a:pPr>
              <a:r>
                <a:rPr lang="en-US" sz="1000" kern="1200">
                  <a:solidFill>
                    <a:srgbClr val="000000"/>
                  </a:solidFill>
                  <a:effectLst/>
                  <a:ea typeface="Calibri" panose="020F0502020204030204" pitchFamily="34" charset="0"/>
                  <a:cs typeface="Times New Roman" panose="02020603050405020304" pitchFamily="18" charset="0"/>
                </a:rPr>
                <a:t>RSU</a:t>
              </a:r>
              <a:endParaRPr lang="en-US" sz="1100">
                <a:effectLst/>
                <a:ea typeface="Calibri" panose="020F0502020204030204" pitchFamily="34" charset="0"/>
                <a:cs typeface="Times New Roman" panose="02020603050405020304" pitchFamily="18" charset="0"/>
              </a:endParaRPr>
            </a:p>
          </p:txBody>
        </p:sp>
        <p:graphicFrame>
          <p:nvGraphicFramePr>
            <p:cNvPr id="30" name="Diagram 29">
              <a:extLst>
                <a:ext uri="{FF2B5EF4-FFF2-40B4-BE49-F238E27FC236}">
                  <a16:creationId xmlns:a16="http://schemas.microsoft.com/office/drawing/2014/main" id="{F43E62BC-A7B0-4497-B86E-7930CE00CBF9}"/>
                </a:ext>
              </a:extLst>
            </p:cNvPr>
            <p:cNvGraphicFramePr/>
            <p:nvPr/>
          </p:nvGraphicFramePr>
          <p:xfrm>
            <a:off x="5758037" y="3454051"/>
            <a:ext cx="754523" cy="234967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45" name="Rectangle 44">
              <a:extLst>
                <a:ext uri="{FF2B5EF4-FFF2-40B4-BE49-F238E27FC236}">
                  <a16:creationId xmlns:a16="http://schemas.microsoft.com/office/drawing/2014/main" id="{C1837FB8-CE7A-4C03-94A1-BBCB7E5B3A33}"/>
                </a:ext>
              </a:extLst>
            </p:cNvPr>
            <p:cNvSpPr/>
            <p:nvPr/>
          </p:nvSpPr>
          <p:spPr>
            <a:xfrm>
              <a:off x="5660549" y="375920"/>
              <a:ext cx="950858" cy="2829208"/>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6000"/>
                </a:lnSpc>
                <a:spcBef>
                  <a:spcPts val="0"/>
                </a:spcBef>
                <a:spcAft>
                  <a:spcPts val="800"/>
                </a:spcAft>
              </a:pPr>
              <a:r>
                <a:rPr lang="en-US" sz="1000" kern="1200">
                  <a:solidFill>
                    <a:srgbClr val="000000"/>
                  </a:solidFill>
                  <a:effectLst/>
                  <a:ea typeface="Calibri" panose="020F0502020204030204" pitchFamily="34" charset="0"/>
                  <a:cs typeface="Times New Roman" panose="02020603050405020304" pitchFamily="18" charset="0"/>
                </a:rPr>
                <a:t>Detection Unit</a:t>
              </a:r>
              <a:endParaRPr lang="en-US" sz="1100">
                <a:effectLst/>
                <a:ea typeface="Calibri" panose="020F0502020204030204" pitchFamily="34" charset="0"/>
                <a:cs typeface="Times New Roman" panose="02020603050405020304" pitchFamily="18" charset="0"/>
              </a:endParaRPr>
            </a:p>
          </p:txBody>
        </p:sp>
        <p:graphicFrame>
          <p:nvGraphicFramePr>
            <p:cNvPr id="46" name="Diagram 45">
              <a:extLst>
                <a:ext uri="{FF2B5EF4-FFF2-40B4-BE49-F238E27FC236}">
                  <a16:creationId xmlns:a16="http://schemas.microsoft.com/office/drawing/2014/main" id="{B0EE63B3-AF53-4974-8E7D-37F616C0ED46}"/>
                </a:ext>
              </a:extLst>
            </p:cNvPr>
            <p:cNvGraphicFramePr/>
            <p:nvPr/>
          </p:nvGraphicFramePr>
          <p:xfrm>
            <a:off x="5730817" y="701041"/>
            <a:ext cx="791903" cy="2387599"/>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
          <p:nvSpPr>
            <p:cNvPr id="47" name="Flowchart: Alternate Process 46">
              <a:extLst>
                <a:ext uri="{FF2B5EF4-FFF2-40B4-BE49-F238E27FC236}">
                  <a16:creationId xmlns:a16="http://schemas.microsoft.com/office/drawing/2014/main" id="{09011DA1-7535-4D43-A494-F21A27D637B5}"/>
                </a:ext>
              </a:extLst>
            </p:cNvPr>
            <p:cNvSpPr/>
            <p:nvPr/>
          </p:nvSpPr>
          <p:spPr>
            <a:xfrm>
              <a:off x="7083851" y="2366762"/>
              <a:ext cx="1092747" cy="1676732"/>
            </a:xfrm>
            <a:prstGeom prst="flowChartAlternateProcess">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6000"/>
                </a:lnSpc>
                <a:spcBef>
                  <a:spcPts val="0"/>
                </a:spcBef>
                <a:spcAft>
                  <a:spcPts val="800"/>
                </a:spcAft>
              </a:pPr>
              <a:r>
                <a:rPr lang="en-US" sz="1000" kern="1200">
                  <a:solidFill>
                    <a:srgbClr val="000000"/>
                  </a:solidFill>
                  <a:effectLst/>
                  <a:ea typeface="Calibri" panose="020F0502020204030204" pitchFamily="34" charset="0"/>
                  <a:cs typeface="Times New Roman" panose="02020603050405020304" pitchFamily="18" charset="0"/>
                </a:rPr>
                <a:t>Server</a:t>
              </a:r>
              <a:endParaRPr lang="en-US" sz="1100">
                <a:effectLst/>
                <a:ea typeface="Calibri" panose="020F0502020204030204" pitchFamily="34" charset="0"/>
                <a:cs typeface="Times New Roman" panose="02020603050405020304" pitchFamily="18" charset="0"/>
              </a:endParaRPr>
            </a:p>
          </p:txBody>
        </p:sp>
        <p:cxnSp>
          <p:nvCxnSpPr>
            <p:cNvPr id="48" name="Straight Connector 47">
              <a:extLst>
                <a:ext uri="{FF2B5EF4-FFF2-40B4-BE49-F238E27FC236}">
                  <a16:creationId xmlns:a16="http://schemas.microsoft.com/office/drawing/2014/main" id="{F01569D8-D321-48D7-A3B6-7D9FBA8C553F}"/>
                </a:ext>
              </a:extLst>
            </p:cNvPr>
            <p:cNvCxnSpPr>
              <a:cxnSpLocks/>
            </p:cNvCxnSpPr>
            <p:nvPr/>
          </p:nvCxnSpPr>
          <p:spPr>
            <a:xfrm>
              <a:off x="8538096" y="5963222"/>
              <a:ext cx="0"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49" name="Diagram 48">
              <a:extLst>
                <a:ext uri="{FF2B5EF4-FFF2-40B4-BE49-F238E27FC236}">
                  <a16:creationId xmlns:a16="http://schemas.microsoft.com/office/drawing/2014/main" id="{370AC834-F839-4FEB-9C93-CE68BF63566B}"/>
                </a:ext>
              </a:extLst>
            </p:cNvPr>
            <p:cNvGraphicFramePr/>
            <p:nvPr>
              <p:extLst>
                <p:ext uri="{D42A27DB-BD31-4B8C-83A1-F6EECF244321}">
                  <p14:modId xmlns:p14="http://schemas.microsoft.com/office/powerpoint/2010/main" val="3676122190"/>
                </p:ext>
              </p:extLst>
            </p:nvPr>
          </p:nvGraphicFramePr>
          <p:xfrm>
            <a:off x="7199037" y="2641271"/>
            <a:ext cx="862373" cy="1310969"/>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grpSp>
    </p:spTree>
    <p:extLst>
      <p:ext uri="{BB962C8B-B14F-4D97-AF65-F5344CB8AC3E}">
        <p14:creationId xmlns:p14="http://schemas.microsoft.com/office/powerpoint/2010/main" val="31014724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838200" y="1412488"/>
            <a:ext cx="2899189" cy="4363844"/>
          </a:xfrm>
        </p:spPr>
        <p:txBody>
          <a:bodyPr anchor="t">
            <a:normAutofit/>
          </a:bodyPr>
          <a:lstStyle/>
          <a:p>
            <a:pPr marL="514350" indent="-514350">
              <a:buFont typeface="+mj-lt"/>
              <a:buAutoNum type="arabicPeriod" startAt="3"/>
            </a:pPr>
            <a:r>
              <a:rPr lang="en-US" sz="2800">
                <a:solidFill>
                  <a:srgbClr val="FFFFFF"/>
                </a:solidFill>
              </a:rPr>
              <a:t>Hybrid</a:t>
            </a:r>
            <a:br>
              <a:rPr lang="en-US" sz="2800">
                <a:solidFill>
                  <a:srgbClr val="FFFFFF"/>
                </a:solidFill>
              </a:rPr>
            </a:br>
            <a:r>
              <a:rPr lang="en-US" sz="2800">
                <a:solidFill>
                  <a:srgbClr val="FFFFFF"/>
                </a:solidFill>
              </a:rPr>
              <a:t>Design</a:t>
            </a:r>
          </a:p>
        </p:txBody>
      </p:sp>
      <p:cxnSp>
        <p:nvCxnSpPr>
          <p:cNvPr id="15" name="Straight Connector 1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49830AE6-3D29-4888-9A98-CA7098D82180}"/>
              </a:ext>
            </a:extLst>
          </p:cNvPr>
          <p:cNvSpPr>
            <a:spLocks noGrp="1"/>
          </p:cNvSpPr>
          <p:nvPr>
            <p:ph type="ftr" sz="quarter" idx="11"/>
          </p:nvPr>
        </p:nvSpPr>
        <p:spPr>
          <a:xfrm>
            <a:off x="4380854" y="6356350"/>
            <a:ext cx="4059047" cy="365125"/>
          </a:xfrm>
        </p:spPr>
        <p:txBody>
          <a:bodyPr>
            <a:normAutofit/>
          </a:bodyPr>
          <a:lstStyle/>
          <a:p>
            <a:pPr algn="l">
              <a:lnSpc>
                <a:spcPct val="90000"/>
              </a:lnSpc>
              <a:spcAft>
                <a:spcPts val="600"/>
              </a:spcAft>
            </a:pPr>
            <a:r>
              <a:rPr lang="en-US" sz="900"/>
              <a:t>SEER - A Real-Time Pedestrian Detection and Tracking System for Intelligent Vehicles</a:t>
            </a:r>
          </a:p>
        </p:txBody>
      </p: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9202366" y="6356350"/>
            <a:ext cx="2151434" cy="365125"/>
          </a:xfrm>
        </p:spPr>
        <p:txBody>
          <a:bodyPr>
            <a:normAutofit/>
          </a:bodyPr>
          <a:lstStyle/>
          <a:p>
            <a:pPr>
              <a:spcAft>
                <a:spcPts val="600"/>
              </a:spcAft>
            </a:pPr>
            <a:fld id="{2F98ACD2-9D07-46C2-95A3-67E0301C77FE}" type="slidenum">
              <a:rPr lang="en-US" smtClean="0"/>
              <a:pPr>
                <a:spcAft>
                  <a:spcPts val="600"/>
                </a:spcAft>
              </a:pPr>
              <a:t>21</a:t>
            </a:fld>
            <a:endParaRPr lang="en-US"/>
          </a:p>
        </p:txBody>
      </p:sp>
      <p:grpSp>
        <p:nvGrpSpPr>
          <p:cNvPr id="7" name="Group 6">
            <a:extLst>
              <a:ext uri="{FF2B5EF4-FFF2-40B4-BE49-F238E27FC236}">
                <a16:creationId xmlns:a16="http://schemas.microsoft.com/office/drawing/2014/main" id="{CFA4ADB0-39C4-40B7-870B-D35FFE5AC9D3}"/>
              </a:ext>
            </a:extLst>
          </p:cNvPr>
          <p:cNvGrpSpPr/>
          <p:nvPr/>
        </p:nvGrpSpPr>
        <p:grpSpPr>
          <a:xfrm>
            <a:off x="5530016" y="375920"/>
            <a:ext cx="4535938" cy="5279814"/>
            <a:chOff x="5530016" y="375920"/>
            <a:chExt cx="4535938" cy="5279814"/>
          </a:xfrm>
        </p:grpSpPr>
        <p:grpSp>
          <p:nvGrpSpPr>
            <p:cNvPr id="23" name="Group 22">
              <a:extLst>
                <a:ext uri="{FF2B5EF4-FFF2-40B4-BE49-F238E27FC236}">
                  <a16:creationId xmlns:a16="http://schemas.microsoft.com/office/drawing/2014/main" id="{AD777E01-2AF8-411E-AE40-CA44E774D3FC}"/>
                </a:ext>
              </a:extLst>
            </p:cNvPr>
            <p:cNvGrpSpPr/>
            <p:nvPr/>
          </p:nvGrpSpPr>
          <p:grpSpPr>
            <a:xfrm>
              <a:off x="5530016" y="375920"/>
              <a:ext cx="4535938" cy="5279814"/>
              <a:chOff x="4002158" y="375920"/>
              <a:chExt cx="4535938" cy="5587302"/>
            </a:xfrm>
          </p:grpSpPr>
          <p:sp>
            <p:nvSpPr>
              <p:cNvPr id="24" name="Rectangle 23">
                <a:extLst>
                  <a:ext uri="{FF2B5EF4-FFF2-40B4-BE49-F238E27FC236}">
                    <a16:creationId xmlns:a16="http://schemas.microsoft.com/office/drawing/2014/main" id="{74A5B03E-726C-48A5-A4A0-95BF339DA012}"/>
                  </a:ext>
                </a:extLst>
              </p:cNvPr>
              <p:cNvSpPr/>
              <p:nvPr/>
            </p:nvSpPr>
            <p:spPr>
              <a:xfrm>
                <a:off x="4002158" y="3831322"/>
                <a:ext cx="1179212" cy="2086527"/>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6000"/>
                  </a:lnSpc>
                  <a:spcBef>
                    <a:spcPts val="0"/>
                  </a:spcBef>
                  <a:spcAft>
                    <a:spcPts val="800"/>
                  </a:spcAft>
                </a:pPr>
                <a:r>
                  <a:rPr lang="en-US" sz="1000" kern="1200">
                    <a:solidFill>
                      <a:srgbClr val="000000"/>
                    </a:solidFill>
                    <a:effectLst/>
                    <a:ea typeface="Calibri" panose="020F0502020204030204" pitchFamily="34" charset="0"/>
                    <a:cs typeface="Times New Roman" panose="02020603050405020304" pitchFamily="18" charset="0"/>
                  </a:rPr>
                  <a:t>OBU/ SmartPhone</a:t>
                </a:r>
                <a:endParaRPr lang="en-US" sz="1100">
                  <a:effectLst/>
                  <a:ea typeface="Calibri" panose="020F0502020204030204" pitchFamily="34" charset="0"/>
                  <a:cs typeface="Times New Roman" panose="02020603050405020304" pitchFamily="18" charset="0"/>
                </a:endParaRPr>
              </a:p>
            </p:txBody>
          </p:sp>
          <p:graphicFrame>
            <p:nvGraphicFramePr>
              <p:cNvPr id="25" name="Diagram 24">
                <a:extLst>
                  <a:ext uri="{FF2B5EF4-FFF2-40B4-BE49-F238E27FC236}">
                    <a16:creationId xmlns:a16="http://schemas.microsoft.com/office/drawing/2014/main" id="{27F3B1F0-FAD3-4398-B519-009C81269D03}"/>
                  </a:ext>
                </a:extLst>
              </p:cNvPr>
              <p:cNvGraphicFramePr/>
              <p:nvPr>
                <p:extLst>
                  <p:ext uri="{D42A27DB-BD31-4B8C-83A1-F6EECF244321}">
                    <p14:modId xmlns:p14="http://schemas.microsoft.com/office/powerpoint/2010/main" val="1251776422"/>
                  </p:ext>
                </p:extLst>
              </p:nvPr>
            </p:nvGraphicFramePr>
            <p:xfrm>
              <a:off x="4073371" y="4122549"/>
              <a:ext cx="1047043" cy="176341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26" name="Straight Connector 25">
                <a:extLst>
                  <a:ext uri="{FF2B5EF4-FFF2-40B4-BE49-F238E27FC236}">
                    <a16:creationId xmlns:a16="http://schemas.microsoft.com/office/drawing/2014/main" id="{EF973C5D-2EEA-49DA-890A-8B3C3D0F43F0}"/>
                  </a:ext>
                </a:extLst>
              </p:cNvPr>
              <p:cNvCxnSpPr>
                <a:cxnSpLocks/>
                <a:stCxn id="28" idx="3"/>
                <a:endCxn id="32" idx="1"/>
              </p:cNvCxnSpPr>
              <p:nvPr/>
            </p:nvCxnSpPr>
            <p:spPr>
              <a:xfrm>
                <a:off x="5181370" y="1790524"/>
                <a:ext cx="479179" cy="0"/>
              </a:xfrm>
              <a:prstGeom prst="line">
                <a:avLst/>
              </a:prstGeom>
            </p:spPr>
            <p:style>
              <a:lnRef idx="2">
                <a:schemeClr val="dk1"/>
              </a:lnRef>
              <a:fillRef idx="0">
                <a:schemeClr val="dk1"/>
              </a:fillRef>
              <a:effectRef idx="1">
                <a:schemeClr val="dk1"/>
              </a:effectRef>
              <a:fontRef idx="minor">
                <a:schemeClr val="tx1"/>
              </a:fontRef>
            </p:style>
          </p:cxnSp>
          <p:cxnSp>
            <p:nvCxnSpPr>
              <p:cNvPr id="27" name="Straight Connector 26">
                <a:extLst>
                  <a:ext uri="{FF2B5EF4-FFF2-40B4-BE49-F238E27FC236}">
                    <a16:creationId xmlns:a16="http://schemas.microsoft.com/office/drawing/2014/main" id="{674883C6-DF4C-4C97-9C50-FD43EF7655BB}"/>
                  </a:ext>
                </a:extLst>
              </p:cNvPr>
              <p:cNvCxnSpPr>
                <a:cxnSpLocks/>
                <a:endCxn id="24" idx="3"/>
              </p:cNvCxnSpPr>
              <p:nvPr/>
            </p:nvCxnSpPr>
            <p:spPr>
              <a:xfrm flipH="1">
                <a:off x="5181370" y="4874586"/>
                <a:ext cx="477820" cy="0"/>
              </a:xfrm>
              <a:prstGeom prst="line">
                <a:avLst/>
              </a:prstGeom>
              <a:ln w="9525" cap="flat" cmpd="sng" algn="ctr">
                <a:solidFill>
                  <a:schemeClr val="dk1"/>
                </a:solidFill>
                <a:prstDash val="dash"/>
                <a:round/>
                <a:headEnd type="triangle" w="med" len="med"/>
                <a:tailEnd type="triangle" w="med" len="med"/>
              </a:ln>
            </p:spPr>
            <p:style>
              <a:lnRef idx="0">
                <a:scrgbClr r="0" g="0" b="0"/>
              </a:lnRef>
              <a:fillRef idx="0">
                <a:scrgbClr r="0" g="0" b="0"/>
              </a:fillRef>
              <a:effectRef idx="0">
                <a:scrgbClr r="0" g="0" b="0"/>
              </a:effectRef>
              <a:fontRef idx="minor">
                <a:schemeClr val="tx1"/>
              </a:fontRef>
            </p:style>
          </p:cxnSp>
          <p:sp>
            <p:nvSpPr>
              <p:cNvPr id="28" name="Rectangle 27">
                <a:extLst>
                  <a:ext uri="{FF2B5EF4-FFF2-40B4-BE49-F238E27FC236}">
                    <a16:creationId xmlns:a16="http://schemas.microsoft.com/office/drawing/2014/main" id="{BD793836-702C-4413-AF3E-CC7617461A81}"/>
                  </a:ext>
                </a:extLst>
              </p:cNvPr>
              <p:cNvSpPr/>
              <p:nvPr/>
            </p:nvSpPr>
            <p:spPr>
              <a:xfrm>
                <a:off x="4465879" y="1570179"/>
                <a:ext cx="715491" cy="440690"/>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6000"/>
                  </a:lnSpc>
                  <a:spcBef>
                    <a:spcPts val="0"/>
                  </a:spcBef>
                  <a:spcAft>
                    <a:spcPts val="800"/>
                  </a:spcAft>
                </a:pPr>
                <a:r>
                  <a:rPr lang="en-US" sz="1000" kern="1200">
                    <a:solidFill>
                      <a:srgbClr val="000000"/>
                    </a:solidFill>
                    <a:effectLst/>
                    <a:ea typeface="Calibri" panose="020F0502020204030204" pitchFamily="34" charset="0"/>
                    <a:cs typeface="Times New Roman" panose="02020603050405020304" pitchFamily="18" charset="0"/>
                  </a:rPr>
                  <a:t>IP Camera</a:t>
                </a:r>
                <a:endParaRPr lang="en-US" sz="1100">
                  <a:effectLst/>
                  <a:ea typeface="Calibri" panose="020F0502020204030204" pitchFamily="34" charset="0"/>
                  <a:cs typeface="Times New Roman" panose="02020603050405020304" pitchFamily="18" charset="0"/>
                </a:endParaRPr>
              </a:p>
            </p:txBody>
          </p:sp>
          <p:cxnSp>
            <p:nvCxnSpPr>
              <p:cNvPr id="29" name="Straight Connector 28">
                <a:extLst>
                  <a:ext uri="{FF2B5EF4-FFF2-40B4-BE49-F238E27FC236}">
                    <a16:creationId xmlns:a16="http://schemas.microsoft.com/office/drawing/2014/main" id="{C1122B88-7615-41F7-B4AF-BC5213F6AB88}"/>
                  </a:ext>
                </a:extLst>
              </p:cNvPr>
              <p:cNvCxnSpPr>
                <a:cxnSpLocks/>
                <a:stCxn id="34" idx="1"/>
                <a:endCxn id="30" idx="0"/>
              </p:cNvCxnSpPr>
              <p:nvPr/>
            </p:nvCxnSpPr>
            <p:spPr>
              <a:xfrm flipH="1">
                <a:off x="6135978" y="3205128"/>
                <a:ext cx="954607" cy="0"/>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0" name="Rectangle 29">
                <a:extLst>
                  <a:ext uri="{FF2B5EF4-FFF2-40B4-BE49-F238E27FC236}">
                    <a16:creationId xmlns:a16="http://schemas.microsoft.com/office/drawing/2014/main" id="{D25EF6CB-445F-40DB-99DD-A4D955BBE6A5}"/>
                  </a:ext>
                </a:extLst>
              </p:cNvPr>
              <p:cNvSpPr/>
              <p:nvPr/>
            </p:nvSpPr>
            <p:spPr>
              <a:xfrm>
                <a:off x="5660548" y="3205128"/>
                <a:ext cx="950859" cy="2712721"/>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6000"/>
                  </a:lnSpc>
                  <a:spcBef>
                    <a:spcPts val="0"/>
                  </a:spcBef>
                  <a:spcAft>
                    <a:spcPts val="800"/>
                  </a:spcAft>
                </a:pPr>
                <a:r>
                  <a:rPr lang="en-US" sz="1000" kern="1200">
                    <a:solidFill>
                      <a:srgbClr val="000000"/>
                    </a:solidFill>
                    <a:effectLst/>
                    <a:ea typeface="Calibri" panose="020F0502020204030204" pitchFamily="34" charset="0"/>
                    <a:cs typeface="Times New Roman" panose="02020603050405020304" pitchFamily="18" charset="0"/>
                  </a:rPr>
                  <a:t>RSU</a:t>
                </a:r>
                <a:endParaRPr lang="en-US" sz="1100">
                  <a:effectLst/>
                  <a:ea typeface="Calibri" panose="020F0502020204030204" pitchFamily="34" charset="0"/>
                  <a:cs typeface="Times New Roman" panose="02020603050405020304" pitchFamily="18" charset="0"/>
                </a:endParaRPr>
              </a:p>
            </p:txBody>
          </p:sp>
          <p:graphicFrame>
            <p:nvGraphicFramePr>
              <p:cNvPr id="31" name="Diagram 30">
                <a:extLst>
                  <a:ext uri="{FF2B5EF4-FFF2-40B4-BE49-F238E27FC236}">
                    <a16:creationId xmlns:a16="http://schemas.microsoft.com/office/drawing/2014/main" id="{FA95D326-0F62-46A2-BA53-F4AF524F0C09}"/>
                  </a:ext>
                </a:extLst>
              </p:cNvPr>
              <p:cNvGraphicFramePr/>
              <p:nvPr>
                <p:extLst>
                  <p:ext uri="{D42A27DB-BD31-4B8C-83A1-F6EECF244321}">
                    <p14:modId xmlns:p14="http://schemas.microsoft.com/office/powerpoint/2010/main" val="3809005231"/>
                  </p:ext>
                </p:extLst>
              </p:nvPr>
            </p:nvGraphicFramePr>
            <p:xfrm>
              <a:off x="5758037" y="3454051"/>
              <a:ext cx="754523" cy="234967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32" name="Rectangle 31">
                <a:extLst>
                  <a:ext uri="{FF2B5EF4-FFF2-40B4-BE49-F238E27FC236}">
                    <a16:creationId xmlns:a16="http://schemas.microsoft.com/office/drawing/2014/main" id="{417741D3-F6E9-436F-92E5-130C53A27C2F}"/>
                  </a:ext>
                </a:extLst>
              </p:cNvPr>
              <p:cNvSpPr/>
              <p:nvPr/>
            </p:nvSpPr>
            <p:spPr>
              <a:xfrm>
                <a:off x="5660549" y="375920"/>
                <a:ext cx="950858" cy="2829208"/>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6000"/>
                  </a:lnSpc>
                  <a:spcBef>
                    <a:spcPts val="0"/>
                  </a:spcBef>
                  <a:spcAft>
                    <a:spcPts val="800"/>
                  </a:spcAft>
                </a:pPr>
                <a:r>
                  <a:rPr lang="en-US" sz="1000" kern="1200">
                    <a:solidFill>
                      <a:srgbClr val="000000"/>
                    </a:solidFill>
                    <a:effectLst/>
                    <a:ea typeface="Calibri" panose="020F0502020204030204" pitchFamily="34" charset="0"/>
                    <a:cs typeface="Times New Roman" panose="02020603050405020304" pitchFamily="18" charset="0"/>
                  </a:rPr>
                  <a:t>Detection Unit</a:t>
                </a:r>
                <a:endParaRPr lang="en-US" sz="1100">
                  <a:effectLst/>
                  <a:ea typeface="Calibri" panose="020F0502020204030204" pitchFamily="34" charset="0"/>
                  <a:cs typeface="Times New Roman" panose="02020603050405020304" pitchFamily="18" charset="0"/>
                </a:endParaRPr>
              </a:p>
            </p:txBody>
          </p:sp>
          <p:graphicFrame>
            <p:nvGraphicFramePr>
              <p:cNvPr id="33" name="Diagram 32">
                <a:extLst>
                  <a:ext uri="{FF2B5EF4-FFF2-40B4-BE49-F238E27FC236}">
                    <a16:creationId xmlns:a16="http://schemas.microsoft.com/office/drawing/2014/main" id="{C99306C3-C168-4AE9-822C-1E516D9A01FB}"/>
                  </a:ext>
                </a:extLst>
              </p:cNvPr>
              <p:cNvGraphicFramePr/>
              <p:nvPr>
                <p:extLst>
                  <p:ext uri="{D42A27DB-BD31-4B8C-83A1-F6EECF244321}">
                    <p14:modId xmlns:p14="http://schemas.microsoft.com/office/powerpoint/2010/main" val="3482433623"/>
                  </p:ext>
                </p:extLst>
              </p:nvPr>
            </p:nvGraphicFramePr>
            <p:xfrm>
              <a:off x="5730817" y="701041"/>
              <a:ext cx="791903" cy="2387599"/>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
            <p:nvSpPr>
              <p:cNvPr id="34" name="Flowchart: Alternate Process 33">
                <a:extLst>
                  <a:ext uri="{FF2B5EF4-FFF2-40B4-BE49-F238E27FC236}">
                    <a16:creationId xmlns:a16="http://schemas.microsoft.com/office/drawing/2014/main" id="{4E6FB78B-222E-44EF-9C36-CE7C1B0BD536}"/>
                  </a:ext>
                </a:extLst>
              </p:cNvPr>
              <p:cNvSpPr/>
              <p:nvPr/>
            </p:nvSpPr>
            <p:spPr>
              <a:xfrm>
                <a:off x="7090585" y="1239188"/>
                <a:ext cx="1092747" cy="3931879"/>
              </a:xfrm>
              <a:prstGeom prst="flowChartAlternateProcess">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6000"/>
                  </a:lnSpc>
                  <a:spcBef>
                    <a:spcPts val="0"/>
                  </a:spcBef>
                  <a:spcAft>
                    <a:spcPts val="800"/>
                  </a:spcAft>
                </a:pPr>
                <a:r>
                  <a:rPr lang="en-US" sz="1000" kern="1200">
                    <a:solidFill>
                      <a:srgbClr val="000000"/>
                    </a:solidFill>
                    <a:effectLst/>
                    <a:ea typeface="Calibri" panose="020F0502020204030204" pitchFamily="34" charset="0"/>
                    <a:cs typeface="Times New Roman" panose="02020603050405020304" pitchFamily="18" charset="0"/>
                  </a:rPr>
                  <a:t>Server</a:t>
                </a:r>
                <a:endParaRPr lang="en-US" sz="1100">
                  <a:effectLst/>
                  <a:ea typeface="Calibri" panose="020F0502020204030204" pitchFamily="34" charset="0"/>
                  <a:cs typeface="Times New Roman" panose="02020603050405020304" pitchFamily="18" charset="0"/>
                </a:endParaRPr>
              </a:p>
            </p:txBody>
          </p:sp>
          <p:cxnSp>
            <p:nvCxnSpPr>
              <p:cNvPr id="35" name="Straight Connector 34">
                <a:extLst>
                  <a:ext uri="{FF2B5EF4-FFF2-40B4-BE49-F238E27FC236}">
                    <a16:creationId xmlns:a16="http://schemas.microsoft.com/office/drawing/2014/main" id="{C68A1887-763D-4772-85E1-DE7DC61BA607}"/>
                  </a:ext>
                </a:extLst>
              </p:cNvPr>
              <p:cNvCxnSpPr>
                <a:cxnSpLocks/>
              </p:cNvCxnSpPr>
              <p:nvPr/>
            </p:nvCxnSpPr>
            <p:spPr>
              <a:xfrm>
                <a:off x="8538096" y="5963222"/>
                <a:ext cx="0"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36" name="Diagram 35">
                <a:extLst>
                  <a:ext uri="{FF2B5EF4-FFF2-40B4-BE49-F238E27FC236}">
                    <a16:creationId xmlns:a16="http://schemas.microsoft.com/office/drawing/2014/main" id="{1B4538FE-171D-4119-8BC8-CA5B9B6BB0BF}"/>
                  </a:ext>
                </a:extLst>
              </p:cNvPr>
              <p:cNvGraphicFramePr/>
              <p:nvPr>
                <p:extLst>
                  <p:ext uri="{D42A27DB-BD31-4B8C-83A1-F6EECF244321}">
                    <p14:modId xmlns:p14="http://schemas.microsoft.com/office/powerpoint/2010/main" val="1300319570"/>
                  </p:ext>
                </p:extLst>
              </p:nvPr>
            </p:nvGraphicFramePr>
            <p:xfrm>
              <a:off x="7199039" y="1523670"/>
              <a:ext cx="862373" cy="3545839"/>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grpSp>
        <p:cxnSp>
          <p:nvCxnSpPr>
            <p:cNvPr id="3" name="Connector: Curved 2">
              <a:extLst>
                <a:ext uri="{FF2B5EF4-FFF2-40B4-BE49-F238E27FC236}">
                  <a16:creationId xmlns:a16="http://schemas.microsoft.com/office/drawing/2014/main" id="{4AF3CD17-DEE3-442B-9BD4-B5B87F9207DA}"/>
                </a:ext>
              </a:extLst>
            </p:cNvPr>
            <p:cNvCxnSpPr>
              <a:stCxn id="34" idx="2"/>
              <a:endCxn id="24" idx="2"/>
            </p:cNvCxnSpPr>
            <p:nvPr/>
          </p:nvCxnSpPr>
          <p:spPr>
            <a:xfrm rot="5400000">
              <a:off x="7289378" y="3737418"/>
              <a:ext cx="705684" cy="3045195"/>
            </a:xfrm>
            <a:prstGeom prst="curvedConnector3">
              <a:avLst>
                <a:gd name="adj1" fmla="val 132394"/>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spTree>
    <p:extLst>
      <p:ext uri="{BB962C8B-B14F-4D97-AF65-F5344CB8AC3E}">
        <p14:creationId xmlns:p14="http://schemas.microsoft.com/office/powerpoint/2010/main" val="16219982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838200" y="1412488"/>
            <a:ext cx="2899189" cy="4363844"/>
          </a:xfrm>
        </p:spPr>
        <p:txBody>
          <a:bodyPr anchor="t">
            <a:normAutofit/>
          </a:bodyPr>
          <a:lstStyle/>
          <a:p>
            <a:r>
              <a:rPr lang="en-US" sz="2800">
                <a:solidFill>
                  <a:srgbClr val="FFFFFF"/>
                </a:solidFill>
              </a:rPr>
              <a:t>Logical Design (</a:t>
            </a:r>
            <a:r>
              <a:rPr lang="en-US" sz="2800" err="1">
                <a:solidFill>
                  <a:srgbClr val="FFFFFF"/>
                </a:solidFill>
              </a:rPr>
              <a:t>Contd</a:t>
            </a:r>
            <a:r>
              <a:rPr lang="en-US" sz="2800">
                <a:solidFill>
                  <a:srgbClr val="FFFFFF"/>
                </a:solidFill>
              </a:rPr>
              <a:t>….)</a:t>
            </a:r>
            <a:br>
              <a:rPr lang="en-US" sz="2800">
                <a:solidFill>
                  <a:srgbClr val="FFFFFF"/>
                </a:solidFill>
              </a:rPr>
            </a:br>
            <a:br>
              <a:rPr lang="en-US" sz="2800">
                <a:solidFill>
                  <a:srgbClr val="FFFFFF"/>
                </a:solidFill>
              </a:rPr>
            </a:br>
            <a:r>
              <a:rPr lang="en-US" sz="2800">
                <a:solidFill>
                  <a:srgbClr val="FFFFFF"/>
                </a:solidFill>
              </a:rPr>
              <a:t>Comparison </a:t>
            </a:r>
          </a:p>
        </p:txBody>
      </p:sp>
      <p:cxnSp>
        <p:nvCxnSpPr>
          <p:cNvPr id="15" name="Straight Connector 1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49830AE6-3D29-4888-9A98-CA7098D82180}"/>
              </a:ext>
            </a:extLst>
          </p:cNvPr>
          <p:cNvSpPr>
            <a:spLocks noGrp="1"/>
          </p:cNvSpPr>
          <p:nvPr>
            <p:ph type="ftr" sz="quarter" idx="11"/>
          </p:nvPr>
        </p:nvSpPr>
        <p:spPr>
          <a:xfrm>
            <a:off x="4380854" y="6356350"/>
            <a:ext cx="4059047" cy="365125"/>
          </a:xfrm>
        </p:spPr>
        <p:txBody>
          <a:bodyPr>
            <a:normAutofit/>
          </a:bodyPr>
          <a:lstStyle/>
          <a:p>
            <a:pPr algn="l">
              <a:lnSpc>
                <a:spcPct val="90000"/>
              </a:lnSpc>
              <a:spcAft>
                <a:spcPts val="600"/>
              </a:spcAft>
            </a:pPr>
            <a:r>
              <a:rPr lang="en-US" sz="900"/>
              <a:t>SEER - A Real-Time Pedestrian Detection and Tracking System for Intelligent Vehicles</a:t>
            </a:r>
          </a:p>
        </p:txBody>
      </p: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9202366" y="6356350"/>
            <a:ext cx="2151434" cy="365125"/>
          </a:xfrm>
        </p:spPr>
        <p:txBody>
          <a:bodyPr>
            <a:normAutofit/>
          </a:bodyPr>
          <a:lstStyle/>
          <a:p>
            <a:pPr>
              <a:spcAft>
                <a:spcPts val="600"/>
              </a:spcAft>
            </a:pPr>
            <a:fld id="{2F98ACD2-9D07-46C2-95A3-67E0301C77FE}" type="slidenum">
              <a:rPr lang="en-US" smtClean="0"/>
              <a:pPr>
                <a:spcAft>
                  <a:spcPts val="600"/>
                </a:spcAft>
              </a:pPr>
              <a:t>22</a:t>
            </a:fld>
            <a:endParaRPr lang="en-US"/>
          </a:p>
        </p:txBody>
      </p:sp>
      <p:pic>
        <p:nvPicPr>
          <p:cNvPr id="45" name="Picture 44" descr="A screenshot of a cell phone&#10;&#10;Description generated with very high confidence">
            <a:extLst>
              <a:ext uri="{FF2B5EF4-FFF2-40B4-BE49-F238E27FC236}">
                <a16:creationId xmlns:a16="http://schemas.microsoft.com/office/drawing/2014/main" id="{ABCB715C-8BCF-46B7-A623-EB8CC9CB4590}"/>
              </a:ext>
            </a:extLst>
          </p:cNvPr>
          <p:cNvPicPr>
            <a:picLocks noChangeAspect="1"/>
          </p:cNvPicPr>
          <p:nvPr/>
        </p:nvPicPr>
        <p:blipFill rotWithShape="1">
          <a:blip r:embed="rId2"/>
          <a:srcRect l="2338" t="1754" r="137" b="219"/>
          <a:stretch/>
        </p:blipFill>
        <p:spPr>
          <a:xfrm>
            <a:off x="4616335" y="907422"/>
            <a:ext cx="7027071" cy="5043156"/>
          </a:xfrm>
          <a:prstGeom prst="rect">
            <a:avLst/>
          </a:prstGeom>
        </p:spPr>
      </p:pic>
    </p:spTree>
    <p:extLst>
      <p:ext uri="{BB962C8B-B14F-4D97-AF65-F5344CB8AC3E}">
        <p14:creationId xmlns:p14="http://schemas.microsoft.com/office/powerpoint/2010/main" val="20240101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8">
            <a:extLst>
              <a:ext uri="{FF2B5EF4-FFF2-40B4-BE49-F238E27FC236}">
                <a16:creationId xmlns:a16="http://schemas.microsoft.com/office/drawing/2014/main" id="{01D0AF59-99C3-4251-AB9A-C966C6AD44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0">
            <a:extLst>
              <a:ext uri="{FF2B5EF4-FFF2-40B4-BE49-F238E27FC236}">
                <a16:creationId xmlns:a16="http://schemas.microsoft.com/office/drawing/2014/main" id="{1855405F-37A2-4869-9154-F8BE3BECE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Footer Placeholder 1">
            <a:extLst>
              <a:ext uri="{FF2B5EF4-FFF2-40B4-BE49-F238E27FC236}">
                <a16:creationId xmlns:a16="http://schemas.microsoft.com/office/drawing/2014/main" id="{1F0DE467-6745-433F-BFAF-64A785506820}"/>
              </a:ext>
            </a:extLst>
          </p:cNvPr>
          <p:cNvSpPr>
            <a:spLocks noGrp="1"/>
          </p:cNvSpPr>
          <p:nvPr>
            <p:ph type="ftr" sz="quarter" idx="11"/>
          </p:nvPr>
        </p:nvSpPr>
        <p:spPr>
          <a:xfrm>
            <a:off x="4038600" y="6356350"/>
            <a:ext cx="4114800" cy="365125"/>
          </a:xfrm>
        </p:spPr>
        <p:txBody>
          <a:bodyPr>
            <a:normAutofit lnSpcReduction="10000"/>
          </a:bodyPr>
          <a:lstStyle/>
          <a:p>
            <a:pPr>
              <a:lnSpc>
                <a:spcPct val="90000"/>
              </a:lnSpc>
              <a:spcAft>
                <a:spcPts val="600"/>
              </a:spcAft>
            </a:pPr>
            <a:r>
              <a:rPr lang="en-US" sz="1000"/>
              <a:t>SEER - A Real-Time Pedestrian Detection and Tracking System for Intelligent Vehicles</a:t>
            </a:r>
          </a:p>
        </p:txBody>
      </p:sp>
      <p:sp>
        <p:nvSpPr>
          <p:cNvPr id="3" name="Slide Number Placeholder 2">
            <a:extLst>
              <a:ext uri="{FF2B5EF4-FFF2-40B4-BE49-F238E27FC236}">
                <a16:creationId xmlns:a16="http://schemas.microsoft.com/office/drawing/2014/main" id="{ABC01BA5-A045-477E-A6AE-5C728760083B}"/>
              </a:ext>
            </a:extLst>
          </p:cNvPr>
          <p:cNvSpPr>
            <a:spLocks noGrp="1"/>
          </p:cNvSpPr>
          <p:nvPr>
            <p:ph type="sldNum" sz="quarter" idx="12"/>
          </p:nvPr>
        </p:nvSpPr>
        <p:spPr>
          <a:xfrm>
            <a:off x="8610600" y="6356350"/>
            <a:ext cx="2743200" cy="365125"/>
          </a:xfrm>
        </p:spPr>
        <p:txBody>
          <a:bodyPr>
            <a:normAutofit/>
          </a:bodyPr>
          <a:lstStyle/>
          <a:p>
            <a:pPr>
              <a:spcAft>
                <a:spcPts val="600"/>
              </a:spcAft>
            </a:pPr>
            <a:fld id="{2F98ACD2-9D07-46C2-95A3-67E0301C77FE}" type="slidenum">
              <a:rPr lang="en-US" smtClean="0"/>
              <a:pPr>
                <a:spcAft>
                  <a:spcPts val="600"/>
                </a:spcAft>
              </a:pPr>
              <a:t>23</a:t>
            </a:fld>
            <a:endParaRPr lang="en-US"/>
          </a:p>
        </p:txBody>
      </p:sp>
      <p:sp>
        <p:nvSpPr>
          <p:cNvPr id="20" name="Title 1">
            <a:extLst>
              <a:ext uri="{FF2B5EF4-FFF2-40B4-BE49-F238E27FC236}">
                <a16:creationId xmlns:a16="http://schemas.microsoft.com/office/drawing/2014/main" id="{80D993F9-6136-467F-9736-C46E90A2E191}"/>
              </a:ext>
            </a:extLst>
          </p:cNvPr>
          <p:cNvSpPr txBox="1">
            <a:spLocks/>
          </p:cNvSpPr>
          <p:nvPr/>
        </p:nvSpPr>
        <p:spPr>
          <a:xfrm>
            <a:off x="763555" y="787974"/>
            <a:ext cx="2529450" cy="962201"/>
          </a:xfrm>
          <a:prstGeom prst="rect">
            <a:avLst/>
          </a:prstGeom>
        </p:spPr>
        <p:txBody>
          <a:bodyPr rIns="0" anchor="t">
            <a:normAutofit/>
          </a:bodyPr>
          <a:lstStyle>
            <a:lvl1pPr algn="l" defTabSz="914400" rtl="0" eaLnBrk="1" latinLnBrk="0" hangingPunct="1">
              <a:lnSpc>
                <a:spcPct val="90000"/>
              </a:lnSpc>
              <a:spcBef>
                <a:spcPct val="0"/>
              </a:spcBef>
              <a:buNone/>
              <a:defRPr lang="en-US" sz="3600" b="1" kern="1200">
                <a:solidFill>
                  <a:schemeClr val="tx1"/>
                </a:solidFill>
                <a:latin typeface="Helvetica" panose="020B0500000000000000"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1" i="0" u="none" strike="noStrike" kern="1200" cap="none" spc="0" normalizeH="0" baseline="0" noProof="0">
                <a:ln>
                  <a:noFill/>
                </a:ln>
                <a:solidFill>
                  <a:sysClr val="windowText" lastClr="000000"/>
                </a:solidFill>
                <a:effectLst/>
                <a:uLnTx/>
                <a:uFillTx/>
                <a:latin typeface="Helvetica" panose="020B0500000000000000" pitchFamily="34" charset="0"/>
                <a:ea typeface="+mj-ea"/>
                <a:cs typeface="+mj-cs"/>
              </a:rPr>
              <a:t>Workflow</a:t>
            </a:r>
            <a:endParaRPr lang="en-US">
              <a:ea typeface="+mj-ea"/>
              <a:cs typeface="+mj-cs"/>
            </a:endParaRPr>
          </a:p>
        </p:txBody>
      </p:sp>
      <p:sp>
        <p:nvSpPr>
          <p:cNvPr id="21" name="Shape">
            <a:extLst>
              <a:ext uri="{FF2B5EF4-FFF2-40B4-BE49-F238E27FC236}">
                <a16:creationId xmlns:a16="http://schemas.microsoft.com/office/drawing/2014/main" id="{C3CD0FBF-F292-4EEF-86F5-76486342E380}"/>
              </a:ext>
            </a:extLst>
          </p:cNvPr>
          <p:cNvSpPr/>
          <p:nvPr/>
        </p:nvSpPr>
        <p:spPr>
          <a:xfrm>
            <a:off x="6961737" y="2129245"/>
            <a:ext cx="3564392" cy="2189310"/>
          </a:xfrm>
          <a:custGeom>
            <a:avLst/>
            <a:gdLst/>
            <a:ahLst/>
            <a:cxnLst>
              <a:cxn ang="0">
                <a:pos x="wd2" y="hd2"/>
              </a:cxn>
              <a:cxn ang="5400000">
                <a:pos x="wd2" y="hd2"/>
              </a:cxn>
              <a:cxn ang="10800000">
                <a:pos x="wd2" y="hd2"/>
              </a:cxn>
              <a:cxn ang="16200000">
                <a:pos x="wd2" y="hd2"/>
              </a:cxn>
            </a:cxnLst>
            <a:rect l="0" t="0" r="r" b="b"/>
            <a:pathLst>
              <a:path w="21497" h="21440" extrusionOk="0">
                <a:moveTo>
                  <a:pt x="21193" y="9522"/>
                </a:moveTo>
                <a:lnTo>
                  <a:pt x="15625" y="482"/>
                </a:lnTo>
                <a:cubicBezTo>
                  <a:pt x="15230" y="-160"/>
                  <a:pt x="14584" y="-160"/>
                  <a:pt x="14176" y="482"/>
                </a:cubicBezTo>
                <a:cubicBezTo>
                  <a:pt x="13781" y="1123"/>
                  <a:pt x="13781" y="2173"/>
                  <a:pt x="14176" y="2834"/>
                </a:cubicBezTo>
                <a:lnTo>
                  <a:pt x="16080" y="5925"/>
                </a:lnTo>
                <a:lnTo>
                  <a:pt x="0" y="5925"/>
                </a:lnTo>
                <a:lnTo>
                  <a:pt x="6382" y="15510"/>
                </a:lnTo>
                <a:lnTo>
                  <a:pt x="6382" y="15510"/>
                </a:lnTo>
                <a:lnTo>
                  <a:pt x="16080" y="15510"/>
                </a:lnTo>
                <a:lnTo>
                  <a:pt x="14176" y="18601"/>
                </a:lnTo>
                <a:cubicBezTo>
                  <a:pt x="13781" y="19243"/>
                  <a:pt x="13781" y="20293"/>
                  <a:pt x="14176" y="20954"/>
                </a:cubicBezTo>
                <a:cubicBezTo>
                  <a:pt x="14380" y="21284"/>
                  <a:pt x="14631" y="21440"/>
                  <a:pt x="14895" y="21440"/>
                </a:cubicBezTo>
                <a:cubicBezTo>
                  <a:pt x="15158" y="21440"/>
                  <a:pt x="15422" y="21284"/>
                  <a:pt x="15613" y="20954"/>
                </a:cubicBezTo>
                <a:lnTo>
                  <a:pt x="21181" y="11913"/>
                </a:lnTo>
                <a:cubicBezTo>
                  <a:pt x="21600" y="11214"/>
                  <a:pt x="21600" y="10164"/>
                  <a:pt x="21193" y="9522"/>
                </a:cubicBezTo>
                <a:close/>
              </a:path>
            </a:pathLst>
          </a:custGeom>
          <a:solidFill>
            <a:srgbClr val="C13018"/>
          </a:solidFill>
          <a:ln w="12700">
            <a:miter lim="400000"/>
          </a:ln>
        </p:spPr>
        <p:txBody>
          <a:bodyPr lIns="38100" tIns="38100" rIns="274320" bIns="38100" anchor="ctr"/>
          <a:lstStyle/>
          <a:p>
            <a:pPr marL="0" marR="0" lvl="0" indent="0" algn="r" defTabSz="914400" eaLnBrk="1" fontAlgn="auto" latinLnBrk="0" hangingPunct="1">
              <a:lnSpc>
                <a:spcPct val="100000"/>
              </a:lnSpc>
              <a:spcBef>
                <a:spcPts val="0"/>
              </a:spcBef>
              <a:spcAft>
                <a:spcPts val="0"/>
              </a:spcAft>
              <a:buClrTx/>
              <a:buSzTx/>
              <a:buFontTx/>
              <a:buNone/>
              <a:tabLst/>
              <a:defRPr sz="3000">
                <a:solidFill>
                  <a:srgbClr val="FFFFFF"/>
                </a:solidFill>
              </a:defRPr>
            </a:pPr>
            <a:r>
              <a:rPr kumimoji="0" lang="fr-CA" sz="3000" b="1" i="0" u="none" strike="noStrike" kern="0" cap="none" spc="0" normalizeH="0" baseline="0" noProof="0">
                <a:ln>
                  <a:noFill/>
                </a:ln>
                <a:solidFill>
                  <a:srgbClr val="FFFFFF"/>
                </a:solidFill>
                <a:effectLst>
                  <a:outerShdw blurRad="38100" dist="38100" dir="2700000" algn="tl">
                    <a:srgbClr val="000000">
                      <a:alpha val="43137"/>
                    </a:srgbClr>
                  </a:outerShdw>
                </a:effectLst>
                <a:uLnTx/>
                <a:uFillTx/>
              </a:rPr>
              <a:t>03</a:t>
            </a:r>
            <a:endParaRPr kumimoji="0" sz="3000" b="1" i="0" u="none" strike="noStrike" kern="0" cap="none" spc="0" normalizeH="0" baseline="0" noProof="0">
              <a:ln>
                <a:noFill/>
              </a:ln>
              <a:solidFill>
                <a:srgbClr val="FFFFFF"/>
              </a:solidFill>
              <a:effectLst>
                <a:outerShdw blurRad="38100" dist="38100" dir="2700000" algn="tl">
                  <a:srgbClr val="000000">
                    <a:alpha val="43137"/>
                  </a:srgbClr>
                </a:outerShdw>
              </a:effectLst>
              <a:uLnTx/>
              <a:uFillTx/>
            </a:endParaRPr>
          </a:p>
        </p:txBody>
      </p:sp>
      <p:sp>
        <p:nvSpPr>
          <p:cNvPr id="22" name="Freeform: Shape 21">
            <a:extLst>
              <a:ext uri="{FF2B5EF4-FFF2-40B4-BE49-F238E27FC236}">
                <a16:creationId xmlns:a16="http://schemas.microsoft.com/office/drawing/2014/main" id="{E9DAEF54-2714-4509-A0AA-828250ADF659}"/>
              </a:ext>
            </a:extLst>
          </p:cNvPr>
          <p:cNvSpPr/>
          <p:nvPr/>
        </p:nvSpPr>
        <p:spPr>
          <a:xfrm>
            <a:off x="6961737" y="2734267"/>
            <a:ext cx="1179040" cy="978756"/>
          </a:xfrm>
          <a:custGeom>
            <a:avLst/>
            <a:gdLst>
              <a:gd name="connsiteX0" fmla="*/ 0 w 1179040"/>
              <a:gd name="connsiteY0" fmla="*/ 0 h 978756"/>
              <a:gd name="connsiteX1" fmla="*/ 173254 w 1179040"/>
              <a:gd name="connsiteY1" fmla="*/ 0 h 978756"/>
              <a:gd name="connsiteX2" fmla="*/ 191283 w 1179040"/>
              <a:gd name="connsiteY2" fmla="*/ 3427 h 978756"/>
              <a:gd name="connsiteX3" fmla="*/ 246385 w 1179040"/>
              <a:gd name="connsiteY3" fmla="*/ 40877 h 978756"/>
              <a:gd name="connsiteX4" fmla="*/ 1169612 w 1179040"/>
              <a:gd name="connsiteY4" fmla="*/ 964084 h 978756"/>
              <a:gd name="connsiteX5" fmla="*/ 1179040 w 1179040"/>
              <a:gd name="connsiteY5" fmla="*/ 978756 h 978756"/>
              <a:gd name="connsiteX6" fmla="*/ 1058192 w 1179040"/>
              <a:gd name="connsiteY6" fmla="*/ 978756 h 978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9040" h="978756">
                <a:moveTo>
                  <a:pt x="0" y="0"/>
                </a:moveTo>
                <a:lnTo>
                  <a:pt x="173254" y="0"/>
                </a:lnTo>
                <a:lnTo>
                  <a:pt x="191283" y="3427"/>
                </a:lnTo>
                <a:cubicBezTo>
                  <a:pt x="211626" y="11622"/>
                  <a:pt x="230476" y="24029"/>
                  <a:pt x="246385" y="40877"/>
                </a:cubicBezTo>
                <a:lnTo>
                  <a:pt x="1169612" y="964084"/>
                </a:lnTo>
                <a:lnTo>
                  <a:pt x="1179040" y="978756"/>
                </a:lnTo>
                <a:lnTo>
                  <a:pt x="1058192" y="978756"/>
                </a:lnTo>
                <a:close/>
              </a:path>
            </a:pathLst>
          </a:custGeom>
          <a:solidFill>
            <a:sysClr val="windowText" lastClr="000000">
              <a:alpha val="25000"/>
            </a:sysClr>
          </a:solidFill>
          <a:ln w="12700">
            <a:miter lim="400000"/>
          </a:ln>
        </p:spPr>
        <p:txBody>
          <a:bodyPr wrap="square" lIns="38100" tIns="38100" rIns="182880" bIns="38100" anchor="ctr">
            <a:noAutofit/>
          </a:bodyPr>
          <a:lstStyle/>
          <a:p>
            <a:pPr marL="0" marR="0" lvl="0" indent="0" algn="r" defTabSz="914400" eaLnBrk="1" fontAlgn="auto" latinLnBrk="0" hangingPunct="1">
              <a:lnSpc>
                <a:spcPct val="100000"/>
              </a:lnSpc>
              <a:spcBef>
                <a:spcPts val="0"/>
              </a:spcBef>
              <a:spcAft>
                <a:spcPts val="0"/>
              </a:spcAft>
              <a:buClrTx/>
              <a:buSzTx/>
              <a:buFontTx/>
              <a:buNone/>
              <a:tabLst/>
              <a:defRPr sz="3000">
                <a:solidFill>
                  <a:srgbClr val="FFFFFF"/>
                </a:solidFill>
              </a:defRPr>
            </a:pPr>
            <a:r>
              <a:rPr kumimoji="0" lang="fr-CA" sz="3000" b="1" i="0" u="none" strike="noStrike" kern="0" cap="none" spc="0" normalizeH="0" baseline="0" noProof="0">
                <a:ln>
                  <a:noFill/>
                </a:ln>
                <a:solidFill>
                  <a:srgbClr val="FFFFFF"/>
                </a:solidFill>
                <a:effectLst/>
                <a:uLnTx/>
                <a:uFillTx/>
              </a:rPr>
              <a:t> </a:t>
            </a:r>
            <a:endParaRPr kumimoji="0" sz="3000" b="1" i="0" u="none" strike="noStrike" kern="0" cap="none" spc="0" normalizeH="0" baseline="0" noProof="0">
              <a:ln>
                <a:noFill/>
              </a:ln>
              <a:solidFill>
                <a:srgbClr val="FFFFFF"/>
              </a:solidFill>
              <a:effectLst/>
              <a:uLnTx/>
              <a:uFillTx/>
            </a:endParaRPr>
          </a:p>
        </p:txBody>
      </p:sp>
      <p:sp>
        <p:nvSpPr>
          <p:cNvPr id="37" name="Shape">
            <a:extLst>
              <a:ext uri="{FF2B5EF4-FFF2-40B4-BE49-F238E27FC236}">
                <a16:creationId xmlns:a16="http://schemas.microsoft.com/office/drawing/2014/main" id="{358AEACC-457B-4D31-90FE-068A1D6B5B3F}"/>
              </a:ext>
            </a:extLst>
          </p:cNvPr>
          <p:cNvSpPr/>
          <p:nvPr/>
        </p:nvSpPr>
        <p:spPr>
          <a:xfrm>
            <a:off x="4504941" y="2725518"/>
            <a:ext cx="3562653" cy="2189310"/>
          </a:xfrm>
          <a:custGeom>
            <a:avLst/>
            <a:gdLst/>
            <a:ahLst/>
            <a:cxnLst>
              <a:cxn ang="0">
                <a:pos x="wd2" y="hd2"/>
              </a:cxn>
              <a:cxn ang="5400000">
                <a:pos x="wd2" y="hd2"/>
              </a:cxn>
              <a:cxn ang="10800000">
                <a:pos x="wd2" y="hd2"/>
              </a:cxn>
              <a:cxn ang="16200000">
                <a:pos x="wd2" y="hd2"/>
              </a:cxn>
            </a:cxnLst>
            <a:rect l="0" t="0" r="r" b="b"/>
            <a:pathLst>
              <a:path w="21498" h="21440" extrusionOk="0">
                <a:moveTo>
                  <a:pt x="21193" y="11918"/>
                </a:moveTo>
                <a:lnTo>
                  <a:pt x="15622" y="20958"/>
                </a:lnTo>
                <a:cubicBezTo>
                  <a:pt x="15227" y="21600"/>
                  <a:pt x="14580" y="21600"/>
                  <a:pt x="14172" y="20958"/>
                </a:cubicBezTo>
                <a:cubicBezTo>
                  <a:pt x="13777" y="20317"/>
                  <a:pt x="13777" y="19267"/>
                  <a:pt x="14172" y="18606"/>
                </a:cubicBezTo>
                <a:lnTo>
                  <a:pt x="16077" y="15515"/>
                </a:lnTo>
                <a:lnTo>
                  <a:pt x="0" y="15515"/>
                </a:lnTo>
                <a:lnTo>
                  <a:pt x="6385" y="5930"/>
                </a:lnTo>
                <a:lnTo>
                  <a:pt x="6385" y="5930"/>
                </a:lnTo>
                <a:lnTo>
                  <a:pt x="16089" y="5930"/>
                </a:lnTo>
                <a:lnTo>
                  <a:pt x="14184" y="2839"/>
                </a:lnTo>
                <a:cubicBezTo>
                  <a:pt x="13789" y="2197"/>
                  <a:pt x="13789" y="1147"/>
                  <a:pt x="14184" y="486"/>
                </a:cubicBezTo>
                <a:cubicBezTo>
                  <a:pt x="14388" y="156"/>
                  <a:pt x="14640" y="0"/>
                  <a:pt x="14903" y="0"/>
                </a:cubicBezTo>
                <a:cubicBezTo>
                  <a:pt x="15167" y="0"/>
                  <a:pt x="15430" y="156"/>
                  <a:pt x="15622" y="486"/>
                </a:cubicBezTo>
                <a:lnTo>
                  <a:pt x="21193" y="9527"/>
                </a:lnTo>
                <a:cubicBezTo>
                  <a:pt x="21600" y="10226"/>
                  <a:pt x="21600" y="11276"/>
                  <a:pt x="21193" y="11918"/>
                </a:cubicBezTo>
                <a:close/>
              </a:path>
            </a:pathLst>
          </a:custGeom>
          <a:solidFill>
            <a:srgbClr val="F7931F"/>
          </a:solidFill>
          <a:ln w="12700">
            <a:miter lim="400000"/>
          </a:ln>
        </p:spPr>
        <p:txBody>
          <a:bodyPr lIns="38100" tIns="38100" rIns="274320" bIns="38100" anchor="ctr"/>
          <a:lstStyle/>
          <a:p>
            <a:pPr marL="0" marR="0" lvl="0" indent="0" algn="r" defTabSz="914400" eaLnBrk="1" fontAlgn="auto" latinLnBrk="0" hangingPunct="1">
              <a:lnSpc>
                <a:spcPct val="100000"/>
              </a:lnSpc>
              <a:spcBef>
                <a:spcPts val="0"/>
              </a:spcBef>
              <a:spcAft>
                <a:spcPts val="0"/>
              </a:spcAft>
              <a:buClrTx/>
              <a:buSzTx/>
              <a:buFontTx/>
              <a:buNone/>
              <a:tabLst/>
              <a:defRPr sz="3000">
                <a:solidFill>
                  <a:srgbClr val="FFFFFF"/>
                </a:solidFill>
              </a:defRPr>
            </a:pPr>
            <a:r>
              <a:rPr kumimoji="0" lang="fr-CA" sz="3000" b="1" i="0" u="none" strike="noStrike" kern="0" cap="none" spc="0" normalizeH="0" baseline="0" noProof="0">
                <a:ln>
                  <a:noFill/>
                </a:ln>
                <a:solidFill>
                  <a:srgbClr val="FFFFFF"/>
                </a:solidFill>
                <a:effectLst>
                  <a:outerShdw blurRad="38100" dist="38100" dir="2700000" algn="tl">
                    <a:srgbClr val="000000">
                      <a:alpha val="43137"/>
                    </a:srgbClr>
                  </a:outerShdw>
                </a:effectLst>
                <a:uLnTx/>
                <a:uFillTx/>
              </a:rPr>
              <a:t>02</a:t>
            </a:r>
            <a:endParaRPr kumimoji="0" sz="3000" b="1" i="0" u="none" strike="noStrike" kern="0" cap="none" spc="0" normalizeH="0" baseline="0" noProof="0">
              <a:ln>
                <a:noFill/>
              </a:ln>
              <a:solidFill>
                <a:srgbClr val="FFFFFF"/>
              </a:solidFill>
              <a:effectLst>
                <a:outerShdw blurRad="38100" dist="38100" dir="2700000" algn="tl">
                  <a:srgbClr val="000000">
                    <a:alpha val="43137"/>
                  </a:srgbClr>
                </a:outerShdw>
              </a:effectLst>
              <a:uLnTx/>
              <a:uFillTx/>
            </a:endParaRPr>
          </a:p>
        </p:txBody>
      </p:sp>
      <p:sp>
        <p:nvSpPr>
          <p:cNvPr id="38" name="Freeform: Shape 37">
            <a:extLst>
              <a:ext uri="{FF2B5EF4-FFF2-40B4-BE49-F238E27FC236}">
                <a16:creationId xmlns:a16="http://schemas.microsoft.com/office/drawing/2014/main" id="{8A56B29E-E6AB-4277-8D33-5B6D8D32C263}"/>
              </a:ext>
            </a:extLst>
          </p:cNvPr>
          <p:cNvSpPr/>
          <p:nvPr/>
        </p:nvSpPr>
        <p:spPr>
          <a:xfrm>
            <a:off x="4504941" y="3331050"/>
            <a:ext cx="1178720" cy="978757"/>
          </a:xfrm>
          <a:custGeom>
            <a:avLst/>
            <a:gdLst>
              <a:gd name="connsiteX0" fmla="*/ 1058124 w 1178720"/>
              <a:gd name="connsiteY0" fmla="*/ 0 h 978757"/>
              <a:gd name="connsiteX1" fmla="*/ 1178720 w 1178720"/>
              <a:gd name="connsiteY1" fmla="*/ 0 h 978757"/>
              <a:gd name="connsiteX2" fmla="*/ 1169284 w 1178720"/>
              <a:gd name="connsiteY2" fmla="*/ 14672 h 978757"/>
              <a:gd name="connsiteX3" fmla="*/ 246078 w 1178720"/>
              <a:gd name="connsiteY3" fmla="*/ 937879 h 978757"/>
              <a:gd name="connsiteX4" fmla="*/ 190977 w 1178720"/>
              <a:gd name="connsiteY4" fmla="*/ 975329 h 978757"/>
              <a:gd name="connsiteX5" fmla="*/ 172949 w 1178720"/>
              <a:gd name="connsiteY5" fmla="*/ 978757 h 978757"/>
              <a:gd name="connsiteX6" fmla="*/ 0 w 1178720"/>
              <a:gd name="connsiteY6" fmla="*/ 978757 h 978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8720" h="978757">
                <a:moveTo>
                  <a:pt x="1058124" y="0"/>
                </a:moveTo>
                <a:lnTo>
                  <a:pt x="1178720" y="0"/>
                </a:lnTo>
                <a:lnTo>
                  <a:pt x="1169284" y="14672"/>
                </a:lnTo>
                <a:lnTo>
                  <a:pt x="246078" y="937879"/>
                </a:lnTo>
                <a:cubicBezTo>
                  <a:pt x="230169" y="954728"/>
                  <a:pt x="211319" y="967134"/>
                  <a:pt x="190977" y="975329"/>
                </a:cubicBezTo>
                <a:lnTo>
                  <a:pt x="172949" y="978757"/>
                </a:lnTo>
                <a:lnTo>
                  <a:pt x="0" y="978757"/>
                </a:lnTo>
                <a:close/>
              </a:path>
            </a:pathLst>
          </a:custGeom>
          <a:solidFill>
            <a:sysClr val="windowText" lastClr="000000">
              <a:alpha val="25000"/>
            </a:sysClr>
          </a:solidFill>
          <a:ln w="12700">
            <a:miter lim="400000"/>
          </a:ln>
        </p:spPr>
        <p:txBody>
          <a:bodyPr wrap="square" lIns="38100" tIns="38100" rIns="182880" bIns="38100" anchor="ctr">
            <a:noAutofit/>
          </a:bodyPr>
          <a:lstStyle/>
          <a:p>
            <a:pPr marL="0" marR="0" lvl="0" indent="0" algn="r" defTabSz="914400" eaLnBrk="1" fontAlgn="auto" latinLnBrk="0" hangingPunct="1">
              <a:lnSpc>
                <a:spcPct val="100000"/>
              </a:lnSpc>
              <a:spcBef>
                <a:spcPts val="0"/>
              </a:spcBef>
              <a:spcAft>
                <a:spcPts val="0"/>
              </a:spcAft>
              <a:buClrTx/>
              <a:buSzTx/>
              <a:buFontTx/>
              <a:buNone/>
              <a:tabLst/>
              <a:defRPr sz="3000">
                <a:solidFill>
                  <a:srgbClr val="FFFFFF"/>
                </a:solidFill>
              </a:defRPr>
            </a:pPr>
            <a:endParaRPr kumimoji="0" sz="3000" b="1" i="0" u="none" strike="noStrike" kern="0" cap="none" spc="0" normalizeH="0" baseline="0" noProof="0">
              <a:ln>
                <a:noFill/>
              </a:ln>
              <a:solidFill>
                <a:srgbClr val="FFFFFF"/>
              </a:solidFill>
              <a:effectLst/>
              <a:uLnTx/>
              <a:uFillTx/>
            </a:endParaRPr>
          </a:p>
        </p:txBody>
      </p:sp>
      <p:sp>
        <p:nvSpPr>
          <p:cNvPr id="39" name="Shape">
            <a:extLst>
              <a:ext uri="{FF2B5EF4-FFF2-40B4-BE49-F238E27FC236}">
                <a16:creationId xmlns:a16="http://schemas.microsoft.com/office/drawing/2014/main" id="{FC600905-D24E-4782-AD4F-938A835C882D}"/>
              </a:ext>
            </a:extLst>
          </p:cNvPr>
          <p:cNvSpPr/>
          <p:nvPr/>
        </p:nvSpPr>
        <p:spPr>
          <a:xfrm>
            <a:off x="2047895" y="2129245"/>
            <a:ext cx="3562904" cy="2189310"/>
          </a:xfrm>
          <a:custGeom>
            <a:avLst/>
            <a:gdLst/>
            <a:ahLst/>
            <a:cxnLst>
              <a:cxn ang="0">
                <a:pos x="wd2" y="hd2"/>
              </a:cxn>
              <a:cxn ang="5400000">
                <a:pos x="wd2" y="hd2"/>
              </a:cxn>
              <a:cxn ang="10800000">
                <a:pos x="wd2" y="hd2"/>
              </a:cxn>
              <a:cxn ang="16200000">
                <a:pos x="wd2" y="hd2"/>
              </a:cxn>
            </a:cxnLst>
            <a:rect l="0" t="0" r="r" b="b"/>
            <a:pathLst>
              <a:path w="21500" h="21440" extrusionOk="0">
                <a:moveTo>
                  <a:pt x="21205" y="9522"/>
                </a:moveTo>
                <a:lnTo>
                  <a:pt x="15634" y="482"/>
                </a:lnTo>
                <a:cubicBezTo>
                  <a:pt x="15239" y="-160"/>
                  <a:pt x="14592" y="-160"/>
                  <a:pt x="14184" y="482"/>
                </a:cubicBezTo>
                <a:cubicBezTo>
                  <a:pt x="13789" y="1123"/>
                  <a:pt x="13789" y="2173"/>
                  <a:pt x="14184" y="2834"/>
                </a:cubicBezTo>
                <a:lnTo>
                  <a:pt x="16089" y="5925"/>
                </a:lnTo>
                <a:lnTo>
                  <a:pt x="0" y="5925"/>
                </a:lnTo>
                <a:lnTo>
                  <a:pt x="6385" y="15510"/>
                </a:lnTo>
                <a:lnTo>
                  <a:pt x="6385" y="15510"/>
                </a:lnTo>
                <a:lnTo>
                  <a:pt x="16089" y="15510"/>
                </a:lnTo>
                <a:lnTo>
                  <a:pt x="14184" y="18601"/>
                </a:lnTo>
                <a:cubicBezTo>
                  <a:pt x="13789" y="19243"/>
                  <a:pt x="13789" y="20293"/>
                  <a:pt x="14184" y="20954"/>
                </a:cubicBezTo>
                <a:cubicBezTo>
                  <a:pt x="14388" y="21284"/>
                  <a:pt x="14640" y="21440"/>
                  <a:pt x="14903" y="21440"/>
                </a:cubicBezTo>
                <a:cubicBezTo>
                  <a:pt x="15167" y="21440"/>
                  <a:pt x="15430" y="21284"/>
                  <a:pt x="15622" y="20954"/>
                </a:cubicBezTo>
                <a:lnTo>
                  <a:pt x="21193" y="11913"/>
                </a:lnTo>
                <a:cubicBezTo>
                  <a:pt x="21600" y="11214"/>
                  <a:pt x="21600" y="10164"/>
                  <a:pt x="21205" y="9522"/>
                </a:cubicBezTo>
                <a:close/>
              </a:path>
            </a:pathLst>
          </a:custGeom>
          <a:solidFill>
            <a:srgbClr val="FFCC4C">
              <a:lumMod val="75000"/>
            </a:srgbClr>
          </a:solidFill>
          <a:ln w="12700">
            <a:miter lim="400000"/>
          </a:ln>
        </p:spPr>
        <p:txBody>
          <a:bodyPr lIns="38100" tIns="38100" rIns="274320" bIns="38100" anchor="ctr"/>
          <a:lstStyle/>
          <a:p>
            <a:pPr marL="0" marR="0" lvl="0" indent="0" algn="r" defTabSz="914400" eaLnBrk="1" fontAlgn="auto" latinLnBrk="0" hangingPunct="1">
              <a:lnSpc>
                <a:spcPct val="100000"/>
              </a:lnSpc>
              <a:spcBef>
                <a:spcPts val="0"/>
              </a:spcBef>
              <a:spcAft>
                <a:spcPts val="0"/>
              </a:spcAft>
              <a:buClrTx/>
              <a:buSzTx/>
              <a:buFontTx/>
              <a:buNone/>
              <a:tabLst/>
              <a:defRPr sz="3000">
                <a:solidFill>
                  <a:srgbClr val="FFFFFF"/>
                </a:solidFill>
              </a:defRPr>
            </a:pPr>
            <a:r>
              <a:rPr kumimoji="0" lang="fr-CA" sz="3000" b="1" i="0" u="none" strike="noStrike" kern="0" cap="none" spc="0" normalizeH="0" baseline="0" noProof="0">
                <a:ln>
                  <a:noFill/>
                </a:ln>
                <a:solidFill>
                  <a:srgbClr val="FFFFFF"/>
                </a:solidFill>
                <a:effectLst>
                  <a:outerShdw blurRad="38100" dist="38100" dir="2700000" algn="tl">
                    <a:srgbClr val="000000">
                      <a:alpha val="43137"/>
                    </a:srgbClr>
                  </a:outerShdw>
                </a:effectLst>
                <a:uLnTx/>
                <a:uFillTx/>
              </a:rPr>
              <a:t>01</a:t>
            </a:r>
            <a:endParaRPr kumimoji="0" sz="3000" b="1" i="0" u="none" strike="noStrike" kern="0" cap="none" spc="0" normalizeH="0" baseline="0" noProof="0">
              <a:ln>
                <a:noFill/>
              </a:ln>
              <a:solidFill>
                <a:srgbClr val="FFFFFF"/>
              </a:solidFill>
              <a:effectLst>
                <a:outerShdw blurRad="38100" dist="38100" dir="2700000" algn="tl">
                  <a:srgbClr val="000000">
                    <a:alpha val="43137"/>
                  </a:srgbClr>
                </a:outerShdw>
              </a:effectLst>
              <a:uLnTx/>
              <a:uFillTx/>
            </a:endParaRPr>
          </a:p>
        </p:txBody>
      </p:sp>
      <p:sp>
        <p:nvSpPr>
          <p:cNvPr id="43" name="TextBox 42">
            <a:extLst>
              <a:ext uri="{FF2B5EF4-FFF2-40B4-BE49-F238E27FC236}">
                <a16:creationId xmlns:a16="http://schemas.microsoft.com/office/drawing/2014/main" id="{04B3DD6E-AD75-4E01-9401-9780AAA4BDAD}"/>
              </a:ext>
            </a:extLst>
          </p:cNvPr>
          <p:cNvSpPr txBox="1"/>
          <p:nvPr/>
        </p:nvSpPr>
        <p:spPr>
          <a:xfrm>
            <a:off x="5142241" y="3516645"/>
            <a:ext cx="2009413" cy="646331"/>
          </a:xfrm>
          <a:prstGeom prst="rect">
            <a:avLst/>
          </a:prstGeom>
          <a:noFill/>
        </p:spPr>
        <p:txBody>
          <a:bodyPr wrap="square" lIns="0" rIns="0" rtlCol="0" anchor="b">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kern="0" noProof="1">
                <a:solidFill>
                  <a:prstClr val="black">
                    <a:lumMod val="85000"/>
                    <a:lumOff val="15000"/>
                  </a:prstClr>
                </a:solidFill>
              </a:rPr>
              <a:t>Running ML (Detection) Models and generating response</a:t>
            </a:r>
            <a:endParaRPr kumimoji="0" lang="en-US" sz="1200" b="1" i="0" u="none" strike="noStrike" kern="0" cap="none" spc="0" normalizeH="0" baseline="0" noProof="1">
              <a:ln>
                <a:noFill/>
              </a:ln>
              <a:solidFill>
                <a:prstClr val="black">
                  <a:lumMod val="85000"/>
                  <a:lumOff val="15000"/>
                </a:prstClr>
              </a:solidFill>
              <a:effectLst/>
              <a:uLnTx/>
              <a:uFillTx/>
            </a:endParaRPr>
          </a:p>
        </p:txBody>
      </p:sp>
      <p:sp>
        <p:nvSpPr>
          <p:cNvPr id="44" name="TextBox 43">
            <a:extLst>
              <a:ext uri="{FF2B5EF4-FFF2-40B4-BE49-F238E27FC236}">
                <a16:creationId xmlns:a16="http://schemas.microsoft.com/office/drawing/2014/main" id="{865EDF38-1842-45DD-931E-F37C9832FEC9}"/>
              </a:ext>
            </a:extLst>
          </p:cNvPr>
          <p:cNvSpPr txBox="1"/>
          <p:nvPr/>
        </p:nvSpPr>
        <p:spPr>
          <a:xfrm>
            <a:off x="7895529" y="2944901"/>
            <a:ext cx="1577465" cy="646331"/>
          </a:xfrm>
          <a:prstGeom prst="rect">
            <a:avLst/>
          </a:prstGeom>
          <a:noFill/>
        </p:spPr>
        <p:txBody>
          <a:bodyPr wrap="square" lIns="0" rIns="0" rtlCol="0" anchor="b">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1">
                <a:ln>
                  <a:noFill/>
                </a:ln>
                <a:solidFill>
                  <a:prstClr val="white"/>
                </a:solidFill>
                <a:effectLst/>
                <a:uLnTx/>
                <a:uFillTx/>
              </a:rPr>
              <a:t>Sending Response</a:t>
            </a:r>
          </a:p>
        </p:txBody>
      </p:sp>
      <p:sp>
        <p:nvSpPr>
          <p:cNvPr id="45" name="TextBox 44">
            <a:extLst>
              <a:ext uri="{FF2B5EF4-FFF2-40B4-BE49-F238E27FC236}">
                <a16:creationId xmlns:a16="http://schemas.microsoft.com/office/drawing/2014/main" id="{2DDD7A5B-22AF-45E2-94D6-140155308E0E}"/>
              </a:ext>
            </a:extLst>
          </p:cNvPr>
          <p:cNvSpPr txBox="1"/>
          <p:nvPr/>
        </p:nvSpPr>
        <p:spPr>
          <a:xfrm>
            <a:off x="2901534" y="2877123"/>
            <a:ext cx="1577465" cy="646331"/>
          </a:xfrm>
          <a:prstGeom prst="rect">
            <a:avLst/>
          </a:prstGeom>
          <a:noFill/>
        </p:spPr>
        <p:txBody>
          <a:bodyPr wrap="square" lIns="0" rIns="0" rtlCol="0" anchor="b">
            <a:spAutoFit/>
          </a:bodyPr>
          <a:lstStyle/>
          <a:p>
            <a:pPr algn="ctr">
              <a:defRPr/>
            </a:pPr>
            <a:r>
              <a:rPr lang="en-US" sz="1200" b="1" kern="0" noProof="1">
                <a:solidFill>
                  <a:prstClr val="black">
                    <a:lumMod val="85000"/>
                    <a:lumOff val="15000"/>
                  </a:prstClr>
                </a:solidFill>
              </a:rPr>
              <a:t>User Initiates Request &amp;</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1">
                <a:ln>
                  <a:noFill/>
                </a:ln>
                <a:solidFill>
                  <a:prstClr val="black">
                    <a:lumMod val="85000"/>
                    <a:lumOff val="15000"/>
                  </a:prstClr>
                </a:solidFill>
                <a:effectLst/>
                <a:uLnTx/>
                <a:uFillTx/>
              </a:rPr>
              <a:t>Establish communication</a:t>
            </a:r>
          </a:p>
        </p:txBody>
      </p:sp>
      <p:grpSp>
        <p:nvGrpSpPr>
          <p:cNvPr id="46" name="Group 45">
            <a:extLst>
              <a:ext uri="{FF2B5EF4-FFF2-40B4-BE49-F238E27FC236}">
                <a16:creationId xmlns:a16="http://schemas.microsoft.com/office/drawing/2014/main" id="{E1F18B7B-027D-4470-9626-1DCBA32262B2}"/>
              </a:ext>
            </a:extLst>
          </p:cNvPr>
          <p:cNvGrpSpPr/>
          <p:nvPr/>
        </p:nvGrpSpPr>
        <p:grpSpPr>
          <a:xfrm>
            <a:off x="7032197" y="2259551"/>
            <a:ext cx="2100572" cy="736155"/>
            <a:chOff x="8921977" y="1466725"/>
            <a:chExt cx="2926080" cy="736155"/>
          </a:xfrm>
        </p:grpSpPr>
        <p:sp>
          <p:nvSpPr>
            <p:cNvPr id="47" name="TextBox 46">
              <a:extLst>
                <a:ext uri="{FF2B5EF4-FFF2-40B4-BE49-F238E27FC236}">
                  <a16:creationId xmlns:a16="http://schemas.microsoft.com/office/drawing/2014/main" id="{86ECBBAE-D181-45A4-A2DB-04E13725C5AB}"/>
                </a:ext>
              </a:extLst>
            </p:cNvPr>
            <p:cNvSpPr txBox="1"/>
            <p:nvPr/>
          </p:nvSpPr>
          <p:spPr>
            <a:xfrm>
              <a:off x="8921977" y="1466725"/>
              <a:ext cx="2926080" cy="461665"/>
            </a:xfrm>
            <a:prstGeom prst="rect">
              <a:avLst/>
            </a:prstGeom>
            <a:noFill/>
          </p:spPr>
          <p:txBody>
            <a:bodyPr wrap="square" lIns="0" rIns="0" rtlCol="0" anchor="b">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1">
                  <a:ln>
                    <a:noFill/>
                  </a:ln>
                  <a:solidFill>
                    <a:prstClr val="black"/>
                  </a:solidFill>
                  <a:effectLst/>
                  <a:uLnTx/>
                  <a:uFillTx/>
                </a:rPr>
                <a:t>Stage 3</a:t>
              </a:r>
            </a:p>
          </p:txBody>
        </p:sp>
        <p:sp>
          <p:nvSpPr>
            <p:cNvPr id="48" name="TextBox 47">
              <a:extLst>
                <a:ext uri="{FF2B5EF4-FFF2-40B4-BE49-F238E27FC236}">
                  <a16:creationId xmlns:a16="http://schemas.microsoft.com/office/drawing/2014/main" id="{0AA09125-DC9F-4640-8284-E34513AD7732}"/>
                </a:ext>
              </a:extLst>
            </p:cNvPr>
            <p:cNvSpPr txBox="1"/>
            <p:nvPr/>
          </p:nvSpPr>
          <p:spPr>
            <a:xfrm>
              <a:off x="8921977" y="1925881"/>
              <a:ext cx="2926080" cy="276999"/>
            </a:xfrm>
            <a:prstGeom prst="rect">
              <a:avLst/>
            </a:prstGeom>
            <a:noFill/>
          </p:spPr>
          <p:txBody>
            <a:bodyPr wrap="square" lIns="0" rIns="0" rtlCol="0" anchor="t">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1">
                <a:ln>
                  <a:noFill/>
                </a:ln>
                <a:solidFill>
                  <a:prstClr val="black">
                    <a:lumMod val="65000"/>
                    <a:lumOff val="35000"/>
                  </a:prstClr>
                </a:solidFill>
                <a:effectLst/>
                <a:uLnTx/>
                <a:uFillTx/>
              </a:endParaRPr>
            </a:p>
          </p:txBody>
        </p:sp>
      </p:grpSp>
      <p:grpSp>
        <p:nvGrpSpPr>
          <p:cNvPr id="49" name="Group 48">
            <a:extLst>
              <a:ext uri="{FF2B5EF4-FFF2-40B4-BE49-F238E27FC236}">
                <a16:creationId xmlns:a16="http://schemas.microsoft.com/office/drawing/2014/main" id="{A6DA75F5-4717-4EEC-9C77-5B418B281EDA}"/>
              </a:ext>
            </a:extLst>
          </p:cNvPr>
          <p:cNvGrpSpPr/>
          <p:nvPr/>
        </p:nvGrpSpPr>
        <p:grpSpPr>
          <a:xfrm>
            <a:off x="4596944" y="4384717"/>
            <a:ext cx="2100572" cy="736155"/>
            <a:chOff x="8921977" y="1466725"/>
            <a:chExt cx="2926080" cy="736155"/>
          </a:xfrm>
        </p:grpSpPr>
        <p:sp>
          <p:nvSpPr>
            <p:cNvPr id="50" name="TextBox 49">
              <a:extLst>
                <a:ext uri="{FF2B5EF4-FFF2-40B4-BE49-F238E27FC236}">
                  <a16:creationId xmlns:a16="http://schemas.microsoft.com/office/drawing/2014/main" id="{6ED75F4F-5043-479D-9724-29FACD3ABB7E}"/>
                </a:ext>
              </a:extLst>
            </p:cNvPr>
            <p:cNvSpPr txBox="1"/>
            <p:nvPr/>
          </p:nvSpPr>
          <p:spPr>
            <a:xfrm>
              <a:off x="8921977" y="1466725"/>
              <a:ext cx="2926080" cy="461665"/>
            </a:xfrm>
            <a:prstGeom prst="rect">
              <a:avLst/>
            </a:prstGeom>
            <a:noFill/>
          </p:spPr>
          <p:txBody>
            <a:bodyPr wrap="square" lIns="0" rIns="0" rtlCol="0" anchor="b">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1">
                  <a:ln>
                    <a:noFill/>
                  </a:ln>
                  <a:solidFill>
                    <a:prstClr val="black"/>
                  </a:solidFill>
                  <a:effectLst/>
                  <a:uLnTx/>
                  <a:uFillTx/>
                </a:rPr>
                <a:t>Stage 2</a:t>
              </a:r>
            </a:p>
          </p:txBody>
        </p:sp>
        <p:sp>
          <p:nvSpPr>
            <p:cNvPr id="51" name="TextBox 50">
              <a:extLst>
                <a:ext uri="{FF2B5EF4-FFF2-40B4-BE49-F238E27FC236}">
                  <a16:creationId xmlns:a16="http://schemas.microsoft.com/office/drawing/2014/main" id="{96D999F2-29F2-4BF6-80F7-79968E1F01E9}"/>
                </a:ext>
              </a:extLst>
            </p:cNvPr>
            <p:cNvSpPr txBox="1"/>
            <p:nvPr/>
          </p:nvSpPr>
          <p:spPr>
            <a:xfrm>
              <a:off x="8921977" y="1925881"/>
              <a:ext cx="2926080" cy="276999"/>
            </a:xfrm>
            <a:prstGeom prst="rect">
              <a:avLst/>
            </a:prstGeom>
            <a:noFill/>
          </p:spPr>
          <p:txBody>
            <a:bodyPr wrap="square" lIns="0" rIns="0" rtlCol="0" anchor="t">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1">
                <a:ln>
                  <a:noFill/>
                </a:ln>
                <a:solidFill>
                  <a:prstClr val="black">
                    <a:lumMod val="65000"/>
                    <a:lumOff val="35000"/>
                  </a:prstClr>
                </a:solidFill>
                <a:effectLst/>
                <a:uLnTx/>
                <a:uFillTx/>
              </a:endParaRPr>
            </a:p>
          </p:txBody>
        </p:sp>
      </p:grpSp>
      <p:grpSp>
        <p:nvGrpSpPr>
          <p:cNvPr id="55" name="Group 54">
            <a:extLst>
              <a:ext uri="{FF2B5EF4-FFF2-40B4-BE49-F238E27FC236}">
                <a16:creationId xmlns:a16="http://schemas.microsoft.com/office/drawing/2014/main" id="{C973E429-A742-405C-A954-D74E998D9920}"/>
              </a:ext>
            </a:extLst>
          </p:cNvPr>
          <p:cNvGrpSpPr/>
          <p:nvPr/>
        </p:nvGrpSpPr>
        <p:grpSpPr>
          <a:xfrm>
            <a:off x="2141200" y="2236691"/>
            <a:ext cx="2100572" cy="736155"/>
            <a:chOff x="8921977" y="1466725"/>
            <a:chExt cx="2926080" cy="736155"/>
          </a:xfrm>
        </p:grpSpPr>
        <p:sp>
          <p:nvSpPr>
            <p:cNvPr id="56" name="TextBox 55">
              <a:extLst>
                <a:ext uri="{FF2B5EF4-FFF2-40B4-BE49-F238E27FC236}">
                  <a16:creationId xmlns:a16="http://schemas.microsoft.com/office/drawing/2014/main" id="{79111299-57BA-4309-992D-C304E00EADF6}"/>
                </a:ext>
              </a:extLst>
            </p:cNvPr>
            <p:cNvSpPr txBox="1"/>
            <p:nvPr/>
          </p:nvSpPr>
          <p:spPr>
            <a:xfrm>
              <a:off x="8921977" y="1466725"/>
              <a:ext cx="2926080" cy="461665"/>
            </a:xfrm>
            <a:prstGeom prst="rect">
              <a:avLst/>
            </a:prstGeom>
            <a:noFill/>
          </p:spPr>
          <p:txBody>
            <a:bodyPr wrap="square" lIns="0" rIns="0" rtlCol="0" anchor="b">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1">
                  <a:ln>
                    <a:noFill/>
                  </a:ln>
                  <a:solidFill>
                    <a:prstClr val="black"/>
                  </a:solidFill>
                  <a:effectLst/>
                  <a:uLnTx/>
                  <a:uFillTx/>
                </a:rPr>
                <a:t>Stage 1</a:t>
              </a:r>
            </a:p>
          </p:txBody>
        </p:sp>
        <p:sp>
          <p:nvSpPr>
            <p:cNvPr id="57" name="TextBox 56">
              <a:extLst>
                <a:ext uri="{FF2B5EF4-FFF2-40B4-BE49-F238E27FC236}">
                  <a16:creationId xmlns:a16="http://schemas.microsoft.com/office/drawing/2014/main" id="{E0D2959E-E992-4B01-B1C9-4C53F1213143}"/>
                </a:ext>
              </a:extLst>
            </p:cNvPr>
            <p:cNvSpPr txBox="1"/>
            <p:nvPr/>
          </p:nvSpPr>
          <p:spPr>
            <a:xfrm>
              <a:off x="8921977" y="1925881"/>
              <a:ext cx="2926080" cy="276999"/>
            </a:xfrm>
            <a:prstGeom prst="rect">
              <a:avLst/>
            </a:prstGeom>
            <a:noFill/>
          </p:spPr>
          <p:txBody>
            <a:bodyPr wrap="square" lIns="0" rIns="0" rtlCol="0" anchor="t">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1">
                <a:ln>
                  <a:noFill/>
                </a:ln>
                <a:solidFill>
                  <a:prstClr val="black">
                    <a:lumMod val="65000"/>
                    <a:lumOff val="35000"/>
                  </a:prstClr>
                </a:solidFill>
                <a:effectLst/>
                <a:uLnTx/>
                <a:uFillTx/>
              </a:endParaRPr>
            </a:p>
          </p:txBody>
        </p:sp>
      </p:grpSp>
      <p:pic>
        <p:nvPicPr>
          <p:cNvPr id="58" name="Graphic 57" descr="Satellite dish">
            <a:extLst>
              <a:ext uri="{FF2B5EF4-FFF2-40B4-BE49-F238E27FC236}">
                <a16:creationId xmlns:a16="http://schemas.microsoft.com/office/drawing/2014/main" id="{DE7793AB-20C9-490D-8DB4-0F1840E470A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419600" y="2991465"/>
            <a:ext cx="457200" cy="457200"/>
          </a:xfrm>
          <a:prstGeom prst="rect">
            <a:avLst/>
          </a:prstGeom>
        </p:spPr>
      </p:pic>
      <p:pic>
        <p:nvPicPr>
          <p:cNvPr id="60" name="Graphic 59" descr="Detective">
            <a:extLst>
              <a:ext uri="{FF2B5EF4-FFF2-40B4-BE49-F238E27FC236}">
                <a16:creationId xmlns:a16="http://schemas.microsoft.com/office/drawing/2014/main" id="{28F93E0E-5167-450A-92D8-03678625755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16995" y="3591232"/>
            <a:ext cx="457200" cy="457200"/>
          </a:xfrm>
          <a:prstGeom prst="rect">
            <a:avLst/>
          </a:prstGeom>
        </p:spPr>
      </p:pic>
      <p:pic>
        <p:nvPicPr>
          <p:cNvPr id="61" name="Graphic 60" descr="Send">
            <a:extLst>
              <a:ext uri="{FF2B5EF4-FFF2-40B4-BE49-F238E27FC236}">
                <a16:creationId xmlns:a16="http://schemas.microsoft.com/office/drawing/2014/main" id="{50C2A500-EC48-42AB-A5BD-65C777C51FA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247700" y="3018374"/>
            <a:ext cx="457200" cy="457200"/>
          </a:xfrm>
          <a:prstGeom prst="rect">
            <a:avLst/>
          </a:prstGeom>
        </p:spPr>
      </p:pic>
      <p:pic>
        <p:nvPicPr>
          <p:cNvPr id="62" name="Picture 61" descr="A picture containing food, drawing&#10;&#10;Description automatically generated">
            <a:extLst>
              <a:ext uri="{FF2B5EF4-FFF2-40B4-BE49-F238E27FC236}">
                <a16:creationId xmlns:a16="http://schemas.microsoft.com/office/drawing/2014/main" id="{AA38D54B-A637-45E8-A832-4DA69F1E2DF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266544" y="60437"/>
            <a:ext cx="1421130" cy="375285"/>
          </a:xfrm>
          <a:prstGeom prst="rect">
            <a:avLst/>
          </a:prstGeom>
        </p:spPr>
      </p:pic>
    </p:spTree>
    <p:extLst>
      <p:ext uri="{BB962C8B-B14F-4D97-AF65-F5344CB8AC3E}">
        <p14:creationId xmlns:p14="http://schemas.microsoft.com/office/powerpoint/2010/main" val="27122700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8">
            <a:extLst>
              <a:ext uri="{FF2B5EF4-FFF2-40B4-BE49-F238E27FC236}">
                <a16:creationId xmlns:a16="http://schemas.microsoft.com/office/drawing/2014/main" id="{01D0AF59-99C3-4251-AB9A-C966C6AD44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0">
            <a:extLst>
              <a:ext uri="{FF2B5EF4-FFF2-40B4-BE49-F238E27FC236}">
                <a16:creationId xmlns:a16="http://schemas.microsoft.com/office/drawing/2014/main" id="{1855405F-37A2-4869-9154-F8BE3BECE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Footer Placeholder 1">
            <a:extLst>
              <a:ext uri="{FF2B5EF4-FFF2-40B4-BE49-F238E27FC236}">
                <a16:creationId xmlns:a16="http://schemas.microsoft.com/office/drawing/2014/main" id="{1F0DE467-6745-433F-BFAF-64A785506820}"/>
              </a:ext>
            </a:extLst>
          </p:cNvPr>
          <p:cNvSpPr>
            <a:spLocks noGrp="1"/>
          </p:cNvSpPr>
          <p:nvPr>
            <p:ph type="ftr" sz="quarter" idx="11"/>
          </p:nvPr>
        </p:nvSpPr>
        <p:spPr>
          <a:xfrm>
            <a:off x="4038600" y="6356350"/>
            <a:ext cx="4114800" cy="365125"/>
          </a:xfrm>
        </p:spPr>
        <p:txBody>
          <a:bodyPr>
            <a:normAutofit lnSpcReduction="10000"/>
          </a:bodyPr>
          <a:lstStyle/>
          <a:p>
            <a:pPr>
              <a:lnSpc>
                <a:spcPct val="90000"/>
              </a:lnSpc>
              <a:spcAft>
                <a:spcPts val="600"/>
              </a:spcAft>
            </a:pPr>
            <a:r>
              <a:rPr lang="en-US" sz="1000"/>
              <a:t>SEER - A Real-Time Pedestrian Detection and Tracking System for Intelligent Vehicles</a:t>
            </a:r>
          </a:p>
        </p:txBody>
      </p:sp>
      <p:sp>
        <p:nvSpPr>
          <p:cNvPr id="3" name="Slide Number Placeholder 2">
            <a:extLst>
              <a:ext uri="{FF2B5EF4-FFF2-40B4-BE49-F238E27FC236}">
                <a16:creationId xmlns:a16="http://schemas.microsoft.com/office/drawing/2014/main" id="{ABC01BA5-A045-477E-A6AE-5C728760083B}"/>
              </a:ext>
            </a:extLst>
          </p:cNvPr>
          <p:cNvSpPr>
            <a:spLocks noGrp="1"/>
          </p:cNvSpPr>
          <p:nvPr>
            <p:ph type="sldNum" sz="quarter" idx="12"/>
          </p:nvPr>
        </p:nvSpPr>
        <p:spPr>
          <a:xfrm>
            <a:off x="8610600" y="6356350"/>
            <a:ext cx="2743200" cy="365125"/>
          </a:xfrm>
        </p:spPr>
        <p:txBody>
          <a:bodyPr>
            <a:normAutofit/>
          </a:bodyPr>
          <a:lstStyle/>
          <a:p>
            <a:pPr>
              <a:spcAft>
                <a:spcPts val="600"/>
              </a:spcAft>
            </a:pPr>
            <a:fld id="{2F98ACD2-9D07-46C2-95A3-67E0301C77FE}" type="slidenum">
              <a:rPr lang="en-US" smtClean="0"/>
              <a:pPr>
                <a:spcAft>
                  <a:spcPts val="600"/>
                </a:spcAft>
              </a:pPr>
              <a:t>24</a:t>
            </a:fld>
            <a:endParaRPr lang="en-US"/>
          </a:p>
        </p:txBody>
      </p:sp>
      <p:sp>
        <p:nvSpPr>
          <p:cNvPr id="41" name="Shape">
            <a:extLst>
              <a:ext uri="{FF2B5EF4-FFF2-40B4-BE49-F238E27FC236}">
                <a16:creationId xmlns:a16="http://schemas.microsoft.com/office/drawing/2014/main" id="{11B18783-14B5-4DA5-ADE4-39B1ABCD9DDC}"/>
              </a:ext>
            </a:extLst>
          </p:cNvPr>
          <p:cNvSpPr/>
          <p:nvPr/>
        </p:nvSpPr>
        <p:spPr>
          <a:xfrm>
            <a:off x="1626592" y="2344546"/>
            <a:ext cx="3562904" cy="2187324"/>
          </a:xfrm>
          <a:custGeom>
            <a:avLst/>
            <a:gdLst/>
            <a:ahLst/>
            <a:cxnLst>
              <a:cxn ang="0">
                <a:pos x="wd2" y="hd2"/>
              </a:cxn>
              <a:cxn ang="5400000">
                <a:pos x="wd2" y="hd2"/>
              </a:cxn>
              <a:cxn ang="10800000">
                <a:pos x="wd2" y="hd2"/>
              </a:cxn>
              <a:cxn ang="16200000">
                <a:pos x="wd2" y="hd2"/>
              </a:cxn>
            </a:cxnLst>
            <a:rect l="0" t="0" r="r" b="b"/>
            <a:pathLst>
              <a:path w="21500" h="21439" extrusionOk="0">
                <a:moveTo>
                  <a:pt x="21205" y="11909"/>
                </a:moveTo>
                <a:lnTo>
                  <a:pt x="15634" y="20958"/>
                </a:lnTo>
                <a:cubicBezTo>
                  <a:pt x="15239" y="21600"/>
                  <a:pt x="14592" y="21600"/>
                  <a:pt x="14184" y="20958"/>
                </a:cubicBezTo>
                <a:cubicBezTo>
                  <a:pt x="13789" y="20316"/>
                  <a:pt x="13789" y="19265"/>
                  <a:pt x="14184" y="18603"/>
                </a:cubicBezTo>
                <a:lnTo>
                  <a:pt x="16089" y="15529"/>
                </a:lnTo>
                <a:lnTo>
                  <a:pt x="0" y="15529"/>
                </a:lnTo>
                <a:lnTo>
                  <a:pt x="6385" y="5935"/>
                </a:lnTo>
                <a:lnTo>
                  <a:pt x="6385" y="5935"/>
                </a:lnTo>
                <a:lnTo>
                  <a:pt x="16089" y="5935"/>
                </a:lnTo>
                <a:lnTo>
                  <a:pt x="14184" y="2841"/>
                </a:lnTo>
                <a:cubicBezTo>
                  <a:pt x="13789" y="2199"/>
                  <a:pt x="13789" y="1148"/>
                  <a:pt x="14184" y="486"/>
                </a:cubicBezTo>
                <a:cubicBezTo>
                  <a:pt x="14388" y="156"/>
                  <a:pt x="14640" y="0"/>
                  <a:pt x="14903" y="0"/>
                </a:cubicBezTo>
                <a:cubicBezTo>
                  <a:pt x="15167" y="0"/>
                  <a:pt x="15430" y="156"/>
                  <a:pt x="15622" y="486"/>
                </a:cubicBezTo>
                <a:lnTo>
                  <a:pt x="21193" y="9535"/>
                </a:lnTo>
                <a:cubicBezTo>
                  <a:pt x="21600" y="10216"/>
                  <a:pt x="21600" y="11267"/>
                  <a:pt x="21205" y="11909"/>
                </a:cubicBezTo>
                <a:close/>
              </a:path>
            </a:pathLst>
          </a:custGeom>
          <a:solidFill>
            <a:srgbClr val="F8B200"/>
          </a:solidFill>
          <a:ln w="12700">
            <a:miter lim="400000"/>
          </a:ln>
        </p:spPr>
        <p:txBody>
          <a:bodyPr lIns="38100" tIns="38100" rIns="274320" bIns="38100" anchor="ctr"/>
          <a:lstStyle/>
          <a:p>
            <a:pPr marL="0" marR="0" lvl="0" indent="0" algn="r" defTabSz="914400" eaLnBrk="1" fontAlgn="auto" latinLnBrk="0" hangingPunct="1">
              <a:lnSpc>
                <a:spcPct val="100000"/>
              </a:lnSpc>
              <a:spcBef>
                <a:spcPts val="0"/>
              </a:spcBef>
              <a:spcAft>
                <a:spcPts val="0"/>
              </a:spcAft>
              <a:buClrTx/>
              <a:buSzTx/>
              <a:buFontTx/>
              <a:buNone/>
              <a:tabLst/>
              <a:defRPr sz="3000">
                <a:solidFill>
                  <a:srgbClr val="FFFFFF"/>
                </a:solidFill>
              </a:defRPr>
            </a:pPr>
            <a:r>
              <a:rPr kumimoji="0" lang="fr-CA" sz="3000" b="1" i="0" u="none" strike="noStrike" kern="0" cap="none" spc="0" normalizeH="0" baseline="0" noProof="0">
                <a:ln>
                  <a:noFill/>
                </a:ln>
                <a:solidFill>
                  <a:srgbClr val="FFFFFF"/>
                </a:solidFill>
                <a:effectLst>
                  <a:outerShdw blurRad="38100" dist="38100" dir="2700000" algn="tl">
                    <a:srgbClr val="000000">
                      <a:alpha val="43137"/>
                    </a:srgbClr>
                  </a:outerShdw>
                </a:effectLst>
                <a:uLnTx/>
                <a:uFillTx/>
              </a:rPr>
              <a:t> 01</a:t>
            </a:r>
            <a:endParaRPr kumimoji="0" sz="3000" b="1" i="0" u="none" strike="noStrike" kern="0" cap="none" spc="0" normalizeH="0" baseline="0" noProof="0">
              <a:ln>
                <a:noFill/>
              </a:ln>
              <a:solidFill>
                <a:srgbClr val="FFFFFF"/>
              </a:solidFill>
              <a:effectLst>
                <a:outerShdw blurRad="38100" dist="38100" dir="2700000" algn="tl">
                  <a:srgbClr val="000000">
                    <a:alpha val="43137"/>
                  </a:srgbClr>
                </a:outerShdw>
              </a:effectLst>
              <a:uLnTx/>
              <a:uFillTx/>
            </a:endParaRPr>
          </a:p>
        </p:txBody>
      </p:sp>
      <p:sp>
        <p:nvSpPr>
          <p:cNvPr id="42" name="TextBox 41">
            <a:extLst>
              <a:ext uri="{FF2B5EF4-FFF2-40B4-BE49-F238E27FC236}">
                <a16:creationId xmlns:a16="http://schemas.microsoft.com/office/drawing/2014/main" id="{E11EC0FA-EFA9-4A6E-BD97-0C93FF484FE4}"/>
              </a:ext>
            </a:extLst>
          </p:cNvPr>
          <p:cNvSpPr txBox="1"/>
          <p:nvPr/>
        </p:nvSpPr>
        <p:spPr>
          <a:xfrm>
            <a:off x="2504685" y="3088515"/>
            <a:ext cx="1577465" cy="646331"/>
          </a:xfrm>
          <a:prstGeom prst="rect">
            <a:avLst/>
          </a:prstGeom>
          <a:noFill/>
        </p:spPr>
        <p:txBody>
          <a:bodyPr wrap="square" lIns="0" rIns="0" rtlCol="0" anchor="b">
            <a:spAutoFit/>
          </a:bodyPr>
          <a:lstStyle/>
          <a:p>
            <a:pPr algn="ctr">
              <a:defRPr/>
            </a:pPr>
            <a:r>
              <a:rPr lang="en-US" b="1" kern="0" noProof="1">
                <a:solidFill>
                  <a:prstClr val="black">
                    <a:lumMod val="85000"/>
                    <a:lumOff val="15000"/>
                  </a:prstClr>
                </a:solidFill>
              </a:rPr>
              <a:t>Establishing communication</a:t>
            </a:r>
          </a:p>
        </p:txBody>
      </p:sp>
      <p:grpSp>
        <p:nvGrpSpPr>
          <p:cNvPr id="52" name="Group 51">
            <a:extLst>
              <a:ext uri="{FF2B5EF4-FFF2-40B4-BE49-F238E27FC236}">
                <a16:creationId xmlns:a16="http://schemas.microsoft.com/office/drawing/2014/main" id="{2AC22BD6-20AC-47D5-9E7D-DAF995097A5C}"/>
              </a:ext>
            </a:extLst>
          </p:cNvPr>
          <p:cNvGrpSpPr/>
          <p:nvPr/>
        </p:nvGrpSpPr>
        <p:grpSpPr>
          <a:xfrm>
            <a:off x="1650316" y="4001759"/>
            <a:ext cx="2100572" cy="736155"/>
            <a:chOff x="8921977" y="1466725"/>
            <a:chExt cx="2926080" cy="736155"/>
          </a:xfrm>
        </p:grpSpPr>
        <p:sp>
          <p:nvSpPr>
            <p:cNvPr id="53" name="TextBox 52">
              <a:extLst>
                <a:ext uri="{FF2B5EF4-FFF2-40B4-BE49-F238E27FC236}">
                  <a16:creationId xmlns:a16="http://schemas.microsoft.com/office/drawing/2014/main" id="{BF2FACD0-D85B-454E-A276-FD6143C80AEC}"/>
                </a:ext>
              </a:extLst>
            </p:cNvPr>
            <p:cNvSpPr txBox="1"/>
            <p:nvPr/>
          </p:nvSpPr>
          <p:spPr>
            <a:xfrm>
              <a:off x="8921977" y="1466725"/>
              <a:ext cx="2926080" cy="461665"/>
            </a:xfrm>
            <a:prstGeom prst="rect">
              <a:avLst/>
            </a:prstGeom>
            <a:noFill/>
          </p:spPr>
          <p:txBody>
            <a:bodyPr wrap="square" lIns="0" rIns="0" rtlCol="0" anchor="b">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1">
                  <a:ln>
                    <a:noFill/>
                  </a:ln>
                  <a:solidFill>
                    <a:prstClr val="black"/>
                  </a:solidFill>
                  <a:effectLst/>
                  <a:uLnTx/>
                  <a:uFillTx/>
                </a:rPr>
                <a:t>Stage 1</a:t>
              </a:r>
            </a:p>
          </p:txBody>
        </p:sp>
        <p:sp>
          <p:nvSpPr>
            <p:cNvPr id="54" name="TextBox 53">
              <a:extLst>
                <a:ext uri="{FF2B5EF4-FFF2-40B4-BE49-F238E27FC236}">
                  <a16:creationId xmlns:a16="http://schemas.microsoft.com/office/drawing/2014/main" id="{5A0B9849-37EC-4804-94E9-F338778109B0}"/>
                </a:ext>
              </a:extLst>
            </p:cNvPr>
            <p:cNvSpPr txBox="1"/>
            <p:nvPr/>
          </p:nvSpPr>
          <p:spPr>
            <a:xfrm>
              <a:off x="8921977" y="1925881"/>
              <a:ext cx="2926080" cy="276999"/>
            </a:xfrm>
            <a:prstGeom prst="rect">
              <a:avLst/>
            </a:prstGeom>
            <a:noFill/>
          </p:spPr>
          <p:txBody>
            <a:bodyPr wrap="square" lIns="0" rIns="0" rtlCol="0" anchor="t">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1">
                <a:ln>
                  <a:noFill/>
                </a:ln>
                <a:solidFill>
                  <a:prstClr val="black">
                    <a:lumMod val="65000"/>
                    <a:lumOff val="35000"/>
                  </a:prstClr>
                </a:solidFill>
                <a:effectLst/>
                <a:uLnTx/>
                <a:uFillTx/>
              </a:endParaRPr>
            </a:p>
          </p:txBody>
        </p:sp>
      </p:grpSp>
      <p:pic>
        <p:nvPicPr>
          <p:cNvPr id="59" name="Graphic 58">
            <a:extLst>
              <a:ext uri="{FF2B5EF4-FFF2-40B4-BE49-F238E27FC236}">
                <a16:creationId xmlns:a16="http://schemas.microsoft.com/office/drawing/2014/main" id="{783B87F1-8D02-4A15-843A-E52E38EC883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987446" y="3208274"/>
            <a:ext cx="457200" cy="457200"/>
          </a:xfrm>
          <a:prstGeom prst="rect">
            <a:avLst/>
          </a:prstGeom>
        </p:spPr>
      </p:pic>
      <p:pic>
        <p:nvPicPr>
          <p:cNvPr id="62" name="Picture 61" descr="A picture containing food, drawing&#10;&#10;Description automatically generated">
            <a:extLst>
              <a:ext uri="{FF2B5EF4-FFF2-40B4-BE49-F238E27FC236}">
                <a16:creationId xmlns:a16="http://schemas.microsoft.com/office/drawing/2014/main" id="{AA38D54B-A637-45E8-A832-4DA69F1E2DF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266544" y="60437"/>
            <a:ext cx="1421130" cy="375285"/>
          </a:xfrm>
          <a:prstGeom prst="rect">
            <a:avLst/>
          </a:prstGeom>
        </p:spPr>
      </p:pic>
      <p:sp>
        <p:nvSpPr>
          <p:cNvPr id="21" name="Title 1">
            <a:extLst>
              <a:ext uri="{FF2B5EF4-FFF2-40B4-BE49-F238E27FC236}">
                <a16:creationId xmlns:a16="http://schemas.microsoft.com/office/drawing/2014/main" id="{959D47DE-ED4E-42F7-9196-61580FF4A129}"/>
              </a:ext>
            </a:extLst>
          </p:cNvPr>
          <p:cNvSpPr txBox="1">
            <a:spLocks/>
          </p:cNvSpPr>
          <p:nvPr/>
        </p:nvSpPr>
        <p:spPr>
          <a:xfrm>
            <a:off x="763555" y="787974"/>
            <a:ext cx="2529450" cy="739056"/>
          </a:xfrm>
          <a:prstGeom prst="rect">
            <a:avLst/>
          </a:prstGeom>
        </p:spPr>
        <p:txBody>
          <a:bodyPr rIns="0">
            <a:normAutofit fontScale="77500" lnSpcReduction="20000"/>
          </a:bodyPr>
          <a:lstStyle>
            <a:lvl1pPr algn="l" defTabSz="914400" rtl="0" eaLnBrk="1" latinLnBrk="0" hangingPunct="1">
              <a:lnSpc>
                <a:spcPct val="90000"/>
              </a:lnSpc>
              <a:spcBef>
                <a:spcPct val="0"/>
              </a:spcBef>
              <a:buNone/>
              <a:defRPr lang="en-US" sz="3600" b="1" kern="1200">
                <a:solidFill>
                  <a:schemeClr val="tx1"/>
                </a:solidFill>
                <a:latin typeface="Helvetica" panose="020B0500000000000000"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1" i="0" u="none" strike="noStrike" kern="1200" cap="none" spc="0" normalizeH="0" baseline="0" noProof="0">
                <a:ln>
                  <a:noFill/>
                </a:ln>
                <a:solidFill>
                  <a:sysClr val="windowText" lastClr="000000"/>
                </a:solidFill>
                <a:effectLst/>
                <a:uLnTx/>
                <a:uFillTx/>
                <a:latin typeface="Helvetica" panose="020B0500000000000000" pitchFamily="34" charset="0"/>
                <a:ea typeface="+mj-ea"/>
                <a:cs typeface="+mj-cs"/>
              </a:rPr>
              <a:t>Workflow Continued..</a:t>
            </a:r>
          </a:p>
        </p:txBody>
      </p:sp>
      <p:pic>
        <p:nvPicPr>
          <p:cNvPr id="10" name="Picture 9">
            <a:extLst>
              <a:ext uri="{FF2B5EF4-FFF2-40B4-BE49-F238E27FC236}">
                <a16:creationId xmlns:a16="http://schemas.microsoft.com/office/drawing/2014/main" id="{1E5DF0A6-34BC-4C3A-9B2F-CDA96F0621F1}"/>
              </a:ext>
            </a:extLst>
          </p:cNvPr>
          <p:cNvPicPr>
            <a:picLocks noChangeAspect="1"/>
          </p:cNvPicPr>
          <p:nvPr/>
        </p:nvPicPr>
        <p:blipFill>
          <a:blip r:embed="rId5"/>
          <a:stretch>
            <a:fillRect/>
          </a:stretch>
        </p:blipFill>
        <p:spPr>
          <a:xfrm>
            <a:off x="5874855" y="659862"/>
            <a:ext cx="5051648" cy="5545574"/>
          </a:xfrm>
          <a:prstGeom prst="rect">
            <a:avLst/>
          </a:prstGeom>
        </p:spPr>
      </p:pic>
    </p:spTree>
    <p:extLst>
      <p:ext uri="{BB962C8B-B14F-4D97-AF65-F5344CB8AC3E}">
        <p14:creationId xmlns:p14="http://schemas.microsoft.com/office/powerpoint/2010/main" val="29812035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8">
            <a:extLst>
              <a:ext uri="{FF2B5EF4-FFF2-40B4-BE49-F238E27FC236}">
                <a16:creationId xmlns:a16="http://schemas.microsoft.com/office/drawing/2014/main" id="{01D0AF59-99C3-4251-AB9A-C966C6AD44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0">
            <a:extLst>
              <a:ext uri="{FF2B5EF4-FFF2-40B4-BE49-F238E27FC236}">
                <a16:creationId xmlns:a16="http://schemas.microsoft.com/office/drawing/2014/main" id="{1855405F-37A2-4869-9154-F8BE3BECE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Footer Placeholder 1">
            <a:extLst>
              <a:ext uri="{FF2B5EF4-FFF2-40B4-BE49-F238E27FC236}">
                <a16:creationId xmlns:a16="http://schemas.microsoft.com/office/drawing/2014/main" id="{1F0DE467-6745-433F-BFAF-64A785506820}"/>
              </a:ext>
            </a:extLst>
          </p:cNvPr>
          <p:cNvSpPr>
            <a:spLocks noGrp="1"/>
          </p:cNvSpPr>
          <p:nvPr>
            <p:ph type="ftr" sz="quarter" idx="11"/>
          </p:nvPr>
        </p:nvSpPr>
        <p:spPr>
          <a:xfrm>
            <a:off x="4038600" y="6356350"/>
            <a:ext cx="4114800" cy="365125"/>
          </a:xfrm>
        </p:spPr>
        <p:txBody>
          <a:bodyPr>
            <a:normAutofit lnSpcReduction="10000"/>
          </a:bodyPr>
          <a:lstStyle/>
          <a:p>
            <a:pPr>
              <a:lnSpc>
                <a:spcPct val="90000"/>
              </a:lnSpc>
              <a:spcAft>
                <a:spcPts val="600"/>
              </a:spcAft>
            </a:pPr>
            <a:r>
              <a:rPr lang="en-US" sz="1000"/>
              <a:t>SEER - A Real-Time Pedestrian Detection and Tracking System for Intelligent Vehicles</a:t>
            </a:r>
          </a:p>
        </p:txBody>
      </p:sp>
      <p:sp>
        <p:nvSpPr>
          <p:cNvPr id="3" name="Slide Number Placeholder 2">
            <a:extLst>
              <a:ext uri="{FF2B5EF4-FFF2-40B4-BE49-F238E27FC236}">
                <a16:creationId xmlns:a16="http://schemas.microsoft.com/office/drawing/2014/main" id="{ABC01BA5-A045-477E-A6AE-5C728760083B}"/>
              </a:ext>
            </a:extLst>
          </p:cNvPr>
          <p:cNvSpPr>
            <a:spLocks noGrp="1"/>
          </p:cNvSpPr>
          <p:nvPr>
            <p:ph type="sldNum" sz="quarter" idx="12"/>
          </p:nvPr>
        </p:nvSpPr>
        <p:spPr>
          <a:xfrm>
            <a:off x="8610600" y="6356350"/>
            <a:ext cx="2743200" cy="365125"/>
          </a:xfrm>
        </p:spPr>
        <p:txBody>
          <a:bodyPr>
            <a:normAutofit/>
          </a:bodyPr>
          <a:lstStyle/>
          <a:p>
            <a:pPr>
              <a:spcAft>
                <a:spcPts val="600"/>
              </a:spcAft>
            </a:pPr>
            <a:fld id="{2F98ACD2-9D07-46C2-95A3-67E0301C77FE}" type="slidenum">
              <a:rPr lang="en-US" smtClean="0"/>
              <a:pPr>
                <a:spcAft>
                  <a:spcPts val="600"/>
                </a:spcAft>
              </a:pPr>
              <a:t>25</a:t>
            </a:fld>
            <a:endParaRPr lang="en-US"/>
          </a:p>
        </p:txBody>
      </p:sp>
      <p:pic>
        <p:nvPicPr>
          <p:cNvPr id="62" name="Picture 61" descr="A picture containing food, drawing&#10;&#10;Description automatically generated">
            <a:extLst>
              <a:ext uri="{FF2B5EF4-FFF2-40B4-BE49-F238E27FC236}">
                <a16:creationId xmlns:a16="http://schemas.microsoft.com/office/drawing/2014/main" id="{AA38D54B-A637-45E8-A832-4DA69F1E2DF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66544" y="60437"/>
            <a:ext cx="1421130" cy="375285"/>
          </a:xfrm>
          <a:prstGeom prst="rect">
            <a:avLst/>
          </a:prstGeom>
        </p:spPr>
      </p:pic>
      <p:sp>
        <p:nvSpPr>
          <p:cNvPr id="27" name="Shape">
            <a:extLst>
              <a:ext uri="{FF2B5EF4-FFF2-40B4-BE49-F238E27FC236}">
                <a16:creationId xmlns:a16="http://schemas.microsoft.com/office/drawing/2014/main" id="{12B5CA9D-6CB5-424A-B7AE-A3DCAD055257}"/>
              </a:ext>
            </a:extLst>
          </p:cNvPr>
          <p:cNvSpPr/>
          <p:nvPr/>
        </p:nvSpPr>
        <p:spPr>
          <a:xfrm>
            <a:off x="1620525" y="2340023"/>
            <a:ext cx="3562653" cy="2189310"/>
          </a:xfrm>
          <a:custGeom>
            <a:avLst/>
            <a:gdLst/>
            <a:ahLst/>
            <a:cxnLst>
              <a:cxn ang="0">
                <a:pos x="wd2" y="hd2"/>
              </a:cxn>
              <a:cxn ang="5400000">
                <a:pos x="wd2" y="hd2"/>
              </a:cxn>
              <a:cxn ang="10800000">
                <a:pos x="wd2" y="hd2"/>
              </a:cxn>
              <a:cxn ang="16200000">
                <a:pos x="wd2" y="hd2"/>
              </a:cxn>
            </a:cxnLst>
            <a:rect l="0" t="0" r="r" b="b"/>
            <a:pathLst>
              <a:path w="21498" h="21440" extrusionOk="0">
                <a:moveTo>
                  <a:pt x="21193" y="11918"/>
                </a:moveTo>
                <a:lnTo>
                  <a:pt x="15622" y="20958"/>
                </a:lnTo>
                <a:cubicBezTo>
                  <a:pt x="15227" y="21600"/>
                  <a:pt x="14580" y="21600"/>
                  <a:pt x="14172" y="20958"/>
                </a:cubicBezTo>
                <a:cubicBezTo>
                  <a:pt x="13777" y="20317"/>
                  <a:pt x="13777" y="19267"/>
                  <a:pt x="14172" y="18606"/>
                </a:cubicBezTo>
                <a:lnTo>
                  <a:pt x="16077" y="15515"/>
                </a:lnTo>
                <a:lnTo>
                  <a:pt x="0" y="15515"/>
                </a:lnTo>
                <a:lnTo>
                  <a:pt x="6385" y="5930"/>
                </a:lnTo>
                <a:lnTo>
                  <a:pt x="6385" y="5930"/>
                </a:lnTo>
                <a:lnTo>
                  <a:pt x="16089" y="5930"/>
                </a:lnTo>
                <a:lnTo>
                  <a:pt x="14184" y="2839"/>
                </a:lnTo>
                <a:cubicBezTo>
                  <a:pt x="13789" y="2197"/>
                  <a:pt x="13789" y="1147"/>
                  <a:pt x="14184" y="486"/>
                </a:cubicBezTo>
                <a:cubicBezTo>
                  <a:pt x="14388" y="156"/>
                  <a:pt x="14640" y="0"/>
                  <a:pt x="14903" y="0"/>
                </a:cubicBezTo>
                <a:cubicBezTo>
                  <a:pt x="15167" y="0"/>
                  <a:pt x="15430" y="156"/>
                  <a:pt x="15622" y="486"/>
                </a:cubicBezTo>
                <a:lnTo>
                  <a:pt x="21193" y="9527"/>
                </a:lnTo>
                <a:cubicBezTo>
                  <a:pt x="21600" y="10226"/>
                  <a:pt x="21600" y="11276"/>
                  <a:pt x="21193" y="11918"/>
                </a:cubicBezTo>
                <a:close/>
              </a:path>
            </a:pathLst>
          </a:custGeom>
          <a:solidFill>
            <a:srgbClr val="F7931F"/>
          </a:solidFill>
          <a:ln w="12700">
            <a:miter lim="400000"/>
          </a:ln>
        </p:spPr>
        <p:txBody>
          <a:bodyPr lIns="38100" tIns="38100" rIns="274320" bIns="38100" anchor="ctr"/>
          <a:lstStyle/>
          <a:p>
            <a:pPr marL="0" marR="0" lvl="0" indent="0" algn="r" defTabSz="914400" eaLnBrk="1" fontAlgn="auto" latinLnBrk="0" hangingPunct="1">
              <a:lnSpc>
                <a:spcPct val="100000"/>
              </a:lnSpc>
              <a:spcBef>
                <a:spcPts val="0"/>
              </a:spcBef>
              <a:spcAft>
                <a:spcPts val="0"/>
              </a:spcAft>
              <a:buClrTx/>
              <a:buSzTx/>
              <a:buFontTx/>
              <a:buNone/>
              <a:tabLst/>
              <a:defRPr sz="3000">
                <a:solidFill>
                  <a:srgbClr val="FFFFFF"/>
                </a:solidFill>
              </a:defRPr>
            </a:pPr>
            <a:r>
              <a:rPr kumimoji="0" lang="fr-CA" sz="3000" b="1" i="0" u="none" strike="noStrike" kern="0" cap="none" spc="0" normalizeH="0" baseline="0" noProof="0">
                <a:ln>
                  <a:noFill/>
                </a:ln>
                <a:solidFill>
                  <a:srgbClr val="FFFFFF"/>
                </a:solidFill>
                <a:effectLst>
                  <a:outerShdw blurRad="38100" dist="38100" dir="2700000" algn="tl">
                    <a:srgbClr val="000000">
                      <a:alpha val="43137"/>
                    </a:srgbClr>
                  </a:outerShdw>
                </a:effectLst>
                <a:uLnTx/>
                <a:uFillTx/>
              </a:rPr>
              <a:t>02</a:t>
            </a:r>
            <a:endParaRPr kumimoji="0" sz="3000" b="1" i="0" u="none" strike="noStrike" kern="0" cap="none" spc="0" normalizeH="0" baseline="0" noProof="0">
              <a:ln>
                <a:noFill/>
              </a:ln>
              <a:solidFill>
                <a:srgbClr val="FFFFFF"/>
              </a:solidFill>
              <a:effectLst>
                <a:outerShdw blurRad="38100" dist="38100" dir="2700000" algn="tl">
                  <a:srgbClr val="000000">
                    <a:alpha val="43137"/>
                  </a:srgbClr>
                </a:outerShdw>
              </a:effectLst>
              <a:uLnTx/>
              <a:uFillTx/>
            </a:endParaRPr>
          </a:p>
        </p:txBody>
      </p:sp>
      <p:sp>
        <p:nvSpPr>
          <p:cNvPr id="29" name="TextBox 28">
            <a:extLst>
              <a:ext uri="{FF2B5EF4-FFF2-40B4-BE49-F238E27FC236}">
                <a16:creationId xmlns:a16="http://schemas.microsoft.com/office/drawing/2014/main" id="{78E3B885-FCC8-4065-ABE8-2D4996312E4A}"/>
              </a:ext>
            </a:extLst>
          </p:cNvPr>
          <p:cNvSpPr txBox="1"/>
          <p:nvPr/>
        </p:nvSpPr>
        <p:spPr>
          <a:xfrm>
            <a:off x="2257825" y="3131150"/>
            <a:ext cx="2009413" cy="646331"/>
          </a:xfrm>
          <a:prstGeom prst="rect">
            <a:avLst/>
          </a:prstGeom>
          <a:noFill/>
        </p:spPr>
        <p:txBody>
          <a:bodyPr wrap="square" lIns="0" rIns="0" rtlCol="0" anchor="b">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kern="0" noProof="1">
                <a:solidFill>
                  <a:prstClr val="black">
                    <a:lumMod val="85000"/>
                    <a:lumOff val="15000"/>
                  </a:prstClr>
                </a:solidFill>
              </a:rPr>
              <a:t>Running ML (Detection) Models and generating response</a:t>
            </a:r>
            <a:endParaRPr kumimoji="0" lang="en-US" sz="1200" b="1" i="0" u="none" strike="noStrike" kern="0" cap="none" spc="0" normalizeH="0" baseline="0" noProof="1">
              <a:ln>
                <a:noFill/>
              </a:ln>
              <a:solidFill>
                <a:prstClr val="black">
                  <a:lumMod val="85000"/>
                  <a:lumOff val="15000"/>
                </a:prstClr>
              </a:solidFill>
              <a:effectLst/>
              <a:uLnTx/>
              <a:uFillTx/>
            </a:endParaRPr>
          </a:p>
        </p:txBody>
      </p:sp>
      <p:grpSp>
        <p:nvGrpSpPr>
          <p:cNvPr id="30" name="Group 29">
            <a:extLst>
              <a:ext uri="{FF2B5EF4-FFF2-40B4-BE49-F238E27FC236}">
                <a16:creationId xmlns:a16="http://schemas.microsoft.com/office/drawing/2014/main" id="{FA1505F2-BC8D-424F-BF56-C013288800BA}"/>
              </a:ext>
            </a:extLst>
          </p:cNvPr>
          <p:cNvGrpSpPr/>
          <p:nvPr/>
        </p:nvGrpSpPr>
        <p:grpSpPr>
          <a:xfrm>
            <a:off x="1712528" y="3999222"/>
            <a:ext cx="2100572" cy="736155"/>
            <a:chOff x="8921977" y="1466725"/>
            <a:chExt cx="2926080" cy="736155"/>
          </a:xfrm>
        </p:grpSpPr>
        <p:sp>
          <p:nvSpPr>
            <p:cNvPr id="31" name="TextBox 30">
              <a:extLst>
                <a:ext uri="{FF2B5EF4-FFF2-40B4-BE49-F238E27FC236}">
                  <a16:creationId xmlns:a16="http://schemas.microsoft.com/office/drawing/2014/main" id="{D426C9A2-AA9A-4733-8218-926A06570400}"/>
                </a:ext>
              </a:extLst>
            </p:cNvPr>
            <p:cNvSpPr txBox="1"/>
            <p:nvPr/>
          </p:nvSpPr>
          <p:spPr>
            <a:xfrm>
              <a:off x="8921977" y="1466725"/>
              <a:ext cx="2926080" cy="461665"/>
            </a:xfrm>
            <a:prstGeom prst="rect">
              <a:avLst/>
            </a:prstGeom>
            <a:noFill/>
          </p:spPr>
          <p:txBody>
            <a:bodyPr wrap="square" lIns="0" rIns="0" rtlCol="0" anchor="b">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1">
                  <a:ln>
                    <a:noFill/>
                  </a:ln>
                  <a:solidFill>
                    <a:prstClr val="black"/>
                  </a:solidFill>
                  <a:effectLst/>
                  <a:uLnTx/>
                  <a:uFillTx/>
                </a:rPr>
                <a:t>Stage 3</a:t>
              </a:r>
            </a:p>
          </p:txBody>
        </p:sp>
        <p:sp>
          <p:nvSpPr>
            <p:cNvPr id="32" name="TextBox 31">
              <a:extLst>
                <a:ext uri="{FF2B5EF4-FFF2-40B4-BE49-F238E27FC236}">
                  <a16:creationId xmlns:a16="http://schemas.microsoft.com/office/drawing/2014/main" id="{FAB04311-D268-4012-9367-E72D59EC0DF5}"/>
                </a:ext>
              </a:extLst>
            </p:cNvPr>
            <p:cNvSpPr txBox="1"/>
            <p:nvPr/>
          </p:nvSpPr>
          <p:spPr>
            <a:xfrm>
              <a:off x="8921977" y="1925881"/>
              <a:ext cx="2926080" cy="276999"/>
            </a:xfrm>
            <a:prstGeom prst="rect">
              <a:avLst/>
            </a:prstGeom>
            <a:noFill/>
          </p:spPr>
          <p:txBody>
            <a:bodyPr wrap="square" lIns="0" rIns="0" rtlCol="0" anchor="t">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1">
                <a:ln>
                  <a:noFill/>
                </a:ln>
                <a:solidFill>
                  <a:prstClr val="black">
                    <a:lumMod val="65000"/>
                    <a:lumOff val="35000"/>
                  </a:prstClr>
                </a:solidFill>
                <a:effectLst/>
                <a:uLnTx/>
                <a:uFillTx/>
              </a:endParaRPr>
            </a:p>
          </p:txBody>
        </p:sp>
      </p:grpSp>
      <p:pic>
        <p:nvPicPr>
          <p:cNvPr id="33" name="Graphic 32" descr="Detective">
            <a:extLst>
              <a:ext uri="{FF2B5EF4-FFF2-40B4-BE49-F238E27FC236}">
                <a16:creationId xmlns:a16="http://schemas.microsoft.com/office/drawing/2014/main" id="{7C32B955-17DA-4C40-8E53-5659CC89855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032579" y="3205737"/>
            <a:ext cx="457200" cy="457200"/>
          </a:xfrm>
          <a:prstGeom prst="rect">
            <a:avLst/>
          </a:prstGeom>
        </p:spPr>
      </p:pic>
      <p:sp>
        <p:nvSpPr>
          <p:cNvPr id="34" name="Title 1">
            <a:extLst>
              <a:ext uri="{FF2B5EF4-FFF2-40B4-BE49-F238E27FC236}">
                <a16:creationId xmlns:a16="http://schemas.microsoft.com/office/drawing/2014/main" id="{7D98DD04-F1A6-4935-94FE-DAFF693AB1A8}"/>
              </a:ext>
            </a:extLst>
          </p:cNvPr>
          <p:cNvSpPr txBox="1">
            <a:spLocks/>
          </p:cNvSpPr>
          <p:nvPr/>
        </p:nvSpPr>
        <p:spPr>
          <a:xfrm>
            <a:off x="763555" y="787974"/>
            <a:ext cx="2529450" cy="739056"/>
          </a:xfrm>
          <a:prstGeom prst="rect">
            <a:avLst/>
          </a:prstGeom>
        </p:spPr>
        <p:txBody>
          <a:bodyPr rIns="0">
            <a:normAutofit fontScale="77500" lnSpcReduction="20000"/>
          </a:bodyPr>
          <a:lstStyle>
            <a:lvl1pPr algn="l" defTabSz="914400" rtl="0" eaLnBrk="1" latinLnBrk="0" hangingPunct="1">
              <a:lnSpc>
                <a:spcPct val="90000"/>
              </a:lnSpc>
              <a:spcBef>
                <a:spcPct val="0"/>
              </a:spcBef>
              <a:buNone/>
              <a:defRPr lang="en-US" sz="3600" b="1" kern="1200">
                <a:solidFill>
                  <a:schemeClr val="tx1"/>
                </a:solidFill>
                <a:latin typeface="Helvetica" panose="020B0500000000000000"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1" i="0" u="none" strike="noStrike" kern="1200" cap="none" spc="0" normalizeH="0" baseline="0" noProof="0">
                <a:ln>
                  <a:noFill/>
                </a:ln>
                <a:solidFill>
                  <a:sysClr val="windowText" lastClr="000000"/>
                </a:solidFill>
                <a:effectLst/>
                <a:uLnTx/>
                <a:uFillTx/>
                <a:latin typeface="Helvetica" panose="020B0500000000000000" pitchFamily="34" charset="0"/>
                <a:ea typeface="+mj-ea"/>
                <a:cs typeface="+mj-cs"/>
              </a:rPr>
              <a:t>Workflow Continued..</a:t>
            </a:r>
          </a:p>
        </p:txBody>
      </p:sp>
      <p:pic>
        <p:nvPicPr>
          <p:cNvPr id="4" name="Picture 3">
            <a:extLst>
              <a:ext uri="{FF2B5EF4-FFF2-40B4-BE49-F238E27FC236}">
                <a16:creationId xmlns:a16="http://schemas.microsoft.com/office/drawing/2014/main" id="{F4C61811-F221-497D-B43C-9B12B7E96451}"/>
              </a:ext>
            </a:extLst>
          </p:cNvPr>
          <p:cNvPicPr>
            <a:picLocks noChangeAspect="1"/>
          </p:cNvPicPr>
          <p:nvPr/>
        </p:nvPicPr>
        <p:blipFill>
          <a:blip r:embed="rId5"/>
          <a:stretch>
            <a:fillRect/>
          </a:stretch>
        </p:blipFill>
        <p:spPr>
          <a:xfrm>
            <a:off x="7903800" y="1370333"/>
            <a:ext cx="1044900" cy="4117334"/>
          </a:xfrm>
          <a:prstGeom prst="rect">
            <a:avLst/>
          </a:prstGeom>
        </p:spPr>
      </p:pic>
    </p:spTree>
    <p:extLst>
      <p:ext uri="{BB962C8B-B14F-4D97-AF65-F5344CB8AC3E}">
        <p14:creationId xmlns:p14="http://schemas.microsoft.com/office/powerpoint/2010/main" val="17267242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8">
            <a:extLst>
              <a:ext uri="{FF2B5EF4-FFF2-40B4-BE49-F238E27FC236}">
                <a16:creationId xmlns:a16="http://schemas.microsoft.com/office/drawing/2014/main" id="{01D0AF59-99C3-4251-AB9A-C966C6AD44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0">
            <a:extLst>
              <a:ext uri="{FF2B5EF4-FFF2-40B4-BE49-F238E27FC236}">
                <a16:creationId xmlns:a16="http://schemas.microsoft.com/office/drawing/2014/main" id="{1855405F-37A2-4869-9154-F8BE3BECE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Footer Placeholder 1">
            <a:extLst>
              <a:ext uri="{FF2B5EF4-FFF2-40B4-BE49-F238E27FC236}">
                <a16:creationId xmlns:a16="http://schemas.microsoft.com/office/drawing/2014/main" id="{1F0DE467-6745-433F-BFAF-64A785506820}"/>
              </a:ext>
            </a:extLst>
          </p:cNvPr>
          <p:cNvSpPr>
            <a:spLocks noGrp="1"/>
          </p:cNvSpPr>
          <p:nvPr>
            <p:ph type="ftr" sz="quarter" idx="11"/>
          </p:nvPr>
        </p:nvSpPr>
        <p:spPr>
          <a:xfrm>
            <a:off x="4038600" y="6356350"/>
            <a:ext cx="4114800" cy="365125"/>
          </a:xfrm>
        </p:spPr>
        <p:txBody>
          <a:bodyPr>
            <a:normAutofit lnSpcReduction="10000"/>
          </a:bodyPr>
          <a:lstStyle/>
          <a:p>
            <a:pPr>
              <a:lnSpc>
                <a:spcPct val="90000"/>
              </a:lnSpc>
              <a:spcAft>
                <a:spcPts val="600"/>
              </a:spcAft>
            </a:pPr>
            <a:r>
              <a:rPr lang="en-US" sz="1000"/>
              <a:t>SEER - A Real-Time Pedestrian Detection and Tracking System for Intelligent Vehicles</a:t>
            </a:r>
          </a:p>
        </p:txBody>
      </p:sp>
      <p:sp>
        <p:nvSpPr>
          <p:cNvPr id="3" name="Slide Number Placeholder 2">
            <a:extLst>
              <a:ext uri="{FF2B5EF4-FFF2-40B4-BE49-F238E27FC236}">
                <a16:creationId xmlns:a16="http://schemas.microsoft.com/office/drawing/2014/main" id="{ABC01BA5-A045-477E-A6AE-5C728760083B}"/>
              </a:ext>
            </a:extLst>
          </p:cNvPr>
          <p:cNvSpPr>
            <a:spLocks noGrp="1"/>
          </p:cNvSpPr>
          <p:nvPr>
            <p:ph type="sldNum" sz="quarter" idx="12"/>
          </p:nvPr>
        </p:nvSpPr>
        <p:spPr>
          <a:xfrm>
            <a:off x="8610600" y="6356350"/>
            <a:ext cx="2743200" cy="365125"/>
          </a:xfrm>
        </p:spPr>
        <p:txBody>
          <a:bodyPr>
            <a:normAutofit/>
          </a:bodyPr>
          <a:lstStyle/>
          <a:p>
            <a:pPr>
              <a:spcAft>
                <a:spcPts val="600"/>
              </a:spcAft>
            </a:pPr>
            <a:fld id="{2F98ACD2-9D07-46C2-95A3-67E0301C77FE}" type="slidenum">
              <a:rPr lang="en-US" smtClean="0"/>
              <a:pPr>
                <a:spcAft>
                  <a:spcPts val="600"/>
                </a:spcAft>
              </a:pPr>
              <a:t>26</a:t>
            </a:fld>
            <a:endParaRPr lang="en-US"/>
          </a:p>
        </p:txBody>
      </p:sp>
      <p:pic>
        <p:nvPicPr>
          <p:cNvPr id="62" name="Picture 61" descr="A picture containing food, drawing&#10;&#10;Description automatically generated">
            <a:extLst>
              <a:ext uri="{FF2B5EF4-FFF2-40B4-BE49-F238E27FC236}">
                <a16:creationId xmlns:a16="http://schemas.microsoft.com/office/drawing/2014/main" id="{AA38D54B-A637-45E8-A832-4DA69F1E2DF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66544" y="60437"/>
            <a:ext cx="1421130" cy="375285"/>
          </a:xfrm>
          <a:prstGeom prst="rect">
            <a:avLst/>
          </a:prstGeom>
        </p:spPr>
      </p:pic>
      <p:sp>
        <p:nvSpPr>
          <p:cNvPr id="35" name="Title 1">
            <a:extLst>
              <a:ext uri="{FF2B5EF4-FFF2-40B4-BE49-F238E27FC236}">
                <a16:creationId xmlns:a16="http://schemas.microsoft.com/office/drawing/2014/main" id="{E39CA32A-F1E7-46E6-B41D-9D12DDF4E77E}"/>
              </a:ext>
            </a:extLst>
          </p:cNvPr>
          <p:cNvSpPr txBox="1">
            <a:spLocks/>
          </p:cNvSpPr>
          <p:nvPr/>
        </p:nvSpPr>
        <p:spPr>
          <a:xfrm>
            <a:off x="763555" y="787974"/>
            <a:ext cx="2529450" cy="739056"/>
          </a:xfrm>
          <a:prstGeom prst="rect">
            <a:avLst/>
          </a:prstGeom>
        </p:spPr>
        <p:txBody>
          <a:bodyPr rIns="0">
            <a:normAutofit fontScale="77500" lnSpcReduction="20000"/>
          </a:bodyPr>
          <a:lstStyle>
            <a:lvl1pPr algn="l" defTabSz="914400" rtl="0" eaLnBrk="1" latinLnBrk="0" hangingPunct="1">
              <a:lnSpc>
                <a:spcPct val="90000"/>
              </a:lnSpc>
              <a:spcBef>
                <a:spcPct val="0"/>
              </a:spcBef>
              <a:buNone/>
              <a:defRPr lang="en-US" sz="3600" b="1" kern="1200">
                <a:solidFill>
                  <a:schemeClr val="tx1"/>
                </a:solidFill>
                <a:latin typeface="Helvetica" panose="020B0500000000000000"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1" i="0" u="none" strike="noStrike" kern="1200" cap="none" spc="0" normalizeH="0" baseline="0" noProof="0">
                <a:ln>
                  <a:noFill/>
                </a:ln>
                <a:solidFill>
                  <a:sysClr val="windowText" lastClr="000000"/>
                </a:solidFill>
                <a:effectLst/>
                <a:uLnTx/>
                <a:uFillTx/>
                <a:latin typeface="Helvetica" panose="020B0500000000000000" pitchFamily="34" charset="0"/>
                <a:ea typeface="+mj-ea"/>
                <a:cs typeface="+mj-cs"/>
              </a:rPr>
              <a:t>Workflow Continued..</a:t>
            </a:r>
          </a:p>
        </p:txBody>
      </p:sp>
      <p:sp>
        <p:nvSpPr>
          <p:cNvPr id="63" name="Shape">
            <a:extLst>
              <a:ext uri="{FF2B5EF4-FFF2-40B4-BE49-F238E27FC236}">
                <a16:creationId xmlns:a16="http://schemas.microsoft.com/office/drawing/2014/main" id="{8B2174FA-71C4-4228-8CAE-8AE9C98CFE94}"/>
              </a:ext>
            </a:extLst>
          </p:cNvPr>
          <p:cNvSpPr/>
          <p:nvPr/>
        </p:nvSpPr>
        <p:spPr>
          <a:xfrm>
            <a:off x="1620525" y="2340023"/>
            <a:ext cx="3562653" cy="2189310"/>
          </a:xfrm>
          <a:custGeom>
            <a:avLst/>
            <a:gdLst/>
            <a:ahLst/>
            <a:cxnLst>
              <a:cxn ang="0">
                <a:pos x="wd2" y="hd2"/>
              </a:cxn>
              <a:cxn ang="5400000">
                <a:pos x="wd2" y="hd2"/>
              </a:cxn>
              <a:cxn ang="10800000">
                <a:pos x="wd2" y="hd2"/>
              </a:cxn>
              <a:cxn ang="16200000">
                <a:pos x="wd2" y="hd2"/>
              </a:cxn>
            </a:cxnLst>
            <a:rect l="0" t="0" r="r" b="b"/>
            <a:pathLst>
              <a:path w="21498" h="21440" extrusionOk="0">
                <a:moveTo>
                  <a:pt x="21193" y="11918"/>
                </a:moveTo>
                <a:lnTo>
                  <a:pt x="15622" y="20958"/>
                </a:lnTo>
                <a:cubicBezTo>
                  <a:pt x="15227" y="21600"/>
                  <a:pt x="14580" y="21600"/>
                  <a:pt x="14172" y="20958"/>
                </a:cubicBezTo>
                <a:cubicBezTo>
                  <a:pt x="13777" y="20317"/>
                  <a:pt x="13777" y="19267"/>
                  <a:pt x="14172" y="18606"/>
                </a:cubicBezTo>
                <a:lnTo>
                  <a:pt x="16077" y="15515"/>
                </a:lnTo>
                <a:lnTo>
                  <a:pt x="0" y="15515"/>
                </a:lnTo>
                <a:lnTo>
                  <a:pt x="6385" y="5930"/>
                </a:lnTo>
                <a:lnTo>
                  <a:pt x="6385" y="5930"/>
                </a:lnTo>
                <a:lnTo>
                  <a:pt x="16089" y="5930"/>
                </a:lnTo>
                <a:lnTo>
                  <a:pt x="14184" y="2839"/>
                </a:lnTo>
                <a:cubicBezTo>
                  <a:pt x="13789" y="2197"/>
                  <a:pt x="13789" y="1147"/>
                  <a:pt x="14184" y="486"/>
                </a:cubicBezTo>
                <a:cubicBezTo>
                  <a:pt x="14388" y="156"/>
                  <a:pt x="14640" y="0"/>
                  <a:pt x="14903" y="0"/>
                </a:cubicBezTo>
                <a:cubicBezTo>
                  <a:pt x="15167" y="0"/>
                  <a:pt x="15430" y="156"/>
                  <a:pt x="15622" y="486"/>
                </a:cubicBezTo>
                <a:lnTo>
                  <a:pt x="21193" y="9527"/>
                </a:lnTo>
                <a:cubicBezTo>
                  <a:pt x="21600" y="10226"/>
                  <a:pt x="21600" y="11276"/>
                  <a:pt x="21193" y="11918"/>
                </a:cubicBezTo>
                <a:close/>
              </a:path>
            </a:pathLst>
          </a:custGeom>
          <a:solidFill>
            <a:srgbClr val="C13018"/>
          </a:solidFill>
          <a:ln w="12700">
            <a:miter lim="400000"/>
          </a:ln>
        </p:spPr>
        <p:txBody>
          <a:bodyPr lIns="38100" tIns="38100" rIns="274320" bIns="38100" anchor="ctr"/>
          <a:lstStyle/>
          <a:p>
            <a:pPr marL="0" marR="0" lvl="0" indent="0" algn="r" defTabSz="914400" eaLnBrk="1" fontAlgn="auto" latinLnBrk="0" hangingPunct="1">
              <a:lnSpc>
                <a:spcPct val="100000"/>
              </a:lnSpc>
              <a:spcBef>
                <a:spcPts val="0"/>
              </a:spcBef>
              <a:spcAft>
                <a:spcPts val="0"/>
              </a:spcAft>
              <a:buClrTx/>
              <a:buSzTx/>
              <a:buFontTx/>
              <a:buNone/>
              <a:tabLst/>
              <a:defRPr sz="3000">
                <a:solidFill>
                  <a:srgbClr val="FFFFFF"/>
                </a:solidFill>
              </a:defRPr>
            </a:pPr>
            <a:r>
              <a:rPr kumimoji="0" lang="fr-CA" sz="3000" b="1" i="0" u="none" strike="noStrike" kern="0" cap="none" spc="0" normalizeH="0" baseline="0" noProof="0">
                <a:ln>
                  <a:noFill/>
                </a:ln>
                <a:solidFill>
                  <a:srgbClr val="FFFFFF"/>
                </a:solidFill>
                <a:effectLst>
                  <a:outerShdw blurRad="38100" dist="38100" dir="2700000" algn="tl">
                    <a:srgbClr val="000000">
                      <a:alpha val="43137"/>
                    </a:srgbClr>
                  </a:outerShdw>
                </a:effectLst>
                <a:uLnTx/>
                <a:uFillTx/>
              </a:rPr>
              <a:t>03</a:t>
            </a:r>
            <a:endParaRPr kumimoji="0" sz="3000" b="1" i="0" u="none" strike="noStrike" kern="0" cap="none" spc="0" normalizeH="0" baseline="0" noProof="0">
              <a:ln>
                <a:noFill/>
              </a:ln>
              <a:solidFill>
                <a:srgbClr val="FFFFFF"/>
              </a:solidFill>
              <a:effectLst>
                <a:outerShdw blurRad="38100" dist="38100" dir="2700000" algn="tl">
                  <a:srgbClr val="000000">
                    <a:alpha val="43137"/>
                  </a:srgbClr>
                </a:outerShdw>
              </a:effectLst>
              <a:uLnTx/>
              <a:uFillTx/>
            </a:endParaRPr>
          </a:p>
        </p:txBody>
      </p:sp>
      <p:grpSp>
        <p:nvGrpSpPr>
          <p:cNvPr id="66" name="Group 65">
            <a:extLst>
              <a:ext uri="{FF2B5EF4-FFF2-40B4-BE49-F238E27FC236}">
                <a16:creationId xmlns:a16="http://schemas.microsoft.com/office/drawing/2014/main" id="{5C9B2CD9-1E3E-46E2-81BB-A032CBAE674E}"/>
              </a:ext>
            </a:extLst>
          </p:cNvPr>
          <p:cNvGrpSpPr/>
          <p:nvPr/>
        </p:nvGrpSpPr>
        <p:grpSpPr>
          <a:xfrm>
            <a:off x="1712528" y="3999222"/>
            <a:ext cx="2100572" cy="736155"/>
            <a:chOff x="8921977" y="1466725"/>
            <a:chExt cx="2926080" cy="736155"/>
          </a:xfrm>
        </p:grpSpPr>
        <p:sp>
          <p:nvSpPr>
            <p:cNvPr id="67" name="TextBox 66">
              <a:extLst>
                <a:ext uri="{FF2B5EF4-FFF2-40B4-BE49-F238E27FC236}">
                  <a16:creationId xmlns:a16="http://schemas.microsoft.com/office/drawing/2014/main" id="{12237182-AA2F-49DF-9BA2-CB47C9D97DD4}"/>
                </a:ext>
              </a:extLst>
            </p:cNvPr>
            <p:cNvSpPr txBox="1"/>
            <p:nvPr/>
          </p:nvSpPr>
          <p:spPr>
            <a:xfrm>
              <a:off x="8921977" y="1466725"/>
              <a:ext cx="2926080" cy="461665"/>
            </a:xfrm>
            <a:prstGeom prst="rect">
              <a:avLst/>
            </a:prstGeom>
            <a:noFill/>
          </p:spPr>
          <p:txBody>
            <a:bodyPr wrap="square" lIns="0" rIns="0" rtlCol="0" anchor="b">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1">
                  <a:ln>
                    <a:noFill/>
                  </a:ln>
                  <a:solidFill>
                    <a:prstClr val="black"/>
                  </a:solidFill>
                  <a:effectLst/>
                  <a:uLnTx/>
                  <a:uFillTx/>
                </a:rPr>
                <a:t>Stage 3</a:t>
              </a:r>
            </a:p>
          </p:txBody>
        </p:sp>
        <p:sp>
          <p:nvSpPr>
            <p:cNvPr id="68" name="TextBox 67">
              <a:extLst>
                <a:ext uri="{FF2B5EF4-FFF2-40B4-BE49-F238E27FC236}">
                  <a16:creationId xmlns:a16="http://schemas.microsoft.com/office/drawing/2014/main" id="{2ADB3FDA-10B9-45BF-ABF7-2A977098118B}"/>
                </a:ext>
              </a:extLst>
            </p:cNvPr>
            <p:cNvSpPr txBox="1"/>
            <p:nvPr/>
          </p:nvSpPr>
          <p:spPr>
            <a:xfrm>
              <a:off x="8921977" y="1925881"/>
              <a:ext cx="2926080" cy="276999"/>
            </a:xfrm>
            <a:prstGeom prst="rect">
              <a:avLst/>
            </a:prstGeom>
            <a:noFill/>
          </p:spPr>
          <p:txBody>
            <a:bodyPr wrap="square" lIns="0" rIns="0" rtlCol="0" anchor="t">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1">
                <a:ln>
                  <a:noFill/>
                </a:ln>
                <a:solidFill>
                  <a:prstClr val="black">
                    <a:lumMod val="65000"/>
                    <a:lumOff val="35000"/>
                  </a:prstClr>
                </a:solidFill>
                <a:effectLst/>
                <a:uLnTx/>
                <a:uFillTx/>
              </a:endParaRPr>
            </a:p>
          </p:txBody>
        </p:sp>
      </p:grpSp>
      <p:sp>
        <p:nvSpPr>
          <p:cNvPr id="70" name="TextBox 69">
            <a:extLst>
              <a:ext uri="{FF2B5EF4-FFF2-40B4-BE49-F238E27FC236}">
                <a16:creationId xmlns:a16="http://schemas.microsoft.com/office/drawing/2014/main" id="{98765653-DBD5-49E1-ABEC-41515B07E51F}"/>
              </a:ext>
            </a:extLst>
          </p:cNvPr>
          <p:cNvSpPr txBox="1"/>
          <p:nvPr/>
        </p:nvSpPr>
        <p:spPr>
          <a:xfrm>
            <a:off x="2504272" y="3051021"/>
            <a:ext cx="1577465" cy="646331"/>
          </a:xfrm>
          <a:prstGeom prst="rect">
            <a:avLst/>
          </a:prstGeom>
          <a:noFill/>
        </p:spPr>
        <p:txBody>
          <a:bodyPr wrap="square" lIns="0" rIns="0" rtlCol="0" anchor="b">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1">
                <a:ln>
                  <a:noFill/>
                </a:ln>
                <a:solidFill>
                  <a:prstClr val="white"/>
                </a:solidFill>
                <a:effectLst/>
                <a:uLnTx/>
                <a:uFillTx/>
              </a:rPr>
              <a:t>Sending Response</a:t>
            </a:r>
          </a:p>
        </p:txBody>
      </p:sp>
      <p:pic>
        <p:nvPicPr>
          <p:cNvPr id="71" name="Graphic 70" descr="Send">
            <a:extLst>
              <a:ext uri="{FF2B5EF4-FFF2-40B4-BE49-F238E27FC236}">
                <a16:creationId xmlns:a16="http://schemas.microsoft.com/office/drawing/2014/main" id="{1A9903A0-F2F7-4A9F-8014-E3FA1BD5234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940513" y="3200400"/>
            <a:ext cx="457200" cy="457200"/>
          </a:xfrm>
          <a:prstGeom prst="rect">
            <a:avLst/>
          </a:prstGeom>
        </p:spPr>
      </p:pic>
      <p:pic>
        <p:nvPicPr>
          <p:cNvPr id="4" name="Picture 3">
            <a:extLst>
              <a:ext uri="{FF2B5EF4-FFF2-40B4-BE49-F238E27FC236}">
                <a16:creationId xmlns:a16="http://schemas.microsoft.com/office/drawing/2014/main" id="{E744A5C3-2A47-4779-ADD4-DB29C570FEFB}"/>
              </a:ext>
            </a:extLst>
          </p:cNvPr>
          <p:cNvPicPr>
            <a:picLocks noChangeAspect="1"/>
          </p:cNvPicPr>
          <p:nvPr/>
        </p:nvPicPr>
        <p:blipFill>
          <a:blip r:embed="rId5"/>
          <a:stretch>
            <a:fillRect/>
          </a:stretch>
        </p:blipFill>
        <p:spPr>
          <a:xfrm>
            <a:off x="7553069" y="1794473"/>
            <a:ext cx="1651665" cy="3269054"/>
          </a:xfrm>
          <a:prstGeom prst="rect">
            <a:avLst/>
          </a:prstGeom>
        </p:spPr>
      </p:pic>
    </p:spTree>
    <p:extLst>
      <p:ext uri="{BB962C8B-B14F-4D97-AF65-F5344CB8AC3E}">
        <p14:creationId xmlns:p14="http://schemas.microsoft.com/office/powerpoint/2010/main" val="33745684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1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2200" kern="1200">
                <a:solidFill>
                  <a:schemeClr val="bg1"/>
                </a:solidFill>
                <a:latin typeface="+mj-lt"/>
                <a:ea typeface="+mj-ea"/>
                <a:cs typeface="+mj-cs"/>
              </a:rPr>
              <a:t>System Prototype specification</a:t>
            </a:r>
          </a:p>
        </p:txBody>
      </p:sp>
      <p:sp>
        <p:nvSpPr>
          <p:cNvPr id="4" name="Footer Placeholder 3">
            <a:extLst>
              <a:ext uri="{FF2B5EF4-FFF2-40B4-BE49-F238E27FC236}">
                <a16:creationId xmlns:a16="http://schemas.microsoft.com/office/drawing/2014/main" id="{49830AE6-3D29-4888-9A98-CA7098D82180}"/>
              </a:ext>
            </a:extLst>
          </p:cNvPr>
          <p:cNvSpPr>
            <a:spLocks noGrp="1"/>
          </p:cNvSpPr>
          <p:nvPr>
            <p:ph type="ftr" sz="quarter" idx="11"/>
          </p:nvPr>
        </p:nvSpPr>
        <p:spPr>
          <a:xfrm>
            <a:off x="4038600" y="6356350"/>
            <a:ext cx="4114800" cy="365125"/>
          </a:xfrm>
        </p:spPr>
        <p:txBody>
          <a:bodyPr vert="horz" lIns="91440" tIns="45720" rIns="91440" bIns="45720" rtlCol="0" anchor="ctr">
            <a:normAutofit lnSpcReduction="10000"/>
          </a:bodyPr>
          <a:lstStyle/>
          <a:p>
            <a:pPr marR="0" lvl="0" indent="0" fontAlgn="auto">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chemeClr val="tx1">
                    <a:tint val="75000"/>
                  </a:schemeClr>
                </a:solidFill>
                <a:effectLst/>
                <a:uLnTx/>
                <a:uFillTx/>
                <a:latin typeface="+mn-lt"/>
                <a:ea typeface="+mn-ea"/>
                <a:cs typeface="+mn-cs"/>
              </a:rPr>
              <a:t>SEER - A Real-Time Pedestrian Detection and Tracking System for Intelligent Vehicles</a:t>
            </a:r>
          </a:p>
        </p:txBody>
      </p: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marR="0" lvl="0" indent="0" fontAlgn="auto">
              <a:spcBef>
                <a:spcPts val="0"/>
              </a:spcBef>
              <a:spcAft>
                <a:spcPts val="600"/>
              </a:spcAft>
              <a:buClrTx/>
              <a:buSzTx/>
              <a:buFontTx/>
              <a:buNone/>
              <a:tabLst/>
              <a:defRPr/>
            </a:pPr>
            <a:fld id="{2F98ACD2-9D07-46C2-95A3-67E0301C77FE}" type="slidenum">
              <a:rPr kumimoji="0" lang="en-US" b="0" i="0" u="none" strike="noStrike" cap="none" spc="0" normalizeH="0" baseline="0" noProof="0" smtClean="0">
                <a:ln>
                  <a:noFill/>
                </a:ln>
                <a:effectLst/>
                <a:uLnTx/>
                <a:uFillTx/>
              </a:rPr>
              <a:pPr marR="0" lvl="0" indent="0" fontAlgn="auto">
                <a:spcBef>
                  <a:spcPts val="0"/>
                </a:spcBef>
                <a:spcAft>
                  <a:spcPts val="600"/>
                </a:spcAft>
                <a:buClrTx/>
                <a:buSzTx/>
                <a:buFontTx/>
                <a:buNone/>
                <a:tabLst/>
                <a:defRPr/>
              </a:pPr>
              <a:t>27</a:t>
            </a:fld>
            <a:endParaRPr kumimoji="0" lang="en-US" b="0" i="0" u="none" strike="noStrike" cap="none" spc="0" normalizeH="0" baseline="0" noProof="0">
              <a:ln>
                <a:noFill/>
              </a:ln>
              <a:effectLst/>
              <a:uLnTx/>
              <a:uFillTx/>
            </a:endParaRPr>
          </a:p>
        </p:txBody>
      </p:sp>
      <p:graphicFrame>
        <p:nvGraphicFramePr>
          <p:cNvPr id="2" name="Table 1">
            <a:extLst>
              <a:ext uri="{FF2B5EF4-FFF2-40B4-BE49-F238E27FC236}">
                <a16:creationId xmlns:a16="http://schemas.microsoft.com/office/drawing/2014/main" id="{385EC50A-77AC-4702-8298-7021208CBBA7}"/>
              </a:ext>
            </a:extLst>
          </p:cNvPr>
          <p:cNvGraphicFramePr>
            <a:graphicFrameLocks noGrp="1"/>
          </p:cNvGraphicFramePr>
          <p:nvPr>
            <p:extLst>
              <p:ext uri="{D42A27DB-BD31-4B8C-83A1-F6EECF244321}">
                <p14:modId xmlns:p14="http://schemas.microsoft.com/office/powerpoint/2010/main" val="3917128954"/>
              </p:ext>
            </p:extLst>
          </p:nvPr>
        </p:nvGraphicFramePr>
        <p:xfrm>
          <a:off x="2652595" y="1524000"/>
          <a:ext cx="6236570" cy="4805680"/>
        </p:xfrm>
        <a:graphic>
          <a:graphicData uri="http://schemas.openxmlformats.org/drawingml/2006/table">
            <a:tbl>
              <a:tblPr firstRow="1" firstCol="1" bandRow="1">
                <a:noFill/>
                <a:tableStyleId>{5C22544A-7EE6-4342-B048-85BDC9FD1C3A}</a:tableStyleId>
              </a:tblPr>
              <a:tblGrid>
                <a:gridCol w="848652">
                  <a:extLst>
                    <a:ext uri="{9D8B030D-6E8A-4147-A177-3AD203B41FA5}">
                      <a16:colId xmlns:a16="http://schemas.microsoft.com/office/drawing/2014/main" val="441527696"/>
                    </a:ext>
                  </a:extLst>
                </a:gridCol>
                <a:gridCol w="2919923">
                  <a:extLst>
                    <a:ext uri="{9D8B030D-6E8A-4147-A177-3AD203B41FA5}">
                      <a16:colId xmlns:a16="http://schemas.microsoft.com/office/drawing/2014/main" val="2388943510"/>
                    </a:ext>
                  </a:extLst>
                </a:gridCol>
                <a:gridCol w="1397510">
                  <a:extLst>
                    <a:ext uri="{9D8B030D-6E8A-4147-A177-3AD203B41FA5}">
                      <a16:colId xmlns:a16="http://schemas.microsoft.com/office/drawing/2014/main" val="1293789284"/>
                    </a:ext>
                  </a:extLst>
                </a:gridCol>
                <a:gridCol w="1070485">
                  <a:extLst>
                    <a:ext uri="{9D8B030D-6E8A-4147-A177-3AD203B41FA5}">
                      <a16:colId xmlns:a16="http://schemas.microsoft.com/office/drawing/2014/main" val="2190174472"/>
                    </a:ext>
                  </a:extLst>
                </a:gridCol>
              </a:tblGrid>
              <a:tr h="205165">
                <a:tc>
                  <a:txBody>
                    <a:bodyPr/>
                    <a:lstStyle/>
                    <a:p>
                      <a:pPr marL="0" marR="0" algn="r">
                        <a:spcBef>
                          <a:spcPts val="0"/>
                        </a:spcBef>
                        <a:spcAft>
                          <a:spcPts val="0"/>
                        </a:spcAft>
                      </a:pPr>
                      <a:r>
                        <a:rPr lang="en-US" sz="600" b="1">
                          <a:solidFill>
                            <a:schemeClr val="tx1">
                              <a:lumMod val="75000"/>
                              <a:lumOff val="25000"/>
                            </a:schemeClr>
                          </a:solidFill>
                          <a:effectLst/>
                        </a:rPr>
                        <a:t> </a:t>
                      </a:r>
                      <a:endParaRPr lang="en-US" sz="600" b="1">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114856" marT="38285" marB="38285">
                    <a:lnL w="12700" cmpd="sng">
                      <a:noFill/>
                      <a:prstDash val="solid"/>
                    </a:lnL>
                    <a:lnR w="12700" cmpd="sng">
                      <a:noFill/>
                      <a:prstDash val="solid"/>
                    </a:lnR>
                    <a:lnT w="12700" cmpd="sng">
                      <a:noFill/>
                      <a:prstDash val="solid"/>
                    </a:lnT>
                    <a:lnB w="9525" cap="flat" cmpd="sng" algn="ctr">
                      <a:solidFill>
                        <a:srgbClr val="D8DCDC"/>
                      </a:solidFill>
                      <a:prstDash val="solid"/>
                    </a:lnB>
                    <a:noFill/>
                  </a:tcPr>
                </a:tc>
                <a:tc>
                  <a:txBody>
                    <a:bodyPr/>
                    <a:lstStyle/>
                    <a:p>
                      <a:pPr marL="0" marR="0">
                        <a:spcBef>
                          <a:spcPts val="0"/>
                        </a:spcBef>
                        <a:spcAft>
                          <a:spcPts val="0"/>
                        </a:spcAft>
                      </a:pPr>
                      <a:r>
                        <a:rPr lang="en-US" sz="600" b="1" err="1">
                          <a:solidFill>
                            <a:schemeClr val="tx1">
                              <a:lumMod val="75000"/>
                              <a:lumOff val="25000"/>
                            </a:schemeClr>
                          </a:solidFill>
                          <a:effectLst/>
                        </a:rPr>
                        <a:t>Jevois</a:t>
                      </a:r>
                      <a:r>
                        <a:rPr lang="en-US" sz="600" b="1">
                          <a:solidFill>
                            <a:schemeClr val="tx1">
                              <a:lumMod val="75000"/>
                              <a:lumOff val="25000"/>
                            </a:schemeClr>
                          </a:solidFill>
                          <a:effectLst/>
                        </a:rPr>
                        <a:t> A33</a:t>
                      </a:r>
                      <a:endParaRPr lang="en-US" sz="600" b="1">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12700" cmpd="sng">
                      <a:noFill/>
                      <a:prstDash val="solid"/>
                    </a:lnL>
                    <a:lnR w="12700" cmpd="sng">
                      <a:noFill/>
                      <a:prstDash val="solid"/>
                    </a:lnR>
                    <a:lnT w="12700" cmpd="sng">
                      <a:noFill/>
                      <a:prstDash val="solid"/>
                    </a:lnT>
                    <a:lnB w="9525" cap="flat" cmpd="sng" algn="ctr">
                      <a:solidFill>
                        <a:srgbClr val="D8DCDC"/>
                      </a:solidFill>
                      <a:prstDash val="solid"/>
                    </a:lnB>
                    <a:noFill/>
                  </a:tcPr>
                </a:tc>
                <a:tc>
                  <a:txBody>
                    <a:bodyPr/>
                    <a:lstStyle/>
                    <a:p>
                      <a:pPr marL="0" marR="0">
                        <a:spcBef>
                          <a:spcPts val="0"/>
                        </a:spcBef>
                        <a:spcAft>
                          <a:spcPts val="0"/>
                        </a:spcAft>
                      </a:pPr>
                      <a:r>
                        <a:rPr lang="en-US" sz="600" b="1">
                          <a:solidFill>
                            <a:schemeClr val="tx1">
                              <a:lumMod val="75000"/>
                              <a:lumOff val="25000"/>
                            </a:schemeClr>
                          </a:solidFill>
                          <a:effectLst/>
                        </a:rPr>
                        <a:t>Raspberry Pi 4B</a:t>
                      </a:r>
                      <a:endParaRPr lang="en-US" sz="600" b="1">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12700" cmpd="sng">
                      <a:noFill/>
                      <a:prstDash val="solid"/>
                    </a:lnL>
                    <a:lnR w="12700" cmpd="sng">
                      <a:noFill/>
                      <a:prstDash val="solid"/>
                    </a:lnR>
                    <a:lnT w="12700" cmpd="sng">
                      <a:noFill/>
                      <a:prstDash val="solid"/>
                    </a:lnT>
                    <a:lnB w="9525" cap="flat" cmpd="sng" algn="ctr">
                      <a:solidFill>
                        <a:srgbClr val="D8DCDC"/>
                      </a:solidFill>
                      <a:prstDash val="solid"/>
                    </a:lnB>
                    <a:noFill/>
                  </a:tcPr>
                </a:tc>
                <a:tc>
                  <a:txBody>
                    <a:bodyPr/>
                    <a:lstStyle/>
                    <a:p>
                      <a:pPr marL="0" marR="0">
                        <a:spcBef>
                          <a:spcPts val="0"/>
                        </a:spcBef>
                        <a:spcAft>
                          <a:spcPts val="0"/>
                        </a:spcAft>
                      </a:pPr>
                      <a:r>
                        <a:rPr lang="en-US" sz="600" b="1">
                          <a:solidFill>
                            <a:schemeClr val="tx1">
                              <a:lumMod val="75000"/>
                              <a:lumOff val="25000"/>
                            </a:schemeClr>
                          </a:solidFill>
                          <a:effectLst/>
                        </a:rPr>
                        <a:t>Nvidia Nano</a:t>
                      </a:r>
                      <a:endParaRPr lang="en-US" sz="600" b="1">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12700" cmpd="sng">
                      <a:noFill/>
                      <a:prstDash val="solid"/>
                    </a:lnL>
                    <a:lnR w="12700" cmpd="sng">
                      <a:noFill/>
                      <a:prstDash val="solid"/>
                    </a:lnR>
                    <a:lnT w="12700" cmpd="sng">
                      <a:noFill/>
                      <a:prstDash val="solid"/>
                    </a:lnT>
                    <a:lnB w="9525" cap="flat" cmpd="sng" algn="ctr">
                      <a:solidFill>
                        <a:srgbClr val="D8DCDC"/>
                      </a:solidFill>
                      <a:prstDash val="solid"/>
                    </a:lnB>
                    <a:noFill/>
                  </a:tcPr>
                </a:tc>
                <a:extLst>
                  <a:ext uri="{0D108BD9-81ED-4DB2-BD59-A6C34878D82A}">
                    <a16:rowId xmlns:a16="http://schemas.microsoft.com/office/drawing/2014/main" val="1045611816"/>
                  </a:ext>
                </a:extLst>
              </a:tr>
              <a:tr h="205165">
                <a:tc>
                  <a:txBody>
                    <a:bodyPr/>
                    <a:lstStyle/>
                    <a:p>
                      <a:pPr marL="0" marR="0" algn="r">
                        <a:spcBef>
                          <a:spcPts val="0"/>
                        </a:spcBef>
                        <a:spcAft>
                          <a:spcPts val="0"/>
                        </a:spcAft>
                      </a:pPr>
                      <a:r>
                        <a:rPr lang="en-US" sz="600" b="1">
                          <a:solidFill>
                            <a:schemeClr val="tx1">
                              <a:lumMod val="75000"/>
                              <a:lumOff val="25000"/>
                            </a:schemeClr>
                          </a:solidFill>
                          <a:effectLst/>
                        </a:rPr>
                        <a:t>AI Performance</a:t>
                      </a:r>
                      <a:endParaRPr lang="en-US" sz="600" b="1">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114856" marT="38285" marB="38285">
                    <a:lnL w="12700" cmpd="sng">
                      <a:noFill/>
                      <a:prstDash val="solid"/>
                    </a:lnL>
                    <a:lnR w="9525" cap="flat" cmpd="sng" algn="ctr">
                      <a:solidFill>
                        <a:srgbClr val="D8DCDC"/>
                      </a:solidFill>
                      <a:prstDash val="solid"/>
                    </a:lnR>
                    <a:lnT w="9525" cap="flat" cmpd="sng" algn="ctr">
                      <a:solidFill>
                        <a:srgbClr val="D8DCDC"/>
                      </a:solidFill>
                      <a:prstDash val="solid"/>
                    </a:lnT>
                    <a:lnB w="12700" cmpd="sng">
                      <a:noFill/>
                      <a:prstDash val="solid"/>
                    </a:lnB>
                    <a:noFill/>
                  </a:tcPr>
                </a:tc>
                <a:tc>
                  <a:txBody>
                    <a:bodyPr/>
                    <a:lstStyle/>
                    <a:p>
                      <a:pPr marL="0" marR="0">
                        <a:spcBef>
                          <a:spcPts val="0"/>
                        </a:spcBef>
                        <a:spcAft>
                          <a:spcPts val="0"/>
                        </a:spcAft>
                      </a:pPr>
                      <a:r>
                        <a:rPr lang="en-US" sz="600">
                          <a:solidFill>
                            <a:schemeClr val="tx1">
                              <a:lumMod val="75000"/>
                              <a:lumOff val="25000"/>
                            </a:schemeClr>
                          </a:solidFill>
                          <a:effectLst/>
                        </a:rPr>
                        <a:t> </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marL="0" marR="0">
                        <a:spcBef>
                          <a:spcPts val="0"/>
                        </a:spcBef>
                        <a:spcAft>
                          <a:spcPts val="0"/>
                        </a:spcAft>
                      </a:pPr>
                      <a:r>
                        <a:rPr lang="en-US" sz="600">
                          <a:solidFill>
                            <a:schemeClr val="tx1">
                              <a:lumMod val="75000"/>
                              <a:lumOff val="25000"/>
                            </a:schemeClr>
                          </a:solidFill>
                          <a:effectLst/>
                        </a:rPr>
                        <a:t> </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marL="0" marR="0">
                        <a:spcBef>
                          <a:spcPts val="0"/>
                        </a:spcBef>
                        <a:spcAft>
                          <a:spcPts val="0"/>
                        </a:spcAft>
                      </a:pPr>
                      <a:r>
                        <a:rPr lang="en-US" sz="600">
                          <a:solidFill>
                            <a:schemeClr val="tx1">
                              <a:lumMod val="75000"/>
                              <a:lumOff val="25000"/>
                            </a:schemeClr>
                          </a:solidFill>
                          <a:effectLst/>
                        </a:rPr>
                        <a:t>472 GFlops</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extLst>
                  <a:ext uri="{0D108BD9-81ED-4DB2-BD59-A6C34878D82A}">
                    <a16:rowId xmlns:a16="http://schemas.microsoft.com/office/drawing/2014/main" val="2679219593"/>
                  </a:ext>
                </a:extLst>
              </a:tr>
              <a:tr h="206852">
                <a:tc>
                  <a:txBody>
                    <a:bodyPr/>
                    <a:lstStyle/>
                    <a:p>
                      <a:pPr marL="0" marR="0" algn="r">
                        <a:spcBef>
                          <a:spcPts val="0"/>
                        </a:spcBef>
                        <a:spcAft>
                          <a:spcPts val="0"/>
                        </a:spcAft>
                      </a:pPr>
                      <a:r>
                        <a:rPr lang="en-US" sz="600" b="1">
                          <a:solidFill>
                            <a:schemeClr val="tx1">
                              <a:lumMod val="75000"/>
                              <a:lumOff val="25000"/>
                            </a:schemeClr>
                          </a:solidFill>
                          <a:effectLst/>
                        </a:rPr>
                        <a:t>CPU</a:t>
                      </a:r>
                      <a:endParaRPr lang="en-US" sz="600" b="1">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114856" marT="38285" marB="38285">
                    <a:lnL w="12700" cmpd="sng">
                      <a:noFill/>
                      <a:prstDash val="solid"/>
                    </a:lnL>
                    <a:lnR w="9525" cap="flat" cmpd="sng" algn="ctr">
                      <a:solidFill>
                        <a:srgbClr val="D8DCDC"/>
                      </a:solidFill>
                      <a:prstDash val="solid"/>
                    </a:lnR>
                    <a:lnT w="12700" cmpd="sng">
                      <a:noFill/>
                      <a:prstDash val="solid"/>
                    </a:lnT>
                    <a:lnB w="12700" cmpd="sng">
                      <a:no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Allwinner A33 core ARM Cortex A7 </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64-bit Quad ARM v8 Cortex-A72</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64 bit quad ARM Cortex A57</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extLst>
                  <a:ext uri="{0D108BD9-81ED-4DB2-BD59-A6C34878D82A}">
                    <a16:rowId xmlns:a16="http://schemas.microsoft.com/office/drawing/2014/main" val="2662786203"/>
                  </a:ext>
                </a:extLst>
              </a:tr>
              <a:tr h="206852">
                <a:tc>
                  <a:txBody>
                    <a:bodyPr/>
                    <a:lstStyle/>
                    <a:p>
                      <a:pPr marL="0" marR="0" algn="r">
                        <a:spcBef>
                          <a:spcPts val="0"/>
                        </a:spcBef>
                        <a:spcAft>
                          <a:spcPts val="0"/>
                        </a:spcAft>
                      </a:pPr>
                      <a:r>
                        <a:rPr lang="en-US" sz="600" b="1">
                          <a:solidFill>
                            <a:schemeClr val="tx1">
                              <a:lumMod val="75000"/>
                              <a:lumOff val="25000"/>
                            </a:schemeClr>
                          </a:solidFill>
                          <a:effectLst/>
                        </a:rPr>
                        <a:t>Clock</a:t>
                      </a:r>
                      <a:endParaRPr lang="en-US" sz="600" b="1">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114856" marT="38285" marB="38285">
                    <a:lnL w="12700" cmpd="sng">
                      <a:noFill/>
                      <a:prstDash val="solid"/>
                    </a:lnL>
                    <a:lnR w="9525" cap="flat" cmpd="sng" algn="ctr">
                      <a:solidFill>
                        <a:srgbClr val="D8DCDC"/>
                      </a:solidFill>
                      <a:prstDash val="solid"/>
                    </a:lnR>
                    <a:lnT w="12700" cmpd="sng">
                      <a:noFill/>
                      <a:prstDash val="solid"/>
                    </a:lnT>
                    <a:lnB w="12700" cmpd="sng">
                      <a:no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1.34GHz</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1.5</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1.4Ghz</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extLst>
                  <a:ext uri="{0D108BD9-81ED-4DB2-BD59-A6C34878D82A}">
                    <a16:rowId xmlns:a16="http://schemas.microsoft.com/office/drawing/2014/main" val="1105570136"/>
                  </a:ext>
                </a:extLst>
              </a:tr>
              <a:tr h="318854">
                <a:tc>
                  <a:txBody>
                    <a:bodyPr/>
                    <a:lstStyle/>
                    <a:p>
                      <a:pPr marL="0" marR="0" algn="r">
                        <a:spcBef>
                          <a:spcPts val="0"/>
                        </a:spcBef>
                        <a:spcAft>
                          <a:spcPts val="0"/>
                        </a:spcAft>
                      </a:pPr>
                      <a:r>
                        <a:rPr lang="en-US" sz="600" b="1">
                          <a:solidFill>
                            <a:schemeClr val="tx1">
                              <a:lumMod val="75000"/>
                              <a:lumOff val="25000"/>
                            </a:schemeClr>
                          </a:solidFill>
                          <a:effectLst/>
                        </a:rPr>
                        <a:t>GPU</a:t>
                      </a:r>
                      <a:endParaRPr lang="en-US" sz="600" b="1">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114856" marT="38285" marB="38285">
                    <a:lnL w="12700" cmpd="sng">
                      <a:noFill/>
                      <a:prstDash val="solid"/>
                    </a:lnL>
                    <a:lnR w="9525" cap="flat" cmpd="sng" algn="ctr">
                      <a:solidFill>
                        <a:srgbClr val="D8DCDC"/>
                      </a:solidFill>
                      <a:prstDash val="solid"/>
                    </a:lnR>
                    <a:lnT w="12700" cmpd="sng">
                      <a:noFill/>
                      <a:prstDash val="solid"/>
                    </a:lnT>
                    <a:lnB w="12700" cmpd="sng">
                      <a:no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dual core Mali-400 GPU supporting OpenGL-ES 2.0.</a:t>
                      </a:r>
                    </a:p>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 </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OpenGL ES 3.0 graphics</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128 core Nvidia Maxwell</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extLst>
                  <a:ext uri="{0D108BD9-81ED-4DB2-BD59-A6C34878D82A}">
                    <a16:rowId xmlns:a16="http://schemas.microsoft.com/office/drawing/2014/main" val="2570155577"/>
                  </a:ext>
                </a:extLst>
              </a:tr>
              <a:tr h="206852">
                <a:tc>
                  <a:txBody>
                    <a:bodyPr/>
                    <a:lstStyle/>
                    <a:p>
                      <a:pPr marL="0" marR="0" algn="r">
                        <a:spcBef>
                          <a:spcPts val="0"/>
                        </a:spcBef>
                        <a:spcAft>
                          <a:spcPts val="0"/>
                        </a:spcAft>
                      </a:pPr>
                      <a:r>
                        <a:rPr lang="en-US" sz="600" b="1">
                          <a:solidFill>
                            <a:schemeClr val="tx1">
                              <a:lumMod val="75000"/>
                              <a:lumOff val="25000"/>
                            </a:schemeClr>
                          </a:solidFill>
                          <a:effectLst/>
                        </a:rPr>
                        <a:t>ML Accelerator</a:t>
                      </a:r>
                      <a:endParaRPr lang="en-US" sz="600" b="1">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114856" marT="38285" marB="38285">
                    <a:lnL w="12700" cmpd="sng">
                      <a:noFill/>
                      <a:prstDash val="solid"/>
                    </a:lnL>
                    <a:lnR w="9525" cap="flat" cmpd="sng" algn="ctr">
                      <a:solidFill>
                        <a:srgbClr val="D8DCDC"/>
                      </a:solidFill>
                      <a:prstDash val="solid"/>
                    </a:lnR>
                    <a:lnT w="12700" cmpd="sng">
                      <a:noFill/>
                      <a:prstDash val="solid"/>
                    </a:lnT>
                    <a:lnB w="12700" cmpd="sng">
                      <a:no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None</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None</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None</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extLst>
                  <a:ext uri="{0D108BD9-81ED-4DB2-BD59-A6C34878D82A}">
                    <a16:rowId xmlns:a16="http://schemas.microsoft.com/office/drawing/2014/main" val="3847952069"/>
                  </a:ext>
                </a:extLst>
              </a:tr>
              <a:tr h="206852">
                <a:tc>
                  <a:txBody>
                    <a:bodyPr/>
                    <a:lstStyle/>
                    <a:p>
                      <a:pPr marL="0" marR="0" algn="r">
                        <a:spcBef>
                          <a:spcPts val="0"/>
                        </a:spcBef>
                        <a:spcAft>
                          <a:spcPts val="0"/>
                        </a:spcAft>
                      </a:pPr>
                      <a:r>
                        <a:rPr lang="en-US" sz="600" b="1">
                          <a:solidFill>
                            <a:schemeClr val="tx1">
                              <a:lumMod val="75000"/>
                              <a:lumOff val="25000"/>
                            </a:schemeClr>
                          </a:solidFill>
                          <a:effectLst/>
                        </a:rPr>
                        <a:t>RAM</a:t>
                      </a:r>
                      <a:endParaRPr lang="en-US" sz="600" b="1">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114856" marT="38285" marB="38285">
                    <a:lnL w="12700" cmpd="sng">
                      <a:noFill/>
                      <a:prstDash val="solid"/>
                    </a:lnL>
                    <a:lnR w="9525" cap="flat" cmpd="sng" algn="ctr">
                      <a:solidFill>
                        <a:srgbClr val="D8DCDC"/>
                      </a:solidFill>
                      <a:prstDash val="solid"/>
                    </a:lnR>
                    <a:lnT w="12700" cmpd="sng">
                      <a:noFill/>
                      <a:prstDash val="solid"/>
                    </a:lnT>
                    <a:lnB w="12700" cmpd="sng">
                      <a:no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256MB DDR3 SDRAM</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1GB, 2GB or 4GB</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4GB</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extLst>
                  <a:ext uri="{0D108BD9-81ED-4DB2-BD59-A6C34878D82A}">
                    <a16:rowId xmlns:a16="http://schemas.microsoft.com/office/drawing/2014/main" val="1031158698"/>
                  </a:ext>
                </a:extLst>
              </a:tr>
              <a:tr h="206852">
                <a:tc>
                  <a:txBody>
                    <a:bodyPr/>
                    <a:lstStyle/>
                    <a:p>
                      <a:pPr marL="0" marR="0" algn="r">
                        <a:spcBef>
                          <a:spcPts val="0"/>
                        </a:spcBef>
                        <a:spcAft>
                          <a:spcPts val="0"/>
                        </a:spcAft>
                      </a:pPr>
                      <a:r>
                        <a:rPr lang="en-US" sz="600" b="1">
                          <a:solidFill>
                            <a:schemeClr val="tx1">
                              <a:lumMod val="75000"/>
                              <a:lumOff val="25000"/>
                            </a:schemeClr>
                          </a:solidFill>
                          <a:effectLst/>
                        </a:rPr>
                        <a:t>Storage</a:t>
                      </a:r>
                      <a:endParaRPr lang="en-US" sz="600" b="1">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114856" marT="38285" marB="38285">
                    <a:lnL w="12700" cmpd="sng">
                      <a:noFill/>
                      <a:prstDash val="solid"/>
                    </a:lnL>
                    <a:lnR w="9525" cap="flat" cmpd="sng" algn="ctr">
                      <a:solidFill>
                        <a:srgbClr val="D8DCDC"/>
                      </a:solidFill>
                      <a:prstDash val="solid"/>
                    </a:lnR>
                    <a:lnT w="12700" cmpd="sng">
                      <a:noFill/>
                      <a:prstDash val="solid"/>
                    </a:lnT>
                    <a:lnB w="12700" cmpd="sng">
                      <a:no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microSD for firmware, Linux OS, machine vision software(25Mbps)</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 </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 </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extLst>
                  <a:ext uri="{0D108BD9-81ED-4DB2-BD59-A6C34878D82A}">
                    <a16:rowId xmlns:a16="http://schemas.microsoft.com/office/drawing/2014/main" val="395044133"/>
                  </a:ext>
                </a:extLst>
              </a:tr>
              <a:tr h="206852">
                <a:tc>
                  <a:txBody>
                    <a:bodyPr/>
                    <a:lstStyle/>
                    <a:p>
                      <a:pPr marL="0" marR="0" algn="r">
                        <a:spcBef>
                          <a:spcPts val="0"/>
                        </a:spcBef>
                        <a:spcAft>
                          <a:spcPts val="0"/>
                        </a:spcAft>
                      </a:pPr>
                      <a:r>
                        <a:rPr lang="en-US" sz="600" b="1">
                          <a:solidFill>
                            <a:schemeClr val="tx1">
                              <a:lumMod val="75000"/>
                              <a:lumOff val="25000"/>
                            </a:schemeClr>
                          </a:solidFill>
                          <a:effectLst/>
                        </a:rPr>
                        <a:t>GPIO for camera</a:t>
                      </a:r>
                      <a:endParaRPr lang="en-US" sz="600" b="1">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114856" marT="38285" marB="38285">
                    <a:lnL w="12700" cmpd="sng">
                      <a:noFill/>
                      <a:prstDash val="solid"/>
                    </a:lnL>
                    <a:lnR w="9525" cap="flat" cmpd="sng" algn="ctr">
                      <a:solidFill>
                        <a:srgbClr val="D8DCDC"/>
                      </a:solidFill>
                      <a:prstDash val="solid"/>
                    </a:lnR>
                    <a:lnT w="12700" cmpd="sng">
                      <a:noFill/>
                      <a:prstDash val="solid"/>
                    </a:lnT>
                    <a:lnB w="12700" cmpd="sng">
                      <a:no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NA</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40 Pin</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40 Pin</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extLst>
                  <a:ext uri="{0D108BD9-81ED-4DB2-BD59-A6C34878D82A}">
                    <a16:rowId xmlns:a16="http://schemas.microsoft.com/office/drawing/2014/main" val="1169651850"/>
                  </a:ext>
                </a:extLst>
              </a:tr>
              <a:tr h="542860">
                <a:tc>
                  <a:txBody>
                    <a:bodyPr/>
                    <a:lstStyle/>
                    <a:p>
                      <a:pPr marL="0" marR="0" algn="r">
                        <a:spcBef>
                          <a:spcPts val="0"/>
                        </a:spcBef>
                        <a:spcAft>
                          <a:spcPts val="0"/>
                        </a:spcAft>
                      </a:pPr>
                      <a:r>
                        <a:rPr lang="en-US" sz="600" b="1">
                          <a:solidFill>
                            <a:schemeClr val="tx1">
                              <a:lumMod val="75000"/>
                              <a:lumOff val="25000"/>
                            </a:schemeClr>
                          </a:solidFill>
                          <a:effectLst/>
                        </a:rPr>
                        <a:t>Camera</a:t>
                      </a:r>
                      <a:endParaRPr lang="en-US" sz="600" b="1">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114856" marT="38285" marB="38285">
                    <a:lnL w="12700" cmpd="sng">
                      <a:noFill/>
                      <a:prstDash val="solid"/>
                    </a:lnL>
                    <a:lnR w="9525" cap="flat" cmpd="sng" algn="ctr">
                      <a:solidFill>
                        <a:srgbClr val="D8DCDC"/>
                      </a:solidFill>
                      <a:prstDash val="solid"/>
                    </a:lnR>
                    <a:lnT w="12700" cmpd="sng">
                      <a:noFill/>
                      <a:prstDash val="solid"/>
                    </a:lnT>
                    <a:lnB w="12700" cmpd="sng">
                      <a:no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1.3MP, SXGA (1024) @ 15 fps, VGA (480) @ 30 fps, CIF (288) @ 60 fps </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gridSpan="2">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Custom Camera:</a:t>
                      </a:r>
                    </a:p>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8MP Raspberry Pi camera V2 - USD 30</a:t>
                      </a:r>
                    </a:p>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5MP Arducam/NOIR/Hiletgo camera with IR LED set - USD 20,</a:t>
                      </a:r>
                    </a:p>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1080 p @ 30 fps, 720 p @ 60 fps</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hMerge="1">
                  <a:txBody>
                    <a:bodyPr/>
                    <a:lstStyle/>
                    <a:p>
                      <a:endParaRPr lang="en-US"/>
                    </a:p>
                  </a:txBody>
                  <a:tcPr/>
                </a:tc>
                <a:extLst>
                  <a:ext uri="{0D108BD9-81ED-4DB2-BD59-A6C34878D82A}">
                    <a16:rowId xmlns:a16="http://schemas.microsoft.com/office/drawing/2014/main" val="2968654976"/>
                  </a:ext>
                </a:extLst>
              </a:tr>
              <a:tr h="206852">
                <a:tc>
                  <a:txBody>
                    <a:bodyPr/>
                    <a:lstStyle/>
                    <a:p>
                      <a:pPr marL="0" marR="0" algn="r">
                        <a:spcBef>
                          <a:spcPts val="0"/>
                        </a:spcBef>
                        <a:spcAft>
                          <a:spcPts val="0"/>
                        </a:spcAft>
                      </a:pPr>
                      <a:r>
                        <a:rPr lang="en-US" sz="600" b="1">
                          <a:solidFill>
                            <a:schemeClr val="tx1">
                              <a:lumMod val="75000"/>
                              <a:lumOff val="25000"/>
                            </a:schemeClr>
                          </a:solidFill>
                          <a:effectLst/>
                        </a:rPr>
                        <a:t>Ports</a:t>
                      </a:r>
                      <a:endParaRPr lang="en-US" sz="600" b="1">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114856" marT="38285" marB="38285">
                    <a:lnL w="12700" cmpd="sng">
                      <a:noFill/>
                      <a:prstDash val="solid"/>
                    </a:lnL>
                    <a:lnR w="9525" cap="flat" cmpd="sng" algn="ctr">
                      <a:solidFill>
                        <a:srgbClr val="D8DCDC"/>
                      </a:solidFill>
                      <a:prstDash val="solid"/>
                    </a:lnR>
                    <a:lnT w="12700" cmpd="sng">
                      <a:noFill/>
                      <a:prstDash val="solid"/>
                    </a:lnT>
                    <a:lnB w="12700" cmpd="sng">
                      <a:no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USB 2.0, Serial (5V or 3.3V)</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2 USB 3.0 ports; 2 USB 2.0 ports</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4xUSB 3.0, </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extLst>
                  <a:ext uri="{0D108BD9-81ED-4DB2-BD59-A6C34878D82A}">
                    <a16:rowId xmlns:a16="http://schemas.microsoft.com/office/drawing/2014/main" val="2409569900"/>
                  </a:ext>
                </a:extLst>
              </a:tr>
              <a:tr h="206852">
                <a:tc>
                  <a:txBody>
                    <a:bodyPr/>
                    <a:lstStyle/>
                    <a:p>
                      <a:pPr marL="0" marR="0" algn="r">
                        <a:spcBef>
                          <a:spcPts val="0"/>
                        </a:spcBef>
                        <a:spcAft>
                          <a:spcPts val="0"/>
                        </a:spcAft>
                      </a:pPr>
                      <a:r>
                        <a:rPr lang="en-US" sz="600" b="1">
                          <a:solidFill>
                            <a:schemeClr val="tx1">
                              <a:lumMod val="75000"/>
                              <a:lumOff val="25000"/>
                            </a:schemeClr>
                          </a:solidFill>
                          <a:effectLst/>
                        </a:rPr>
                        <a:t>Connectivity</a:t>
                      </a:r>
                      <a:endParaRPr lang="en-US" sz="600" b="1">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114856" marT="38285" marB="38285">
                    <a:lnL w="12700" cmpd="sng">
                      <a:noFill/>
                      <a:prstDash val="solid"/>
                    </a:lnL>
                    <a:lnR w="9525" cap="flat" cmpd="sng" algn="ctr">
                      <a:solidFill>
                        <a:srgbClr val="D8DCDC"/>
                      </a:solidFill>
                      <a:prstDash val="solid"/>
                    </a:lnR>
                    <a:lnT w="12700" cmpd="sng">
                      <a:noFill/>
                      <a:prstDash val="solid"/>
                    </a:lnT>
                    <a:lnB w="12700" cmpd="sng">
                      <a:no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 </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Wifi (2.4/5.0 GHz), Bluetooth 5.0, GB ETH</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GB ETH</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extLst>
                  <a:ext uri="{0D108BD9-81ED-4DB2-BD59-A6C34878D82A}">
                    <a16:rowId xmlns:a16="http://schemas.microsoft.com/office/drawing/2014/main" val="3626752305"/>
                  </a:ext>
                </a:extLst>
              </a:tr>
              <a:tr h="206852">
                <a:tc>
                  <a:txBody>
                    <a:bodyPr/>
                    <a:lstStyle/>
                    <a:p>
                      <a:pPr marL="0" marR="0" algn="r">
                        <a:spcBef>
                          <a:spcPts val="0"/>
                        </a:spcBef>
                        <a:spcAft>
                          <a:spcPts val="0"/>
                        </a:spcAft>
                      </a:pPr>
                      <a:r>
                        <a:rPr lang="en-US" sz="600" b="1">
                          <a:solidFill>
                            <a:schemeClr val="tx1">
                              <a:lumMod val="75000"/>
                              <a:lumOff val="25000"/>
                            </a:schemeClr>
                          </a:solidFill>
                          <a:effectLst/>
                        </a:rPr>
                        <a:t>Boot Time</a:t>
                      </a:r>
                      <a:endParaRPr lang="en-US" sz="600" b="1">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114856" marT="38285" marB="38285">
                    <a:lnL w="12700" cmpd="sng">
                      <a:noFill/>
                      <a:prstDash val="solid"/>
                    </a:lnL>
                    <a:lnR w="9525" cap="flat" cmpd="sng" algn="ctr">
                      <a:solidFill>
                        <a:srgbClr val="D8DCDC"/>
                      </a:solidFill>
                      <a:prstDash val="solid"/>
                    </a:lnR>
                    <a:lnT w="12700" cmpd="sng">
                      <a:noFill/>
                      <a:prstDash val="solid"/>
                    </a:lnT>
                    <a:lnB w="12700" cmpd="sng">
                      <a:no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5s</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33s</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 </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extLst>
                  <a:ext uri="{0D108BD9-81ED-4DB2-BD59-A6C34878D82A}">
                    <a16:rowId xmlns:a16="http://schemas.microsoft.com/office/drawing/2014/main" val="2418887975"/>
                  </a:ext>
                </a:extLst>
              </a:tr>
              <a:tr h="206852">
                <a:tc>
                  <a:txBody>
                    <a:bodyPr/>
                    <a:lstStyle/>
                    <a:p>
                      <a:pPr marL="0" marR="0" algn="r">
                        <a:spcBef>
                          <a:spcPts val="0"/>
                        </a:spcBef>
                        <a:spcAft>
                          <a:spcPts val="0"/>
                        </a:spcAft>
                      </a:pPr>
                      <a:r>
                        <a:rPr lang="en-US" sz="600" b="1">
                          <a:solidFill>
                            <a:schemeClr val="tx1">
                              <a:lumMod val="75000"/>
                              <a:lumOff val="25000"/>
                            </a:schemeClr>
                          </a:solidFill>
                          <a:effectLst/>
                        </a:rPr>
                        <a:t>Power consumption</a:t>
                      </a:r>
                      <a:endParaRPr lang="en-US" sz="600" b="1">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114856" marT="38285" marB="38285">
                    <a:lnL w="12700" cmpd="sng">
                      <a:noFill/>
                      <a:prstDash val="solid"/>
                    </a:lnL>
                    <a:lnR w="9525" cap="flat" cmpd="sng" algn="ctr">
                      <a:solidFill>
                        <a:srgbClr val="D8DCDC"/>
                      </a:solidFill>
                      <a:prstDash val="solid"/>
                    </a:lnR>
                    <a:lnT w="12700" cmpd="sng">
                      <a:noFill/>
                      <a:prstDash val="solid"/>
                    </a:lnT>
                    <a:lnB w="12700" cmpd="sng">
                      <a:no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3.5W</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3.75W</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 </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extLst>
                  <a:ext uri="{0D108BD9-81ED-4DB2-BD59-A6C34878D82A}">
                    <a16:rowId xmlns:a16="http://schemas.microsoft.com/office/drawing/2014/main" val="1283559290"/>
                  </a:ext>
                </a:extLst>
              </a:tr>
              <a:tr h="206852">
                <a:tc>
                  <a:txBody>
                    <a:bodyPr/>
                    <a:lstStyle/>
                    <a:p>
                      <a:pPr marL="0" marR="0" algn="r">
                        <a:spcBef>
                          <a:spcPts val="0"/>
                        </a:spcBef>
                        <a:spcAft>
                          <a:spcPts val="0"/>
                        </a:spcAft>
                      </a:pPr>
                      <a:r>
                        <a:rPr lang="en-US" sz="600" b="1">
                          <a:solidFill>
                            <a:schemeClr val="tx1">
                              <a:lumMod val="75000"/>
                              <a:lumOff val="25000"/>
                            </a:schemeClr>
                          </a:solidFill>
                          <a:effectLst/>
                        </a:rPr>
                        <a:t>CPU temp</a:t>
                      </a:r>
                      <a:endParaRPr lang="en-US" sz="600" b="1">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114856" marT="38285" marB="38285">
                    <a:lnL w="12700" cmpd="sng">
                      <a:noFill/>
                      <a:prstDash val="solid"/>
                    </a:lnL>
                    <a:lnR w="9525" cap="flat" cmpd="sng" algn="ctr">
                      <a:solidFill>
                        <a:srgbClr val="D8DCDC"/>
                      </a:solidFill>
                      <a:prstDash val="solid"/>
                    </a:lnR>
                    <a:lnT w="12700" cmpd="sng">
                      <a:noFill/>
                      <a:prstDash val="solid"/>
                    </a:lnT>
                    <a:lnB w="12700" cmpd="sng">
                      <a:no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71C</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50C</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 </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extLst>
                  <a:ext uri="{0D108BD9-81ED-4DB2-BD59-A6C34878D82A}">
                    <a16:rowId xmlns:a16="http://schemas.microsoft.com/office/drawing/2014/main" val="717371602"/>
                  </a:ext>
                </a:extLst>
              </a:tr>
              <a:tr h="318854">
                <a:tc>
                  <a:txBody>
                    <a:bodyPr/>
                    <a:lstStyle/>
                    <a:p>
                      <a:pPr marL="0" marR="0" algn="r">
                        <a:spcBef>
                          <a:spcPts val="0"/>
                        </a:spcBef>
                        <a:spcAft>
                          <a:spcPts val="0"/>
                        </a:spcAft>
                      </a:pPr>
                      <a:r>
                        <a:rPr lang="en-US" sz="600" b="1">
                          <a:solidFill>
                            <a:schemeClr val="tx1">
                              <a:lumMod val="75000"/>
                              <a:lumOff val="25000"/>
                            </a:schemeClr>
                          </a:solidFill>
                          <a:effectLst/>
                        </a:rPr>
                        <a:t>Performance</a:t>
                      </a:r>
                      <a:endParaRPr lang="en-US" sz="600" b="1">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114856" marT="38285" marB="38285">
                    <a:lnL w="12700" cmpd="sng">
                      <a:noFill/>
                      <a:prstDash val="solid"/>
                    </a:lnL>
                    <a:lnR w="9525" cap="flat" cmpd="sng" algn="ctr">
                      <a:solidFill>
                        <a:srgbClr val="D8DCDC"/>
                      </a:solidFill>
                      <a:prstDash val="solid"/>
                    </a:lnR>
                    <a:lnT w="12700" cmpd="sng">
                      <a:noFill/>
                      <a:prstDash val="solid"/>
                    </a:lnT>
                    <a:lnB w="12700" cmpd="sng">
                      <a:no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Max 70fps@320x240, </a:t>
                      </a:r>
                      <a:br>
                        <a:rPr lang="en-US" sz="600">
                          <a:solidFill>
                            <a:schemeClr val="tx1">
                              <a:lumMod val="75000"/>
                              <a:lumOff val="25000"/>
                            </a:schemeClr>
                          </a:solidFill>
                          <a:effectLst/>
                        </a:rPr>
                      </a:br>
                      <a:r>
                        <a:rPr lang="en-US" sz="600">
                          <a:solidFill>
                            <a:schemeClr val="tx1">
                              <a:lumMod val="75000"/>
                              <a:lumOff val="25000"/>
                            </a:schemeClr>
                          </a:solidFill>
                          <a:effectLst/>
                        </a:rPr>
                        <a:t>no dropped frames at 60fps</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 </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 </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extLst>
                  <a:ext uri="{0D108BD9-81ED-4DB2-BD59-A6C34878D82A}">
                    <a16:rowId xmlns:a16="http://schemas.microsoft.com/office/drawing/2014/main" val="3606638000"/>
                  </a:ext>
                </a:extLst>
              </a:tr>
              <a:tr h="206852">
                <a:tc>
                  <a:txBody>
                    <a:bodyPr/>
                    <a:lstStyle/>
                    <a:p>
                      <a:pPr marL="0" marR="0" algn="r">
                        <a:spcBef>
                          <a:spcPts val="0"/>
                        </a:spcBef>
                        <a:spcAft>
                          <a:spcPts val="0"/>
                        </a:spcAft>
                      </a:pPr>
                      <a:r>
                        <a:rPr lang="en-US" sz="600" b="1">
                          <a:solidFill>
                            <a:schemeClr val="tx1">
                              <a:lumMod val="75000"/>
                              <a:lumOff val="25000"/>
                            </a:schemeClr>
                          </a:solidFill>
                          <a:effectLst/>
                        </a:rPr>
                        <a:t>Size</a:t>
                      </a:r>
                      <a:endParaRPr lang="en-US" sz="600" b="1">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114856" marT="38285" marB="38285">
                    <a:lnL w="12700" cmpd="sng">
                      <a:noFill/>
                      <a:prstDash val="solid"/>
                    </a:lnL>
                    <a:lnR w="9525" cap="flat" cmpd="sng" algn="ctr">
                      <a:solidFill>
                        <a:srgbClr val="D8DCDC"/>
                      </a:solidFill>
                      <a:prstDash val="solid"/>
                    </a:lnR>
                    <a:lnT w="12700" cmpd="sng">
                      <a:noFill/>
                      <a:prstDash val="solid"/>
                    </a:lnT>
                    <a:lnB w="12700" cmpd="sng">
                      <a:no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28cc</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88cc</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 </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extLst>
                  <a:ext uri="{0D108BD9-81ED-4DB2-BD59-A6C34878D82A}">
                    <a16:rowId xmlns:a16="http://schemas.microsoft.com/office/drawing/2014/main" val="1429427576"/>
                  </a:ext>
                </a:extLst>
              </a:tr>
              <a:tr h="206852">
                <a:tc>
                  <a:txBody>
                    <a:bodyPr/>
                    <a:lstStyle/>
                    <a:p>
                      <a:pPr marL="0" marR="0" algn="r">
                        <a:spcBef>
                          <a:spcPts val="0"/>
                        </a:spcBef>
                        <a:spcAft>
                          <a:spcPts val="0"/>
                        </a:spcAft>
                      </a:pPr>
                      <a:r>
                        <a:rPr lang="en-US" sz="600" b="1">
                          <a:solidFill>
                            <a:schemeClr val="tx1">
                              <a:lumMod val="75000"/>
                              <a:lumOff val="25000"/>
                            </a:schemeClr>
                          </a:solidFill>
                          <a:effectLst/>
                        </a:rPr>
                        <a:t>Price</a:t>
                      </a:r>
                      <a:endParaRPr lang="en-US" sz="600" b="1">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114856" marT="38285" marB="38285">
                    <a:lnL w="12700" cmpd="sng">
                      <a:noFill/>
                      <a:prstDash val="solid"/>
                    </a:lnL>
                    <a:lnR w="9525" cap="flat" cmpd="sng" algn="ctr">
                      <a:solidFill>
                        <a:srgbClr val="D8DCDC"/>
                      </a:solidFill>
                      <a:prstDash val="solid"/>
                    </a:lnR>
                    <a:lnT w="12700" cmpd="sng">
                      <a:noFill/>
                      <a:prstDash val="solid"/>
                    </a:lnT>
                    <a:lnB w="12700" cmpd="sng">
                      <a:no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USD 49</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Approx. USD 60 +  USD 30 (camera)</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USD 99 +  USD 30 (camera)</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extLst>
                  <a:ext uri="{0D108BD9-81ED-4DB2-BD59-A6C34878D82A}">
                    <a16:rowId xmlns:a16="http://schemas.microsoft.com/office/drawing/2014/main" val="1709179715"/>
                  </a:ext>
                </a:extLst>
              </a:tr>
              <a:tr h="318854">
                <a:tc>
                  <a:txBody>
                    <a:bodyPr/>
                    <a:lstStyle/>
                    <a:p>
                      <a:pPr marL="0" marR="0" algn="r">
                        <a:spcBef>
                          <a:spcPts val="0"/>
                        </a:spcBef>
                        <a:spcAft>
                          <a:spcPts val="0"/>
                        </a:spcAft>
                      </a:pPr>
                      <a:r>
                        <a:rPr lang="en-US" sz="600" b="1">
                          <a:solidFill>
                            <a:schemeClr val="tx1">
                              <a:lumMod val="75000"/>
                              <a:lumOff val="25000"/>
                            </a:schemeClr>
                          </a:solidFill>
                          <a:effectLst/>
                        </a:rPr>
                        <a:t>Pros</a:t>
                      </a:r>
                      <a:endParaRPr lang="en-US" sz="600" b="1">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114856" marT="38285" marB="38285">
                    <a:lnL w="12700" cmpd="sng">
                      <a:noFill/>
                      <a:prstDash val="solid"/>
                    </a:lnL>
                    <a:lnR w="9525" cap="flat" cmpd="sng" algn="ctr">
                      <a:solidFill>
                        <a:srgbClr val="D8DCDC"/>
                      </a:solidFill>
                      <a:prstDash val="solid"/>
                    </a:lnR>
                    <a:lnT w="12700" cmpd="sng">
                      <a:noFill/>
                      <a:prstDash val="solid"/>
                    </a:lnT>
                    <a:lnB w="12700" cmpd="sng">
                      <a:no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smallest TensorFlow-enabled deep learning edge AI smart camera for IoT, computer vision</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 </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 </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extLst>
                  <a:ext uri="{0D108BD9-81ED-4DB2-BD59-A6C34878D82A}">
                    <a16:rowId xmlns:a16="http://schemas.microsoft.com/office/drawing/2014/main" val="250570486"/>
                  </a:ext>
                </a:extLst>
              </a:tr>
              <a:tr h="206852">
                <a:tc>
                  <a:txBody>
                    <a:bodyPr/>
                    <a:lstStyle/>
                    <a:p>
                      <a:pPr marL="0" marR="0" algn="r">
                        <a:spcBef>
                          <a:spcPts val="0"/>
                        </a:spcBef>
                        <a:spcAft>
                          <a:spcPts val="0"/>
                        </a:spcAft>
                      </a:pPr>
                      <a:r>
                        <a:rPr lang="en-US" sz="600" b="1">
                          <a:solidFill>
                            <a:schemeClr val="tx1">
                              <a:lumMod val="75000"/>
                              <a:lumOff val="25000"/>
                            </a:schemeClr>
                          </a:solidFill>
                          <a:effectLst/>
                        </a:rPr>
                        <a:t>Cons</a:t>
                      </a:r>
                      <a:endParaRPr lang="en-US" sz="600" b="1">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114856" marT="38285" marB="38285">
                    <a:lnL w="12700" cmpd="sng">
                      <a:noFill/>
                      <a:prstDash val="solid"/>
                    </a:lnL>
                    <a:lnR w="9525" cap="flat" cmpd="sng" algn="ctr">
                      <a:solidFill>
                        <a:srgbClr val="D8DCDC"/>
                      </a:solidFill>
                      <a:prstDash val="solid"/>
                    </a:lnR>
                    <a:lnT w="12700" cmpd="sng">
                      <a:noFill/>
                      <a:prstDash val="solid"/>
                    </a:lnT>
                    <a:lnB w="12700" cmpd="sng">
                      <a:noFill/>
                      <a:prstDash val="solid"/>
                    </a:lnB>
                    <a:no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Lower processing capabilities</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Medium processing capabilities</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marL="0" marR="0">
                        <a:lnSpc>
                          <a:spcPct val="107000"/>
                        </a:lnSpc>
                        <a:spcBef>
                          <a:spcPts val="0"/>
                        </a:spcBef>
                        <a:spcAft>
                          <a:spcPts val="0"/>
                        </a:spcAft>
                        <a:tabLst>
                          <a:tab pos="3336290" algn="l"/>
                        </a:tabLst>
                      </a:pPr>
                      <a:r>
                        <a:rPr lang="en-US" sz="600">
                          <a:solidFill>
                            <a:schemeClr val="tx1">
                              <a:lumMod val="75000"/>
                              <a:lumOff val="25000"/>
                            </a:schemeClr>
                          </a:solidFill>
                          <a:effectLst/>
                        </a:rPr>
                        <a:t>Highest processing capabilities</a:t>
                      </a:r>
                      <a:endParaRPr lang="en-US" sz="600">
                        <a:solidFill>
                          <a:schemeClr val="tx1">
                            <a:lumMod val="75000"/>
                            <a:lumOff val="25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76571" marR="28714" marT="38285" marB="38285">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extLst>
                  <a:ext uri="{0D108BD9-81ED-4DB2-BD59-A6C34878D82A}">
                    <a16:rowId xmlns:a16="http://schemas.microsoft.com/office/drawing/2014/main" val="3422280643"/>
                  </a:ext>
                </a:extLst>
              </a:tr>
            </a:tbl>
          </a:graphicData>
        </a:graphic>
      </p:graphicFrame>
    </p:spTree>
    <p:extLst>
      <p:ext uri="{BB962C8B-B14F-4D97-AF65-F5344CB8AC3E}">
        <p14:creationId xmlns:p14="http://schemas.microsoft.com/office/powerpoint/2010/main" val="8014513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8" name="Graphic 127">
            <a:extLst>
              <a:ext uri="{FF2B5EF4-FFF2-40B4-BE49-F238E27FC236}">
                <a16:creationId xmlns:a16="http://schemas.microsoft.com/office/drawing/2014/main" id="{C08C6CC2-9970-4AC6-9838-291817A7581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39779" y="4292877"/>
            <a:ext cx="11112442" cy="886968"/>
          </a:xfrm>
          <a:prstGeom prst="rect">
            <a:avLst/>
          </a:prstGeom>
        </p:spPr>
      </p:pic>
      <p:sp>
        <p:nvSpPr>
          <p:cNvPr id="133" name="Title 1">
            <a:extLst>
              <a:ext uri="{FF2B5EF4-FFF2-40B4-BE49-F238E27FC236}">
                <a16:creationId xmlns:a16="http://schemas.microsoft.com/office/drawing/2014/main" id="{02A05340-19ED-41C2-86B6-4626CB3F32E4}"/>
              </a:ext>
            </a:extLst>
          </p:cNvPr>
          <p:cNvSpPr txBox="1">
            <a:spLocks/>
          </p:cNvSpPr>
          <p:nvPr/>
        </p:nvSpPr>
        <p:spPr>
          <a:xfrm>
            <a:off x="1686791" y="374068"/>
            <a:ext cx="8818418" cy="469116"/>
          </a:xfrm>
          <a:prstGeom prst="rect">
            <a:avLst/>
          </a:prstGeom>
        </p:spPr>
        <p:txBody>
          <a:bodyPr vert="horz" lIns="0" tIns="0" rIns="0" bIns="0" rtlCol="0" anchor="ctr">
            <a:normAutofit lnSpcReduction="10000"/>
          </a:bodyPr>
          <a:lstStyle>
            <a:lvl1pPr algn="ctr" defTabSz="914400" rtl="0" eaLnBrk="1" latinLnBrk="0" hangingPunct="1">
              <a:lnSpc>
                <a:spcPct val="90000"/>
              </a:lnSpc>
              <a:spcBef>
                <a:spcPct val="0"/>
              </a:spcBef>
              <a:buNone/>
              <a:defRPr sz="3500" b="1"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3500" b="1" i="0" u="none" strike="noStrike" kern="1200" cap="none" spc="0" normalizeH="0" baseline="0" noProof="0">
                <a:ln>
                  <a:noFill/>
                </a:ln>
                <a:solidFill>
                  <a:srgbClr val="000000"/>
                </a:solidFill>
                <a:effectLst/>
                <a:uLnTx/>
                <a:uFillTx/>
                <a:latin typeface="Century Gothic"/>
                <a:ea typeface="+mj-ea"/>
                <a:cs typeface="+mj-cs"/>
              </a:rPr>
              <a:t>CURRENT STATUS</a:t>
            </a:r>
            <a:endParaRPr kumimoji="0" lang="ru-RU" sz="3500" b="1" i="0" u="none" strike="noStrike" kern="1200" cap="none" spc="0" normalizeH="0" baseline="0" noProof="0">
              <a:ln>
                <a:noFill/>
              </a:ln>
              <a:solidFill>
                <a:srgbClr val="000000"/>
              </a:solidFill>
              <a:effectLst/>
              <a:uLnTx/>
              <a:uFillTx/>
              <a:latin typeface="Century Gothic"/>
              <a:ea typeface="+mj-ea"/>
              <a:cs typeface="+mj-cs"/>
            </a:endParaRPr>
          </a:p>
        </p:txBody>
      </p:sp>
      <p:sp>
        <p:nvSpPr>
          <p:cNvPr id="134" name="Text Placeholder 9">
            <a:extLst>
              <a:ext uri="{FF2B5EF4-FFF2-40B4-BE49-F238E27FC236}">
                <a16:creationId xmlns:a16="http://schemas.microsoft.com/office/drawing/2014/main" id="{690B676B-2947-4464-8597-CF50D7B4B2F8}"/>
              </a:ext>
            </a:extLst>
          </p:cNvPr>
          <p:cNvSpPr txBox="1">
            <a:spLocks/>
          </p:cNvSpPr>
          <p:nvPr/>
        </p:nvSpPr>
        <p:spPr>
          <a:xfrm>
            <a:off x="1687513" y="899824"/>
            <a:ext cx="8816975" cy="337380"/>
          </a:xfrm>
          <a:prstGeom prst="rect">
            <a:avLst/>
          </a:prstGeom>
        </p:spPr>
        <p:txBody>
          <a:bodyPr vert="horz" lIns="0" tIns="0" rIns="0" bIns="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solidFill>
                  <a:srgbClr val="000000"/>
                </a:solidFill>
                <a:latin typeface="Arial"/>
              </a:rPr>
              <a:t>Further Timeline</a:t>
            </a:r>
            <a:endParaRPr kumimoji="0" lang="en-US" sz="2000" b="0" i="0" u="none" strike="noStrike" kern="1200" cap="none" spc="0" normalizeH="0" baseline="0" noProof="0">
              <a:ln>
                <a:noFill/>
              </a:ln>
              <a:solidFill>
                <a:srgbClr val="000000"/>
              </a:solidFill>
              <a:effectLst/>
              <a:uLnTx/>
              <a:uFillTx/>
              <a:latin typeface="Arial"/>
              <a:ea typeface="+mn-ea"/>
              <a:cs typeface="+mn-cs"/>
            </a:endParaRPr>
          </a:p>
        </p:txBody>
      </p:sp>
      <p:cxnSp>
        <p:nvCxnSpPr>
          <p:cNvPr id="135" name="Straight Connector 134">
            <a:extLst>
              <a:ext uri="{FF2B5EF4-FFF2-40B4-BE49-F238E27FC236}">
                <a16:creationId xmlns:a16="http://schemas.microsoft.com/office/drawing/2014/main" id="{D63CED5A-6EA9-4D8E-A12A-497347CA4507}"/>
              </a:ext>
            </a:extLst>
          </p:cNvPr>
          <p:cNvCxnSpPr/>
          <p:nvPr/>
        </p:nvCxnSpPr>
        <p:spPr>
          <a:xfrm>
            <a:off x="1061013" y="4736362"/>
            <a:ext cx="10116000" cy="0"/>
          </a:xfrm>
          <a:prstGeom prst="line">
            <a:avLst/>
          </a:prstGeom>
          <a:noFill/>
          <a:ln w="63500" cap="flat" cmpd="sng" algn="ctr">
            <a:solidFill>
              <a:srgbClr val="FFFFFF"/>
            </a:solidFill>
            <a:prstDash val="solid"/>
            <a:miter lim="800000"/>
          </a:ln>
          <a:effectLst/>
        </p:spPr>
      </p:cxnSp>
      <p:pic>
        <p:nvPicPr>
          <p:cNvPr id="148" name="Graphic 147">
            <a:extLst>
              <a:ext uri="{FF2B5EF4-FFF2-40B4-BE49-F238E27FC236}">
                <a16:creationId xmlns:a16="http://schemas.microsoft.com/office/drawing/2014/main" id="{A6F96808-2030-4C88-9305-C7A0928DCD2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549153" y="3977811"/>
            <a:ext cx="3534" cy="576072"/>
          </a:xfrm>
          <a:prstGeom prst="rect">
            <a:avLst/>
          </a:prstGeom>
        </p:spPr>
      </p:pic>
      <p:cxnSp>
        <p:nvCxnSpPr>
          <p:cNvPr id="149" name="Straight Connector 148">
            <a:extLst>
              <a:ext uri="{FF2B5EF4-FFF2-40B4-BE49-F238E27FC236}">
                <a16:creationId xmlns:a16="http://schemas.microsoft.com/office/drawing/2014/main" id="{00EDEF2A-57BD-4007-882C-2B045C234F2B}"/>
              </a:ext>
            </a:extLst>
          </p:cNvPr>
          <p:cNvCxnSpPr>
            <a:cxnSpLocks/>
          </p:cNvCxnSpPr>
          <p:nvPr/>
        </p:nvCxnSpPr>
        <p:spPr>
          <a:xfrm>
            <a:off x="2010003" y="1425088"/>
            <a:ext cx="0" cy="3292784"/>
          </a:xfrm>
          <a:prstGeom prst="line">
            <a:avLst/>
          </a:prstGeom>
          <a:noFill/>
          <a:ln w="6350" cap="flat" cmpd="sng" algn="ctr">
            <a:solidFill>
              <a:srgbClr val="DBD9D3"/>
            </a:solidFill>
            <a:prstDash val="solid"/>
            <a:miter lim="800000"/>
          </a:ln>
          <a:effectLst/>
        </p:spPr>
      </p:cxnSp>
      <p:cxnSp>
        <p:nvCxnSpPr>
          <p:cNvPr id="150" name="Straight Connector 149">
            <a:extLst>
              <a:ext uri="{FF2B5EF4-FFF2-40B4-BE49-F238E27FC236}">
                <a16:creationId xmlns:a16="http://schemas.microsoft.com/office/drawing/2014/main" id="{E607936A-A270-48B0-A189-7A9335AB90FE}"/>
              </a:ext>
            </a:extLst>
          </p:cNvPr>
          <p:cNvCxnSpPr>
            <a:cxnSpLocks/>
            <a:stCxn id="208" idx="2"/>
          </p:cNvCxnSpPr>
          <p:nvPr/>
        </p:nvCxnSpPr>
        <p:spPr>
          <a:xfrm>
            <a:off x="2691095" y="3976844"/>
            <a:ext cx="6901" cy="584348"/>
          </a:xfrm>
          <a:prstGeom prst="line">
            <a:avLst/>
          </a:prstGeom>
          <a:noFill/>
          <a:ln w="6350" cap="flat" cmpd="sng" algn="ctr">
            <a:solidFill>
              <a:srgbClr val="DBD9D3"/>
            </a:solidFill>
            <a:prstDash val="solid"/>
            <a:miter lim="800000"/>
          </a:ln>
          <a:effectLst/>
        </p:spPr>
      </p:cxnSp>
      <p:cxnSp>
        <p:nvCxnSpPr>
          <p:cNvPr id="151" name="Straight Connector 150">
            <a:extLst>
              <a:ext uri="{FF2B5EF4-FFF2-40B4-BE49-F238E27FC236}">
                <a16:creationId xmlns:a16="http://schemas.microsoft.com/office/drawing/2014/main" id="{75A93F4A-3FDE-4277-95D5-2F98A51CEE2E}"/>
              </a:ext>
            </a:extLst>
          </p:cNvPr>
          <p:cNvCxnSpPr>
            <a:cxnSpLocks/>
            <a:stCxn id="212" idx="2"/>
            <a:endCxn id="171" idx="0"/>
          </p:cNvCxnSpPr>
          <p:nvPr/>
        </p:nvCxnSpPr>
        <p:spPr>
          <a:xfrm>
            <a:off x="9478128" y="1922363"/>
            <a:ext cx="8886" cy="2558398"/>
          </a:xfrm>
          <a:prstGeom prst="line">
            <a:avLst/>
          </a:prstGeom>
          <a:noFill/>
          <a:ln w="6350" cap="flat" cmpd="sng" algn="ctr">
            <a:solidFill>
              <a:srgbClr val="DBD9D3"/>
            </a:solidFill>
            <a:prstDash val="solid"/>
            <a:miter lim="800000"/>
          </a:ln>
          <a:effectLst/>
        </p:spPr>
      </p:cxnSp>
      <p:cxnSp>
        <p:nvCxnSpPr>
          <p:cNvPr id="154" name="Straight Connector 153">
            <a:extLst>
              <a:ext uri="{FF2B5EF4-FFF2-40B4-BE49-F238E27FC236}">
                <a16:creationId xmlns:a16="http://schemas.microsoft.com/office/drawing/2014/main" id="{1E88856F-83E4-4D3D-86B0-AF1EA2DD960F}"/>
              </a:ext>
            </a:extLst>
          </p:cNvPr>
          <p:cNvCxnSpPr/>
          <p:nvPr/>
        </p:nvCxnSpPr>
        <p:spPr>
          <a:xfrm>
            <a:off x="7786471" y="2531151"/>
            <a:ext cx="0" cy="2075688"/>
          </a:xfrm>
          <a:prstGeom prst="line">
            <a:avLst/>
          </a:prstGeom>
          <a:noFill/>
          <a:ln w="6350" cap="flat" cmpd="sng" algn="ctr">
            <a:solidFill>
              <a:srgbClr val="DBD9D3"/>
            </a:solidFill>
            <a:prstDash val="solid"/>
            <a:miter lim="800000"/>
          </a:ln>
          <a:effectLst/>
        </p:spPr>
      </p:cxnSp>
      <p:cxnSp>
        <p:nvCxnSpPr>
          <p:cNvPr id="155" name="Straight Connector 154">
            <a:extLst>
              <a:ext uri="{FF2B5EF4-FFF2-40B4-BE49-F238E27FC236}">
                <a16:creationId xmlns:a16="http://schemas.microsoft.com/office/drawing/2014/main" id="{F7143D0C-1E1F-4847-A2DD-1C0129811F8E}"/>
              </a:ext>
            </a:extLst>
          </p:cNvPr>
          <p:cNvCxnSpPr>
            <a:cxnSpLocks/>
            <a:endCxn id="165" idx="0"/>
          </p:cNvCxnSpPr>
          <p:nvPr/>
        </p:nvCxnSpPr>
        <p:spPr>
          <a:xfrm flipH="1">
            <a:off x="6089705" y="2400742"/>
            <a:ext cx="18476" cy="2080019"/>
          </a:xfrm>
          <a:prstGeom prst="line">
            <a:avLst/>
          </a:prstGeom>
          <a:noFill/>
          <a:ln w="6350" cap="flat" cmpd="sng" algn="ctr">
            <a:solidFill>
              <a:srgbClr val="DBD9D3"/>
            </a:solidFill>
            <a:prstDash val="solid"/>
            <a:miter lim="800000"/>
          </a:ln>
          <a:effectLst/>
        </p:spPr>
      </p:cxnSp>
      <p:pic>
        <p:nvPicPr>
          <p:cNvPr id="156" name="Graphic 155">
            <a:extLst>
              <a:ext uri="{FF2B5EF4-FFF2-40B4-BE49-F238E27FC236}">
                <a16:creationId xmlns:a16="http://schemas.microsoft.com/office/drawing/2014/main" id="{93F3E9E5-5996-4FED-9CBF-70190CBEF15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90242" y="3946744"/>
            <a:ext cx="3534" cy="576072"/>
          </a:xfrm>
          <a:prstGeom prst="rect">
            <a:avLst/>
          </a:prstGeom>
        </p:spPr>
      </p:pic>
      <p:pic>
        <p:nvPicPr>
          <p:cNvPr id="158" name="Graphic 157">
            <a:extLst>
              <a:ext uri="{FF2B5EF4-FFF2-40B4-BE49-F238E27FC236}">
                <a16:creationId xmlns:a16="http://schemas.microsoft.com/office/drawing/2014/main" id="{0752F856-422C-4C6D-874A-90FA5268002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631332" y="3977811"/>
            <a:ext cx="3534" cy="576072"/>
          </a:xfrm>
          <a:prstGeom prst="rect">
            <a:avLst/>
          </a:prstGeom>
        </p:spPr>
      </p:pic>
      <p:sp>
        <p:nvSpPr>
          <p:cNvPr id="160" name="Text Placeholder 76">
            <a:extLst>
              <a:ext uri="{FF2B5EF4-FFF2-40B4-BE49-F238E27FC236}">
                <a16:creationId xmlns:a16="http://schemas.microsoft.com/office/drawing/2014/main" id="{3680989D-F517-43B7-9396-42E1897E2C10}"/>
              </a:ext>
            </a:extLst>
          </p:cNvPr>
          <p:cNvSpPr txBox="1">
            <a:spLocks/>
          </p:cNvSpPr>
          <p:nvPr/>
        </p:nvSpPr>
        <p:spPr>
          <a:xfrm>
            <a:off x="745212" y="4480761"/>
            <a:ext cx="512064" cy="511200"/>
          </a:xfrm>
          <a:prstGeom prst="ellipse">
            <a:avLst/>
          </a:prstGeom>
          <a:solidFill>
            <a:srgbClr val="FFFFFF"/>
          </a:solidFill>
        </p:spPr>
        <p:txBody>
          <a:bodyPr vert="horz" lIns="0" tIns="0" rIns="0" bIns="0" rtlCol="0" anchor="ctr"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1200" b="1"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500" b="1"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500" b="1"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500" b="1"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500" b="1"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000000"/>
                </a:solidFill>
                <a:effectLst/>
                <a:uLnTx/>
                <a:uFillTx/>
                <a:latin typeface="Century Gothic"/>
                <a:ea typeface="+mn-ea"/>
                <a:cs typeface="+mn-cs"/>
              </a:rPr>
              <a:t>JAN</a:t>
            </a:r>
            <a:endParaRPr kumimoji="0" lang="ru-RU" sz="1200" b="1" i="0" u="none" strike="noStrike" kern="1200" cap="none" spc="0" normalizeH="0" baseline="0" noProof="0">
              <a:ln>
                <a:noFill/>
              </a:ln>
              <a:solidFill>
                <a:srgbClr val="000000"/>
              </a:solidFill>
              <a:effectLst/>
              <a:uLnTx/>
              <a:uFillTx/>
              <a:latin typeface="Century Gothic"/>
              <a:ea typeface="+mn-ea"/>
              <a:cs typeface="+mn-cs"/>
            </a:endParaRPr>
          </a:p>
        </p:txBody>
      </p:sp>
      <p:sp>
        <p:nvSpPr>
          <p:cNvPr id="165" name="Text Placeholder 76">
            <a:extLst>
              <a:ext uri="{FF2B5EF4-FFF2-40B4-BE49-F238E27FC236}">
                <a16:creationId xmlns:a16="http://schemas.microsoft.com/office/drawing/2014/main" id="{03E9BA6D-8E7F-49B9-B598-DA8819EFC563}"/>
              </a:ext>
            </a:extLst>
          </p:cNvPr>
          <p:cNvSpPr txBox="1">
            <a:spLocks/>
          </p:cNvSpPr>
          <p:nvPr/>
        </p:nvSpPr>
        <p:spPr>
          <a:xfrm>
            <a:off x="5833673" y="4480761"/>
            <a:ext cx="512064" cy="511200"/>
          </a:xfrm>
          <a:prstGeom prst="ellipse">
            <a:avLst/>
          </a:prstGeom>
          <a:solidFill>
            <a:srgbClr val="FFFFFF"/>
          </a:solidFill>
        </p:spPr>
        <p:txBody>
          <a:bodyPr vert="horz" lIns="0" tIns="0" rIns="0" bIns="0" rtlCol="0" anchor="ctr"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1200" b="1"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500" b="1"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500" b="1"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500" b="1"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500" b="1"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000000"/>
                </a:solidFill>
                <a:effectLst/>
                <a:uLnTx/>
                <a:uFillTx/>
                <a:latin typeface="Century Gothic"/>
                <a:ea typeface="+mn-ea"/>
                <a:cs typeface="+mn-cs"/>
              </a:rPr>
              <a:t>APR</a:t>
            </a:r>
            <a:endParaRPr kumimoji="0" lang="ru-RU" sz="1200" b="1" i="0" u="none" strike="noStrike" kern="1200" cap="none" spc="0" normalizeH="0" baseline="0" noProof="0">
              <a:ln>
                <a:noFill/>
              </a:ln>
              <a:solidFill>
                <a:srgbClr val="000000"/>
              </a:solidFill>
              <a:effectLst/>
              <a:uLnTx/>
              <a:uFillTx/>
              <a:latin typeface="Century Gothic"/>
              <a:ea typeface="+mn-ea"/>
              <a:cs typeface="+mn-cs"/>
            </a:endParaRPr>
          </a:p>
        </p:txBody>
      </p:sp>
      <p:sp>
        <p:nvSpPr>
          <p:cNvPr id="166" name="Text Placeholder 76">
            <a:extLst>
              <a:ext uri="{FF2B5EF4-FFF2-40B4-BE49-F238E27FC236}">
                <a16:creationId xmlns:a16="http://schemas.microsoft.com/office/drawing/2014/main" id="{97777D3E-2D38-41F5-84CF-1FF3378F0E5B}"/>
              </a:ext>
            </a:extLst>
          </p:cNvPr>
          <p:cNvSpPr txBox="1">
            <a:spLocks/>
          </p:cNvSpPr>
          <p:nvPr/>
        </p:nvSpPr>
        <p:spPr>
          <a:xfrm>
            <a:off x="2442366" y="4480761"/>
            <a:ext cx="512064" cy="511200"/>
          </a:xfrm>
          <a:prstGeom prst="ellipse">
            <a:avLst/>
          </a:prstGeom>
          <a:solidFill>
            <a:srgbClr val="FFFFFF"/>
          </a:solidFill>
        </p:spPr>
        <p:txBody>
          <a:bodyPr vert="horz" lIns="0" tIns="0" rIns="0" bIns="0" rtlCol="0" anchor="ctr"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1200" b="1"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500" b="1"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500" b="1"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500" b="1"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500" b="1"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000000"/>
                </a:solidFill>
                <a:effectLst/>
                <a:uLnTx/>
                <a:uFillTx/>
                <a:latin typeface="Century Gothic"/>
                <a:ea typeface="+mn-ea"/>
                <a:cs typeface="+mn-cs"/>
              </a:rPr>
              <a:t>FEB</a:t>
            </a:r>
            <a:endParaRPr kumimoji="0" lang="ru-RU" sz="1200" b="1" i="0" u="none" strike="noStrike" kern="1200" cap="none" spc="0" normalizeH="0" baseline="0" noProof="0">
              <a:ln>
                <a:noFill/>
              </a:ln>
              <a:solidFill>
                <a:srgbClr val="000000"/>
              </a:solidFill>
              <a:effectLst/>
              <a:uLnTx/>
              <a:uFillTx/>
              <a:latin typeface="Century Gothic"/>
              <a:ea typeface="+mn-ea"/>
              <a:cs typeface="+mn-cs"/>
            </a:endParaRPr>
          </a:p>
        </p:txBody>
      </p:sp>
      <p:sp>
        <p:nvSpPr>
          <p:cNvPr id="167" name="Text Placeholder 76">
            <a:extLst>
              <a:ext uri="{FF2B5EF4-FFF2-40B4-BE49-F238E27FC236}">
                <a16:creationId xmlns:a16="http://schemas.microsoft.com/office/drawing/2014/main" id="{39F5B588-74F2-49FF-BE67-3243FED0C6F0}"/>
              </a:ext>
            </a:extLst>
          </p:cNvPr>
          <p:cNvSpPr txBox="1">
            <a:spLocks/>
          </p:cNvSpPr>
          <p:nvPr/>
        </p:nvSpPr>
        <p:spPr>
          <a:xfrm>
            <a:off x="7530349" y="4480761"/>
            <a:ext cx="512064" cy="511200"/>
          </a:xfrm>
          <a:prstGeom prst="ellipse">
            <a:avLst/>
          </a:prstGeom>
          <a:solidFill>
            <a:srgbClr val="FFFFFF"/>
          </a:solidFill>
        </p:spPr>
        <p:txBody>
          <a:bodyPr vert="horz" lIns="0" tIns="0" rIns="0" bIns="0" rtlCol="0" anchor="ctr"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1200" b="1"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500" b="1"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500" b="1"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500" b="1"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500" b="1"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000000"/>
                </a:solidFill>
                <a:effectLst/>
                <a:uLnTx/>
                <a:uFillTx/>
                <a:latin typeface="Century Gothic"/>
                <a:ea typeface="+mn-ea"/>
                <a:cs typeface="+mn-cs"/>
              </a:rPr>
              <a:t>MAY</a:t>
            </a:r>
            <a:endParaRPr kumimoji="0" lang="ru-RU" sz="1200" b="1" i="0" u="none" strike="noStrike" kern="1200" cap="none" spc="0" normalizeH="0" baseline="0" noProof="0">
              <a:ln>
                <a:noFill/>
              </a:ln>
              <a:solidFill>
                <a:srgbClr val="000000"/>
              </a:solidFill>
              <a:effectLst/>
              <a:uLnTx/>
              <a:uFillTx/>
              <a:latin typeface="Century Gothic"/>
              <a:ea typeface="+mn-ea"/>
              <a:cs typeface="+mn-cs"/>
            </a:endParaRPr>
          </a:p>
        </p:txBody>
      </p:sp>
      <p:sp>
        <p:nvSpPr>
          <p:cNvPr id="169" name="Text Placeholder 76">
            <a:extLst>
              <a:ext uri="{FF2B5EF4-FFF2-40B4-BE49-F238E27FC236}">
                <a16:creationId xmlns:a16="http://schemas.microsoft.com/office/drawing/2014/main" id="{46BB3E4C-6A22-4F94-B31A-2AFA240FACB5}"/>
              </a:ext>
            </a:extLst>
          </p:cNvPr>
          <p:cNvSpPr txBox="1">
            <a:spLocks/>
          </p:cNvSpPr>
          <p:nvPr/>
        </p:nvSpPr>
        <p:spPr>
          <a:xfrm>
            <a:off x="4135840" y="4480761"/>
            <a:ext cx="512064" cy="511200"/>
          </a:xfrm>
          <a:prstGeom prst="ellipse">
            <a:avLst/>
          </a:prstGeom>
          <a:solidFill>
            <a:srgbClr val="FFFFFF"/>
          </a:solidFill>
        </p:spPr>
        <p:txBody>
          <a:bodyPr vert="horz" lIns="0" tIns="0" rIns="0" bIns="0" rtlCol="0" anchor="ctr"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1200" b="1"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500" b="1"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500" b="1"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500" b="1"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500" b="1"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000000"/>
                </a:solidFill>
                <a:effectLst/>
                <a:uLnTx/>
                <a:uFillTx/>
                <a:latin typeface="Century Gothic"/>
                <a:ea typeface="+mn-ea"/>
                <a:cs typeface="+mn-cs"/>
              </a:rPr>
              <a:t>MAR</a:t>
            </a:r>
            <a:endParaRPr kumimoji="0" lang="ru-RU" sz="1200" b="1" i="0" u="none" strike="noStrike" kern="1200" cap="none" spc="0" normalizeH="0" baseline="0" noProof="0">
              <a:ln>
                <a:noFill/>
              </a:ln>
              <a:solidFill>
                <a:srgbClr val="000000"/>
              </a:solidFill>
              <a:effectLst/>
              <a:uLnTx/>
              <a:uFillTx/>
              <a:latin typeface="Century Gothic"/>
              <a:ea typeface="+mn-ea"/>
              <a:cs typeface="+mn-cs"/>
            </a:endParaRPr>
          </a:p>
        </p:txBody>
      </p:sp>
      <p:sp>
        <p:nvSpPr>
          <p:cNvPr id="171" name="Text Placeholder 76">
            <a:extLst>
              <a:ext uri="{FF2B5EF4-FFF2-40B4-BE49-F238E27FC236}">
                <a16:creationId xmlns:a16="http://schemas.microsoft.com/office/drawing/2014/main" id="{491F6146-770D-4F2F-8EE1-CC7E8458BAC2}"/>
              </a:ext>
            </a:extLst>
          </p:cNvPr>
          <p:cNvSpPr txBox="1">
            <a:spLocks/>
          </p:cNvSpPr>
          <p:nvPr/>
        </p:nvSpPr>
        <p:spPr>
          <a:xfrm>
            <a:off x="9230982" y="4480761"/>
            <a:ext cx="512064" cy="511200"/>
          </a:xfrm>
          <a:prstGeom prst="ellipse">
            <a:avLst/>
          </a:prstGeom>
          <a:solidFill>
            <a:srgbClr val="FFFFFF"/>
          </a:solidFill>
        </p:spPr>
        <p:txBody>
          <a:bodyPr vert="horz" lIns="0" tIns="0" rIns="0" bIns="0" rtlCol="0" anchor="ctr"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1200" b="1"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500" b="1"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500" b="1"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500" b="1"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500" b="1"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000000"/>
                </a:solidFill>
                <a:effectLst/>
                <a:uLnTx/>
                <a:uFillTx/>
                <a:latin typeface="Century Gothic"/>
                <a:ea typeface="+mn-ea"/>
                <a:cs typeface="+mn-cs"/>
              </a:rPr>
              <a:t>JUN</a:t>
            </a:r>
            <a:endParaRPr kumimoji="0" lang="ru-RU" sz="1200" b="1" i="0" u="none" strike="noStrike" kern="1200" cap="none" spc="0" normalizeH="0" baseline="0" noProof="0">
              <a:ln>
                <a:noFill/>
              </a:ln>
              <a:solidFill>
                <a:srgbClr val="000000"/>
              </a:solidFill>
              <a:effectLst/>
              <a:uLnTx/>
              <a:uFillTx/>
              <a:latin typeface="Century Gothic"/>
              <a:ea typeface="+mn-ea"/>
              <a:cs typeface="+mn-cs"/>
            </a:endParaRPr>
          </a:p>
        </p:txBody>
      </p:sp>
      <p:sp>
        <p:nvSpPr>
          <p:cNvPr id="197" name="Text Placeholder 92">
            <a:extLst>
              <a:ext uri="{FF2B5EF4-FFF2-40B4-BE49-F238E27FC236}">
                <a16:creationId xmlns:a16="http://schemas.microsoft.com/office/drawing/2014/main" id="{D337DD25-BDE5-437F-ABE6-8D3E8A0B4997}"/>
              </a:ext>
            </a:extLst>
          </p:cNvPr>
          <p:cNvSpPr txBox="1">
            <a:spLocks/>
          </p:cNvSpPr>
          <p:nvPr/>
        </p:nvSpPr>
        <p:spPr>
          <a:xfrm>
            <a:off x="331981" y="5255700"/>
            <a:ext cx="1347519" cy="433916"/>
          </a:xfrm>
          <a:prstGeom prst="rect">
            <a:avLst/>
          </a:prstGeom>
        </p:spPr>
        <p:txBody>
          <a:bodyPr vert="horz" lIns="180000" tIns="0" rIns="0" bIns="0" rtlCol="0">
            <a:normAutofit/>
          </a:bodyPr>
          <a:lstStyle>
            <a:lvl1pPr marL="0" indent="0" algn="l" defTabSz="914400" rtl="0" eaLnBrk="1" latinLnBrk="0" hangingPunct="1">
              <a:lnSpc>
                <a:spcPct val="90000"/>
              </a:lnSpc>
              <a:spcBef>
                <a:spcPts val="200"/>
              </a:spcBef>
              <a:buFont typeface="Arial" panose="020B0604020202020204" pitchFamily="34" charset="0"/>
              <a:buNone/>
              <a:defRPr sz="1400" b="1"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1" kern="1200">
                <a:solidFill>
                  <a:schemeClr val="accent2"/>
                </a:solidFill>
                <a:latin typeface="+mj-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1" kern="1200">
                <a:solidFill>
                  <a:schemeClr val="accent2"/>
                </a:solidFill>
                <a:latin typeface="+mj-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1" kern="1200">
                <a:solidFill>
                  <a:schemeClr val="accent2"/>
                </a:solidFill>
                <a:latin typeface="+mj-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1" kern="1200">
                <a:solidFill>
                  <a:schemeClr val="accent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2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Century Gothic"/>
                <a:ea typeface="+mn-ea"/>
                <a:cs typeface="+mn-cs"/>
              </a:rPr>
              <a:t>PROJECT</a:t>
            </a:r>
            <a:br>
              <a:rPr kumimoji="0" lang="en-US" sz="1400" b="0" i="0" u="none" strike="noStrike" kern="1200" cap="none" spc="0" normalizeH="0" baseline="0" noProof="0">
                <a:ln>
                  <a:noFill/>
                </a:ln>
                <a:solidFill>
                  <a:srgbClr val="000000"/>
                </a:solidFill>
                <a:effectLst/>
                <a:uLnTx/>
                <a:uFillTx/>
                <a:latin typeface="Century Gothic"/>
                <a:ea typeface="+mn-ea"/>
                <a:cs typeface="+mn-cs"/>
              </a:rPr>
            </a:br>
            <a:r>
              <a:rPr kumimoji="0" lang="en-US" sz="1400" b="0" i="0" u="none" strike="noStrike" kern="1200" cap="none" spc="0" normalizeH="0" baseline="0" noProof="0">
                <a:ln>
                  <a:noFill/>
                </a:ln>
                <a:solidFill>
                  <a:srgbClr val="000000"/>
                </a:solidFill>
                <a:effectLst/>
                <a:uLnTx/>
                <a:uFillTx/>
                <a:latin typeface="Century Gothic"/>
                <a:ea typeface="+mn-ea"/>
                <a:cs typeface="+mn-cs"/>
              </a:rPr>
              <a:t>START</a:t>
            </a:r>
          </a:p>
        </p:txBody>
      </p:sp>
      <p:sp>
        <p:nvSpPr>
          <p:cNvPr id="205" name="Text Placeholder 92">
            <a:extLst>
              <a:ext uri="{FF2B5EF4-FFF2-40B4-BE49-F238E27FC236}">
                <a16:creationId xmlns:a16="http://schemas.microsoft.com/office/drawing/2014/main" id="{6F1DE95F-2683-4845-A917-322245A0259D}"/>
              </a:ext>
            </a:extLst>
          </p:cNvPr>
          <p:cNvSpPr txBox="1">
            <a:spLocks/>
          </p:cNvSpPr>
          <p:nvPr/>
        </p:nvSpPr>
        <p:spPr>
          <a:xfrm>
            <a:off x="8840572" y="5921785"/>
            <a:ext cx="1347519" cy="485673"/>
          </a:xfrm>
          <a:prstGeom prst="rect">
            <a:avLst/>
          </a:prstGeom>
        </p:spPr>
        <p:txBody>
          <a:bodyPr vert="horz" lIns="0" tIns="0" rIns="0" bIns="0" rtlCol="0">
            <a:normAutofit/>
          </a:bodyPr>
          <a:lstStyle>
            <a:lvl1pPr marL="0" indent="0" algn="ctr" defTabSz="914400" rtl="0" eaLnBrk="1" latinLnBrk="0" hangingPunct="1">
              <a:lnSpc>
                <a:spcPct val="90000"/>
              </a:lnSpc>
              <a:spcBef>
                <a:spcPts val="200"/>
              </a:spcBef>
              <a:buFont typeface="Arial" panose="020B0604020202020204" pitchFamily="34" charset="0"/>
              <a:buNone/>
              <a:defRPr sz="1200" b="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1" kern="1200">
                <a:solidFill>
                  <a:schemeClr val="accent2"/>
                </a:solidFill>
                <a:latin typeface="+mj-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1" kern="1200">
                <a:solidFill>
                  <a:schemeClr val="accent2"/>
                </a:solidFill>
                <a:latin typeface="+mj-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1" kern="1200">
                <a:solidFill>
                  <a:schemeClr val="accent2"/>
                </a:solidFill>
                <a:latin typeface="+mj-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1" kern="1200">
                <a:solidFill>
                  <a:schemeClr val="accent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200"/>
              </a:spcBef>
              <a:spcAft>
                <a:spcPts val="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Quarter goals description</a:t>
            </a:r>
            <a:endParaRPr kumimoji="0" lang="ru-RU" sz="1200" b="0" i="0" u="none" strike="noStrike" kern="1200" cap="none" spc="0" normalizeH="0" baseline="0" noProof="0">
              <a:ln>
                <a:noFill/>
              </a:ln>
              <a:solidFill>
                <a:srgbClr val="FFFFFF"/>
              </a:solidFill>
              <a:effectLst/>
              <a:uLnTx/>
              <a:uFillTx/>
              <a:latin typeface="Arial"/>
              <a:ea typeface="+mn-ea"/>
              <a:cs typeface="+mn-cs"/>
            </a:endParaRPr>
          </a:p>
        </p:txBody>
      </p:sp>
      <p:sp>
        <p:nvSpPr>
          <p:cNvPr id="208" name="Rectangle 41">
            <a:extLst>
              <a:ext uri="{FF2B5EF4-FFF2-40B4-BE49-F238E27FC236}">
                <a16:creationId xmlns:a16="http://schemas.microsoft.com/office/drawing/2014/main" id="{0C7F2781-5A79-4831-9AB6-11EF28700E0D}"/>
              </a:ext>
            </a:extLst>
          </p:cNvPr>
          <p:cNvSpPr/>
          <p:nvPr/>
        </p:nvSpPr>
        <p:spPr>
          <a:xfrm>
            <a:off x="2233895" y="3582424"/>
            <a:ext cx="914400" cy="394420"/>
          </a:xfrm>
          <a:prstGeom prst="roundRect">
            <a:avLst>
              <a:gd name="adj" fmla="val 50000"/>
            </a:avLst>
          </a:prstGeom>
          <a:solidFill>
            <a:srgbClr val="3A5C84">
              <a:alpha val="6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lang="en-US" sz="1200" kern="0">
                <a:solidFill>
                  <a:srgbClr val="C13018"/>
                </a:solidFill>
                <a:latin typeface="Calibri" panose="020F0502020204030204"/>
              </a:rPr>
              <a:t>100</a:t>
            </a:r>
            <a:r>
              <a:rPr kumimoji="0" lang="en-US" sz="1200" b="0" i="0" u="none" strike="noStrike" kern="0" cap="none" spc="0" normalizeH="0" baseline="0" noProof="0">
                <a:ln>
                  <a:noFill/>
                </a:ln>
                <a:solidFill>
                  <a:srgbClr val="C13018"/>
                </a:solidFill>
                <a:effectLst/>
                <a:uLnTx/>
                <a:uFillTx/>
                <a:latin typeface="Calibri" panose="020F0502020204030204"/>
                <a:ea typeface="+mn-ea"/>
                <a:cs typeface="+mn-cs"/>
              </a:rPr>
              <a:t>%</a:t>
            </a:r>
          </a:p>
        </p:txBody>
      </p:sp>
      <p:sp>
        <p:nvSpPr>
          <p:cNvPr id="209" name="Rectangle 72">
            <a:extLst>
              <a:ext uri="{FF2B5EF4-FFF2-40B4-BE49-F238E27FC236}">
                <a16:creationId xmlns:a16="http://schemas.microsoft.com/office/drawing/2014/main" id="{DA88DF55-2F1A-45AA-992C-A27FDC1A6FE1}"/>
              </a:ext>
            </a:extLst>
          </p:cNvPr>
          <p:cNvSpPr/>
          <p:nvPr/>
        </p:nvSpPr>
        <p:spPr>
          <a:xfrm>
            <a:off x="2314964" y="3056671"/>
            <a:ext cx="3528259" cy="394420"/>
          </a:xfrm>
          <a:prstGeom prst="roundRect">
            <a:avLst>
              <a:gd name="adj" fmla="val 50000"/>
            </a:avLst>
          </a:prstGeom>
          <a:solidFill>
            <a:srgbClr val="4CC1EF">
              <a:alpha val="60000"/>
            </a:srgb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C13018"/>
                </a:solidFill>
                <a:effectLst/>
                <a:uLnTx/>
                <a:uFillTx/>
                <a:latin typeface="Calibri" panose="020F0502020204030204"/>
                <a:ea typeface="+mn-ea"/>
                <a:cs typeface="+mn-cs"/>
              </a:rPr>
              <a:t>95%</a:t>
            </a:r>
          </a:p>
        </p:txBody>
      </p:sp>
      <p:sp>
        <p:nvSpPr>
          <p:cNvPr id="210" name="Rectangle 73">
            <a:extLst>
              <a:ext uri="{FF2B5EF4-FFF2-40B4-BE49-F238E27FC236}">
                <a16:creationId xmlns:a16="http://schemas.microsoft.com/office/drawing/2014/main" id="{2D50AD2D-0413-4804-BB8F-73370705F7C8}"/>
              </a:ext>
            </a:extLst>
          </p:cNvPr>
          <p:cNvSpPr/>
          <p:nvPr/>
        </p:nvSpPr>
        <p:spPr>
          <a:xfrm>
            <a:off x="2691095" y="2545003"/>
            <a:ext cx="3391925" cy="394420"/>
          </a:xfrm>
          <a:prstGeom prst="roundRect">
            <a:avLst>
              <a:gd name="adj" fmla="val 50000"/>
            </a:avLst>
          </a:prstGeom>
          <a:solidFill>
            <a:srgbClr val="F7931F">
              <a:alpha val="60000"/>
            </a:srgb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C13018"/>
                </a:solidFill>
                <a:effectLst/>
                <a:uLnTx/>
                <a:uFillTx/>
                <a:latin typeface="Calibri" panose="020F0502020204030204"/>
                <a:ea typeface="+mn-ea"/>
                <a:cs typeface="+mn-cs"/>
              </a:rPr>
              <a:t>100%</a:t>
            </a:r>
          </a:p>
        </p:txBody>
      </p:sp>
      <p:sp>
        <p:nvSpPr>
          <p:cNvPr id="211" name="Rectangle 74">
            <a:extLst>
              <a:ext uri="{FF2B5EF4-FFF2-40B4-BE49-F238E27FC236}">
                <a16:creationId xmlns:a16="http://schemas.microsoft.com/office/drawing/2014/main" id="{E575CF16-EADF-429A-81BF-A8FF59E3D2F0}"/>
              </a:ext>
            </a:extLst>
          </p:cNvPr>
          <p:cNvSpPr/>
          <p:nvPr/>
        </p:nvSpPr>
        <p:spPr>
          <a:xfrm>
            <a:off x="6083020" y="2047465"/>
            <a:ext cx="3619853" cy="394420"/>
          </a:xfrm>
          <a:prstGeom prst="roundRect">
            <a:avLst>
              <a:gd name="adj" fmla="val 50000"/>
            </a:avLst>
          </a:prstGeom>
          <a:solidFill>
            <a:srgbClr val="C13018">
              <a:alpha val="60000"/>
            </a:srgb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C13018"/>
              </a:solidFill>
              <a:effectLst/>
              <a:uLnTx/>
              <a:uFillTx/>
              <a:latin typeface="Calibri" panose="020F0502020204030204"/>
              <a:ea typeface="+mn-ea"/>
              <a:cs typeface="+mn-cs"/>
            </a:endParaRPr>
          </a:p>
        </p:txBody>
      </p:sp>
      <p:sp>
        <p:nvSpPr>
          <p:cNvPr id="212" name="Rectangle 75">
            <a:extLst>
              <a:ext uri="{FF2B5EF4-FFF2-40B4-BE49-F238E27FC236}">
                <a16:creationId xmlns:a16="http://schemas.microsoft.com/office/drawing/2014/main" id="{E568E3B0-0C7D-4AD1-8226-DCD3369A7887}"/>
              </a:ext>
            </a:extLst>
          </p:cNvPr>
          <p:cNvSpPr/>
          <p:nvPr/>
        </p:nvSpPr>
        <p:spPr>
          <a:xfrm>
            <a:off x="9153833" y="1527943"/>
            <a:ext cx="648590" cy="394420"/>
          </a:xfrm>
          <a:prstGeom prst="roundRect">
            <a:avLst>
              <a:gd name="adj" fmla="val 50000"/>
            </a:avLst>
          </a:prstGeom>
          <a:solidFill>
            <a:srgbClr val="A2B969">
              <a:alpha val="60000"/>
            </a:srgb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lang="en-US" sz="1200" b="0" i="0" u="none" strike="noStrike" kern="0" cap="none" spc="0" normalizeH="0" baseline="0" noProof="0">
              <a:ln>
                <a:noFill/>
              </a:ln>
              <a:solidFill>
                <a:srgbClr val="C13018"/>
              </a:solidFill>
              <a:effectLst/>
              <a:uLnTx/>
              <a:uFillTx/>
              <a:latin typeface="Calibri" panose="020F0502020204030204"/>
              <a:cs typeface="Calibri"/>
            </a:endParaRPr>
          </a:p>
        </p:txBody>
      </p:sp>
      <p:sp>
        <p:nvSpPr>
          <p:cNvPr id="213" name="Rectangle 76">
            <a:extLst>
              <a:ext uri="{FF2B5EF4-FFF2-40B4-BE49-F238E27FC236}">
                <a16:creationId xmlns:a16="http://schemas.microsoft.com/office/drawing/2014/main" id="{91FD6CC1-5C6E-4C6F-9787-C954F65241DA}"/>
              </a:ext>
            </a:extLst>
          </p:cNvPr>
          <p:cNvSpPr/>
          <p:nvPr/>
        </p:nvSpPr>
        <p:spPr>
          <a:xfrm>
            <a:off x="9779305" y="1114989"/>
            <a:ext cx="383523" cy="394420"/>
          </a:xfrm>
          <a:prstGeom prst="roundRect">
            <a:avLst>
              <a:gd name="adj" fmla="val 50000"/>
            </a:avLst>
          </a:prstGeom>
          <a:solidFill>
            <a:srgbClr val="FFCC4C">
              <a:alpha val="60000"/>
            </a:srgb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lang="en-US" sz="1200" b="0" i="0" u="none" strike="noStrike" kern="0" cap="none" spc="0" normalizeH="0" baseline="0" noProof="0">
              <a:ln>
                <a:noFill/>
              </a:ln>
              <a:solidFill>
                <a:srgbClr val="C13018"/>
              </a:solidFill>
              <a:effectLst/>
              <a:uLnTx/>
              <a:uFillTx/>
              <a:latin typeface="Calibri" panose="020F0502020204030204"/>
              <a:cs typeface="Calibri"/>
            </a:endParaRPr>
          </a:p>
        </p:txBody>
      </p:sp>
      <p:sp>
        <p:nvSpPr>
          <p:cNvPr id="218" name="TextBox 217">
            <a:extLst>
              <a:ext uri="{FF2B5EF4-FFF2-40B4-BE49-F238E27FC236}">
                <a16:creationId xmlns:a16="http://schemas.microsoft.com/office/drawing/2014/main" id="{354C72FD-C67E-4CBB-B499-9436A5E370C5}"/>
              </a:ext>
            </a:extLst>
          </p:cNvPr>
          <p:cNvSpPr txBox="1"/>
          <p:nvPr/>
        </p:nvSpPr>
        <p:spPr>
          <a:xfrm>
            <a:off x="3158553" y="3662468"/>
            <a:ext cx="467436" cy="246221"/>
          </a:xfrm>
          <a:prstGeom prst="rect">
            <a:avLst/>
          </a:prstGeom>
          <a:noFill/>
        </p:spPr>
        <p:txBody>
          <a:bodyPr wrap="non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4" normalizeH="0" baseline="0" noProof="0">
                <a:ln>
                  <a:noFill/>
                </a:ln>
                <a:solidFill>
                  <a:prstClr val="black"/>
                </a:solidFill>
                <a:effectLst/>
                <a:uLnTx/>
                <a:uFillTx/>
              </a:rPr>
              <a:t>Feb 6</a:t>
            </a:r>
          </a:p>
        </p:txBody>
      </p:sp>
      <p:sp>
        <p:nvSpPr>
          <p:cNvPr id="220" name="TextBox 219">
            <a:extLst>
              <a:ext uri="{FF2B5EF4-FFF2-40B4-BE49-F238E27FC236}">
                <a16:creationId xmlns:a16="http://schemas.microsoft.com/office/drawing/2014/main" id="{B111A626-6440-458B-A50D-B80977F119DF}"/>
              </a:ext>
            </a:extLst>
          </p:cNvPr>
          <p:cNvSpPr txBox="1"/>
          <p:nvPr/>
        </p:nvSpPr>
        <p:spPr>
          <a:xfrm>
            <a:off x="648762" y="3515056"/>
            <a:ext cx="1355862" cy="523220"/>
          </a:xfrm>
          <a:prstGeom prst="rect">
            <a:avLst/>
          </a:prstGeom>
          <a:noFill/>
        </p:spPr>
        <p:txBody>
          <a:bodyPr wrap="square" rtlCol="0" anchor="ctr">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400" b="1" i="0" strike="noStrike" kern="0" spc="0" normalizeH="0" baseline="0" noProof="0">
                <a:ln>
                  <a:noFill/>
                </a:ln>
                <a:solidFill>
                  <a:prstClr val="black"/>
                </a:solidFill>
                <a:effectLst/>
                <a:uLnTx/>
                <a:uFillTx/>
                <a:latin typeface="Century Gothic" panose="020B0502020202020204" pitchFamily="34" charset="0"/>
              </a:rPr>
              <a:t>Phase </a:t>
            </a:r>
            <a:r>
              <a:rPr kumimoji="0" lang="en-US" sz="1400" b="1" i="0" strike="noStrike" kern="0" cap="all" spc="0" normalizeH="0" baseline="0" noProof="0">
                <a:ln>
                  <a:noFill/>
                </a:ln>
                <a:solidFill>
                  <a:prstClr val="black"/>
                </a:solidFill>
                <a:effectLst/>
                <a:uLnTx/>
                <a:uFillTx/>
                <a:latin typeface="Century Gothic" panose="020B0502020202020204" pitchFamily="34" charset="0"/>
              </a:rPr>
              <a:t>1 </a:t>
            </a:r>
            <a:r>
              <a:rPr kumimoji="0" lang="en-US" sz="1400" i="0" strike="noStrike" kern="0" spc="0" normalizeH="0" baseline="0" noProof="0">
                <a:ln>
                  <a:noFill/>
                </a:ln>
                <a:solidFill>
                  <a:prstClr val="black"/>
                </a:solidFill>
                <a:effectLst/>
                <a:uLnTx/>
                <a:uFillTx/>
                <a:latin typeface="Century Gothic" panose="020B0502020202020204" pitchFamily="34" charset="0"/>
              </a:rPr>
              <a:t>Inception</a:t>
            </a:r>
            <a:endParaRPr kumimoji="0" lang="en-US" sz="1400" i="0" strike="noStrike" kern="0" cap="all" spc="0" normalizeH="0" baseline="0" noProof="0">
              <a:ln>
                <a:noFill/>
              </a:ln>
              <a:solidFill>
                <a:prstClr val="black"/>
              </a:solidFill>
              <a:effectLst/>
              <a:uLnTx/>
              <a:uFillTx/>
              <a:latin typeface="Century Gothic" panose="020B0502020202020204" pitchFamily="34" charset="0"/>
            </a:endParaRPr>
          </a:p>
        </p:txBody>
      </p:sp>
      <p:sp>
        <p:nvSpPr>
          <p:cNvPr id="225" name="TextBox 224">
            <a:extLst>
              <a:ext uri="{FF2B5EF4-FFF2-40B4-BE49-F238E27FC236}">
                <a16:creationId xmlns:a16="http://schemas.microsoft.com/office/drawing/2014/main" id="{F04DFC94-2D3E-43F1-92FF-F906A22C93CE}"/>
              </a:ext>
            </a:extLst>
          </p:cNvPr>
          <p:cNvSpPr txBox="1"/>
          <p:nvPr/>
        </p:nvSpPr>
        <p:spPr>
          <a:xfrm>
            <a:off x="1133342" y="2994411"/>
            <a:ext cx="870236" cy="523220"/>
          </a:xfrm>
          <a:prstGeom prst="rect">
            <a:avLst/>
          </a:prstGeom>
          <a:noFill/>
        </p:spPr>
        <p:txBody>
          <a:bodyPr wrap="square" rtlCol="0" anchor="ctr">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400" b="1" i="0" strike="noStrike" kern="0" spc="0" normalizeH="0" baseline="0" noProof="0">
                <a:ln>
                  <a:noFill/>
                </a:ln>
                <a:solidFill>
                  <a:prstClr val="black"/>
                </a:solidFill>
                <a:effectLst/>
                <a:uLnTx/>
                <a:uFillTx/>
                <a:latin typeface="Century Gothic" panose="020B0502020202020204" pitchFamily="34" charset="0"/>
              </a:rPr>
              <a:t>Phase </a:t>
            </a:r>
            <a:r>
              <a:rPr kumimoji="0" lang="en-US" sz="1400" b="1" i="0" strike="noStrike" kern="0" cap="all" spc="0" normalizeH="0" baseline="0" noProof="0">
                <a:ln>
                  <a:noFill/>
                </a:ln>
                <a:solidFill>
                  <a:prstClr val="black"/>
                </a:solidFill>
                <a:effectLst/>
                <a:uLnTx/>
                <a:uFillTx/>
                <a:latin typeface="Century Gothic" panose="020B0502020202020204" pitchFamily="34" charset="0"/>
              </a:rPr>
              <a:t>2 </a:t>
            </a:r>
            <a:r>
              <a:rPr kumimoji="0" lang="en-US" sz="1400" i="0" strike="noStrike" kern="0" spc="0" normalizeH="0" baseline="0" noProof="0">
                <a:ln>
                  <a:noFill/>
                </a:ln>
                <a:solidFill>
                  <a:prstClr val="black"/>
                </a:solidFill>
                <a:effectLst/>
                <a:uLnTx/>
                <a:uFillTx/>
                <a:latin typeface="Century Gothic" panose="020B0502020202020204" pitchFamily="34" charset="0"/>
              </a:rPr>
              <a:t>Survey</a:t>
            </a:r>
            <a:endParaRPr kumimoji="0" lang="en-US" sz="1400" i="0" strike="noStrike" kern="0" cap="all" spc="0" normalizeH="0" baseline="0" noProof="0">
              <a:ln>
                <a:noFill/>
              </a:ln>
              <a:solidFill>
                <a:prstClr val="black"/>
              </a:solidFill>
              <a:effectLst/>
              <a:uLnTx/>
              <a:uFillTx/>
              <a:latin typeface="Century Gothic" panose="020B0502020202020204" pitchFamily="34" charset="0"/>
            </a:endParaRPr>
          </a:p>
        </p:txBody>
      </p:sp>
      <p:sp>
        <p:nvSpPr>
          <p:cNvPr id="226" name="TextBox 225">
            <a:extLst>
              <a:ext uri="{FF2B5EF4-FFF2-40B4-BE49-F238E27FC236}">
                <a16:creationId xmlns:a16="http://schemas.microsoft.com/office/drawing/2014/main" id="{96F12989-FED8-4EAD-83A6-D0161606AF23}"/>
              </a:ext>
            </a:extLst>
          </p:cNvPr>
          <p:cNvSpPr txBox="1"/>
          <p:nvPr/>
        </p:nvSpPr>
        <p:spPr>
          <a:xfrm>
            <a:off x="111195" y="2476597"/>
            <a:ext cx="1892380" cy="523220"/>
          </a:xfrm>
          <a:prstGeom prst="rect">
            <a:avLst/>
          </a:prstGeom>
          <a:noFill/>
        </p:spPr>
        <p:txBody>
          <a:bodyPr wrap="square" rtlCol="0" anchor="ctr">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400" b="1" i="0" strike="noStrike" kern="0" spc="0" normalizeH="0" baseline="0" noProof="0">
                <a:ln>
                  <a:noFill/>
                </a:ln>
                <a:solidFill>
                  <a:prstClr val="black"/>
                </a:solidFill>
                <a:effectLst/>
                <a:uLnTx/>
                <a:uFillTx/>
                <a:latin typeface="Century Gothic" panose="020B0502020202020204" pitchFamily="34" charset="0"/>
              </a:rPr>
              <a:t>Phase </a:t>
            </a:r>
            <a:r>
              <a:rPr kumimoji="0" lang="en-US" sz="1400" b="1" i="0" strike="noStrike" kern="0" cap="all" spc="0" normalizeH="0" baseline="0" noProof="0">
                <a:ln>
                  <a:noFill/>
                </a:ln>
                <a:solidFill>
                  <a:prstClr val="black"/>
                </a:solidFill>
                <a:effectLst/>
                <a:uLnTx/>
                <a:uFillTx/>
                <a:latin typeface="Century Gothic" panose="020B0502020202020204" pitchFamily="34" charset="0"/>
              </a:rPr>
              <a:t>3 </a:t>
            </a:r>
            <a:r>
              <a:rPr kumimoji="0" lang="en-US" sz="1400" i="0" strike="noStrike" kern="0" spc="0" normalizeH="0" baseline="0" noProof="0">
                <a:ln>
                  <a:noFill/>
                </a:ln>
                <a:solidFill>
                  <a:prstClr val="black"/>
                </a:solidFill>
                <a:effectLst/>
                <a:uLnTx/>
                <a:uFillTx/>
                <a:latin typeface="Century Gothic" panose="020B0502020202020204" pitchFamily="34" charset="0"/>
              </a:rPr>
              <a:t>Architecture Design</a:t>
            </a:r>
            <a:endParaRPr kumimoji="0" lang="en-US" sz="1400" i="0" strike="noStrike" kern="0" cap="all" spc="0" normalizeH="0" baseline="0" noProof="0">
              <a:ln>
                <a:noFill/>
              </a:ln>
              <a:solidFill>
                <a:prstClr val="black"/>
              </a:solidFill>
              <a:effectLst/>
              <a:uLnTx/>
              <a:uFillTx/>
              <a:latin typeface="Century Gothic" panose="020B0502020202020204" pitchFamily="34" charset="0"/>
            </a:endParaRPr>
          </a:p>
        </p:txBody>
      </p:sp>
      <p:sp>
        <p:nvSpPr>
          <p:cNvPr id="227" name="TextBox 226">
            <a:extLst>
              <a:ext uri="{FF2B5EF4-FFF2-40B4-BE49-F238E27FC236}">
                <a16:creationId xmlns:a16="http://schemas.microsoft.com/office/drawing/2014/main" id="{F9FAC4C5-8FA0-42DA-A100-E254C301CEF4}"/>
              </a:ext>
            </a:extLst>
          </p:cNvPr>
          <p:cNvSpPr txBox="1"/>
          <p:nvPr/>
        </p:nvSpPr>
        <p:spPr>
          <a:xfrm>
            <a:off x="556428" y="1946226"/>
            <a:ext cx="1448832" cy="492443"/>
          </a:xfrm>
          <a:prstGeom prst="rect">
            <a:avLst/>
          </a:prstGeom>
          <a:noFill/>
        </p:spPr>
        <p:txBody>
          <a:bodyPr wrap="square" rtlCol="0" anchor="ctr">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400" b="1" i="0" strike="noStrike" kern="0" spc="0" normalizeH="0" baseline="0" noProof="0">
                <a:ln>
                  <a:noFill/>
                </a:ln>
                <a:solidFill>
                  <a:prstClr val="black"/>
                </a:solidFill>
                <a:effectLst/>
                <a:uLnTx/>
                <a:uFillTx/>
                <a:latin typeface="Century Gothic" panose="020B0502020202020204" pitchFamily="34" charset="0"/>
              </a:rPr>
              <a:t>Phase </a:t>
            </a:r>
            <a:r>
              <a:rPr kumimoji="0" lang="en-US" sz="1400" b="1" i="0" strike="noStrike" kern="0" cap="all" spc="0" normalizeH="0" baseline="0" noProof="0">
                <a:ln>
                  <a:noFill/>
                </a:ln>
                <a:solidFill>
                  <a:prstClr val="black"/>
                </a:solidFill>
                <a:effectLst/>
                <a:uLnTx/>
                <a:uFillTx/>
                <a:latin typeface="Century Gothic" panose="020B0502020202020204" pitchFamily="34" charset="0"/>
              </a:rPr>
              <a:t>4 </a:t>
            </a:r>
            <a:r>
              <a:rPr kumimoji="0" lang="en-US" sz="1200" i="0" strike="noStrike" kern="0" spc="0" normalizeH="0" baseline="0" noProof="0">
                <a:ln>
                  <a:noFill/>
                </a:ln>
                <a:solidFill>
                  <a:prstClr val="black"/>
                </a:solidFill>
                <a:effectLst/>
                <a:uLnTx/>
                <a:uFillTx/>
                <a:latin typeface="Century Gothic" panose="020B0502020202020204" pitchFamily="34" charset="0"/>
              </a:rPr>
              <a:t>Development</a:t>
            </a:r>
            <a:endParaRPr kumimoji="0" lang="en-US" sz="1200" i="0" strike="noStrike" kern="0" cap="all" spc="0" normalizeH="0" baseline="0" noProof="0">
              <a:ln>
                <a:noFill/>
              </a:ln>
              <a:solidFill>
                <a:prstClr val="black"/>
              </a:solidFill>
              <a:effectLst/>
              <a:uLnTx/>
              <a:uFillTx/>
              <a:latin typeface="Century Gothic" panose="020B0502020202020204" pitchFamily="34" charset="0"/>
            </a:endParaRPr>
          </a:p>
        </p:txBody>
      </p:sp>
      <p:sp>
        <p:nvSpPr>
          <p:cNvPr id="232" name="Text Placeholder 44">
            <a:extLst>
              <a:ext uri="{FF2B5EF4-FFF2-40B4-BE49-F238E27FC236}">
                <a16:creationId xmlns:a16="http://schemas.microsoft.com/office/drawing/2014/main" id="{0A5C8B25-4006-44DD-983B-95B0293E1DA5}"/>
              </a:ext>
            </a:extLst>
          </p:cNvPr>
          <p:cNvSpPr txBox="1">
            <a:spLocks/>
          </p:cNvSpPr>
          <p:nvPr/>
        </p:nvSpPr>
        <p:spPr>
          <a:xfrm>
            <a:off x="2010005" y="5903775"/>
            <a:ext cx="1347519" cy="485673"/>
          </a:xfrm>
          <a:prstGeom prst="rect">
            <a:avLst/>
          </a:prstGeom>
        </p:spPr>
        <p:txBody>
          <a:bodyPr vert="horz" lIns="0" tIns="0" rIns="0" bIns="0" rtlCol="0">
            <a:normAutofit/>
          </a:bodyPr>
          <a:lstStyle>
            <a:lvl1pPr marL="0" indent="0" algn="ctr" defTabSz="914400" rtl="0" eaLnBrk="1" latinLnBrk="0" hangingPunct="1">
              <a:lnSpc>
                <a:spcPct val="90000"/>
              </a:lnSpc>
              <a:spcBef>
                <a:spcPts val="200"/>
              </a:spcBef>
              <a:buFont typeface="Arial" panose="020B0604020202020204" pitchFamily="34" charset="0"/>
              <a:buNone/>
              <a:defRPr sz="1200" b="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1" kern="1200">
                <a:solidFill>
                  <a:schemeClr val="accent2"/>
                </a:solidFill>
                <a:latin typeface="+mj-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1" kern="1200">
                <a:solidFill>
                  <a:schemeClr val="accent2"/>
                </a:solidFill>
                <a:latin typeface="+mj-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1" kern="1200">
                <a:solidFill>
                  <a:schemeClr val="accent2"/>
                </a:solidFill>
                <a:latin typeface="+mj-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1" kern="1200">
                <a:solidFill>
                  <a:schemeClr val="accent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200"/>
              </a:spcBef>
              <a:spcAft>
                <a:spcPts val="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Quarter goals</a:t>
            </a:r>
            <a:br>
              <a:rPr kumimoji="0" lang="en-US" sz="1200" b="0" i="0" u="none" strike="noStrike" kern="1200" cap="none" spc="0" normalizeH="0" baseline="0" noProof="0">
                <a:ln>
                  <a:noFill/>
                </a:ln>
                <a:solidFill>
                  <a:srgbClr val="FFFFFF"/>
                </a:solidFill>
                <a:effectLst/>
                <a:uLnTx/>
                <a:uFillTx/>
                <a:latin typeface="Arial"/>
                <a:ea typeface="+mn-ea"/>
                <a:cs typeface="+mn-cs"/>
              </a:rPr>
            </a:br>
            <a:r>
              <a:rPr kumimoji="0" lang="en-US" sz="1200" b="0" i="0" u="none" strike="noStrike" kern="1200" cap="none" spc="0" normalizeH="0" baseline="0" noProof="0">
                <a:ln>
                  <a:noFill/>
                </a:ln>
                <a:solidFill>
                  <a:srgbClr val="FFFFFF"/>
                </a:solidFill>
                <a:effectLst/>
                <a:uLnTx/>
                <a:uFillTx/>
                <a:latin typeface="Arial"/>
                <a:ea typeface="+mn-ea"/>
                <a:cs typeface="+mn-cs"/>
              </a:rPr>
              <a:t>description</a:t>
            </a:r>
            <a:endParaRPr kumimoji="0" lang="ru-RU" sz="1200" b="0" i="0" u="none" strike="noStrike" kern="1200" cap="none" spc="0" normalizeH="0" baseline="0" noProof="0">
              <a:ln>
                <a:noFill/>
              </a:ln>
              <a:solidFill>
                <a:srgbClr val="FFFFFF"/>
              </a:solidFill>
              <a:effectLst/>
              <a:uLnTx/>
              <a:uFillTx/>
              <a:latin typeface="Arial"/>
              <a:ea typeface="+mn-ea"/>
              <a:cs typeface="+mn-cs"/>
            </a:endParaRPr>
          </a:p>
        </p:txBody>
      </p:sp>
      <p:sp>
        <p:nvSpPr>
          <p:cNvPr id="237" name="Text Placeholder 45">
            <a:extLst>
              <a:ext uri="{FF2B5EF4-FFF2-40B4-BE49-F238E27FC236}">
                <a16:creationId xmlns:a16="http://schemas.microsoft.com/office/drawing/2014/main" id="{5A2AF31E-BEEC-40F4-A5F4-A352BC814D07}"/>
              </a:ext>
            </a:extLst>
          </p:cNvPr>
          <p:cNvSpPr txBox="1">
            <a:spLocks/>
          </p:cNvSpPr>
          <p:nvPr/>
        </p:nvSpPr>
        <p:spPr>
          <a:xfrm>
            <a:off x="5515890" y="5637643"/>
            <a:ext cx="1347519" cy="393143"/>
          </a:xfrm>
          <a:prstGeom prst="rect">
            <a:avLst/>
          </a:prstGeom>
        </p:spPr>
        <p:txBody>
          <a:bodyPr vert="horz" lIns="0" tIns="0" rIns="0" bIns="0" rtlCol="0" anchor="ctr" anchorCtr="0">
            <a:noAutofit/>
          </a:bodyPr>
          <a:lstStyle>
            <a:lvl1pPr marL="0" indent="0" algn="ctr" defTabSz="914400" rtl="0" eaLnBrk="1" latinLnBrk="0" hangingPunct="1">
              <a:lnSpc>
                <a:spcPct val="90000"/>
              </a:lnSpc>
              <a:spcBef>
                <a:spcPts val="200"/>
              </a:spcBef>
              <a:buFont typeface="Arial" panose="020B0604020202020204" pitchFamily="34" charset="0"/>
              <a:buNone/>
              <a:defRPr sz="3500" b="1" kern="1200">
                <a:solidFill>
                  <a:schemeClr val="accent1">
                    <a:lumMod val="20000"/>
                    <a:lumOff val="80000"/>
                  </a:schemeClr>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1" kern="1200">
                <a:solidFill>
                  <a:schemeClr val="accent2"/>
                </a:solidFill>
                <a:latin typeface="+mj-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1" kern="1200">
                <a:solidFill>
                  <a:schemeClr val="accent2"/>
                </a:solidFill>
                <a:latin typeface="+mj-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1" kern="1200">
                <a:solidFill>
                  <a:schemeClr val="accent2"/>
                </a:solidFill>
                <a:latin typeface="+mj-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1" kern="1200">
                <a:solidFill>
                  <a:schemeClr val="accent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200"/>
              </a:spcBef>
              <a:spcAft>
                <a:spcPts val="0"/>
              </a:spcAft>
              <a:buClrTx/>
              <a:buSzTx/>
              <a:buFont typeface="Arial" panose="020B0604020202020204" pitchFamily="34" charset="0"/>
              <a:buNone/>
              <a:tabLst/>
              <a:defRPr/>
            </a:pPr>
            <a:endParaRPr lang="en-US" sz="3500" b="1" i="0" u="none" strike="noStrike" kern="1200" cap="none" spc="0" normalizeH="0" baseline="0" noProof="0">
              <a:ln>
                <a:noFill/>
              </a:ln>
              <a:solidFill>
                <a:srgbClr val="C24E2E"/>
              </a:solidFill>
              <a:effectLst/>
              <a:uLnTx/>
              <a:uFillTx/>
              <a:latin typeface="Century Gothic"/>
            </a:endParaRPr>
          </a:p>
        </p:txBody>
      </p:sp>
      <p:sp>
        <p:nvSpPr>
          <p:cNvPr id="249" name="TextBox 248">
            <a:extLst>
              <a:ext uri="{FF2B5EF4-FFF2-40B4-BE49-F238E27FC236}">
                <a16:creationId xmlns:a16="http://schemas.microsoft.com/office/drawing/2014/main" id="{983220E9-111B-457D-A1CB-3DAF76DB4958}"/>
              </a:ext>
            </a:extLst>
          </p:cNvPr>
          <p:cNvSpPr txBox="1"/>
          <p:nvPr/>
        </p:nvSpPr>
        <p:spPr>
          <a:xfrm>
            <a:off x="12875" y="1425088"/>
            <a:ext cx="1997128" cy="523220"/>
          </a:xfrm>
          <a:prstGeom prst="rect">
            <a:avLst/>
          </a:prstGeom>
          <a:noFill/>
        </p:spPr>
        <p:txBody>
          <a:bodyPr wrap="square" rtlCol="0" anchor="ctr">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400" b="1" i="0" strike="noStrike" kern="0" spc="0" normalizeH="0" baseline="0" noProof="0">
                <a:ln>
                  <a:noFill/>
                </a:ln>
                <a:solidFill>
                  <a:prstClr val="black"/>
                </a:solidFill>
                <a:effectLst/>
                <a:uLnTx/>
                <a:uFillTx/>
                <a:latin typeface="Century Gothic" panose="020B0502020202020204" pitchFamily="34" charset="0"/>
              </a:rPr>
              <a:t>Phase </a:t>
            </a:r>
            <a:r>
              <a:rPr kumimoji="0" lang="en-US" sz="1400" b="1" i="0" strike="noStrike" kern="0" cap="all" spc="0" normalizeH="0" baseline="0" noProof="0">
                <a:ln>
                  <a:noFill/>
                </a:ln>
                <a:solidFill>
                  <a:prstClr val="black"/>
                </a:solidFill>
                <a:effectLst/>
                <a:uLnTx/>
                <a:uFillTx/>
                <a:latin typeface="Century Gothic" panose="020B0502020202020204" pitchFamily="34" charset="0"/>
              </a:rPr>
              <a:t>5</a:t>
            </a:r>
          </a:p>
          <a:p>
            <a:pPr marL="0" marR="0" lvl="0" indent="0" algn="r" defTabSz="914400" eaLnBrk="1" fontAlgn="auto" latinLnBrk="0" hangingPunct="1">
              <a:lnSpc>
                <a:spcPct val="100000"/>
              </a:lnSpc>
              <a:spcBef>
                <a:spcPts val="0"/>
              </a:spcBef>
              <a:spcAft>
                <a:spcPts val="0"/>
              </a:spcAft>
              <a:buClrTx/>
              <a:buSzTx/>
              <a:buFontTx/>
              <a:buNone/>
              <a:tabLst/>
              <a:defRPr/>
            </a:pPr>
            <a:r>
              <a:rPr kumimoji="0" lang="en-US" sz="1400" b="1" i="0" strike="noStrike" kern="0" cap="all" spc="0" normalizeH="0" baseline="0" noProof="0">
                <a:ln>
                  <a:noFill/>
                </a:ln>
                <a:solidFill>
                  <a:prstClr val="black"/>
                </a:solidFill>
                <a:effectLst/>
                <a:uLnTx/>
                <a:uFillTx/>
                <a:latin typeface="Century Gothic" panose="020B0502020202020204" pitchFamily="34" charset="0"/>
              </a:rPr>
              <a:t> </a:t>
            </a:r>
            <a:r>
              <a:rPr kumimoji="0" lang="en-US" sz="1400" i="0" strike="noStrike" kern="0" cap="all" spc="0" normalizeH="0" baseline="0" noProof="0">
                <a:ln>
                  <a:noFill/>
                </a:ln>
                <a:solidFill>
                  <a:prstClr val="black"/>
                </a:solidFill>
                <a:effectLst/>
                <a:uLnTx/>
                <a:uFillTx/>
                <a:latin typeface="Century Gothic" panose="020B0502020202020204" pitchFamily="34" charset="0"/>
              </a:rPr>
              <a:t>I</a:t>
            </a:r>
            <a:r>
              <a:rPr kumimoji="0" lang="en-US" sz="1400" i="0" strike="noStrike" kern="0" spc="0" normalizeH="0" baseline="0" noProof="0">
                <a:ln>
                  <a:noFill/>
                </a:ln>
                <a:solidFill>
                  <a:prstClr val="black"/>
                </a:solidFill>
                <a:effectLst/>
                <a:uLnTx/>
                <a:uFillTx/>
                <a:latin typeface="Century Gothic" panose="020B0502020202020204" pitchFamily="34" charset="0"/>
              </a:rPr>
              <a:t>ntegration</a:t>
            </a:r>
            <a:r>
              <a:rPr kumimoji="0" lang="en-US" sz="1400" i="0" strike="noStrike" kern="0" cap="all" spc="0" normalizeH="0" baseline="0" noProof="0">
                <a:ln>
                  <a:noFill/>
                </a:ln>
                <a:solidFill>
                  <a:prstClr val="black"/>
                </a:solidFill>
                <a:effectLst/>
                <a:uLnTx/>
                <a:uFillTx/>
                <a:latin typeface="Century Gothic" panose="020B0502020202020204" pitchFamily="34" charset="0"/>
              </a:rPr>
              <a:t> &amp; </a:t>
            </a:r>
            <a:r>
              <a:rPr kumimoji="0" lang="en-US" sz="1400" i="0" strike="noStrike" kern="0" spc="0" normalizeH="0" baseline="0" noProof="0">
                <a:ln>
                  <a:noFill/>
                </a:ln>
                <a:solidFill>
                  <a:prstClr val="black"/>
                </a:solidFill>
                <a:effectLst/>
                <a:uLnTx/>
                <a:uFillTx/>
                <a:latin typeface="Century Gothic" panose="020B0502020202020204" pitchFamily="34" charset="0"/>
              </a:rPr>
              <a:t>Testing</a:t>
            </a:r>
            <a:endParaRPr kumimoji="0" lang="en-US" sz="1400" i="0" strike="noStrike" kern="0" cap="all" spc="0" normalizeH="0" baseline="0" noProof="0">
              <a:ln>
                <a:noFill/>
              </a:ln>
              <a:solidFill>
                <a:prstClr val="black"/>
              </a:solidFill>
              <a:effectLst/>
              <a:uLnTx/>
              <a:uFillTx/>
              <a:latin typeface="Century Gothic" panose="020B0502020202020204" pitchFamily="34" charset="0"/>
            </a:endParaRPr>
          </a:p>
        </p:txBody>
      </p:sp>
      <p:cxnSp>
        <p:nvCxnSpPr>
          <p:cNvPr id="251" name="Straight Connector 250">
            <a:extLst>
              <a:ext uri="{FF2B5EF4-FFF2-40B4-BE49-F238E27FC236}">
                <a16:creationId xmlns:a16="http://schemas.microsoft.com/office/drawing/2014/main" id="{A897BC0F-8F27-44C8-9199-04298C8C05B5}"/>
              </a:ext>
            </a:extLst>
          </p:cNvPr>
          <p:cNvCxnSpPr>
            <a:cxnSpLocks/>
            <a:endCxn id="169" idx="0"/>
          </p:cNvCxnSpPr>
          <p:nvPr/>
        </p:nvCxnSpPr>
        <p:spPr>
          <a:xfrm>
            <a:off x="4391872" y="3451091"/>
            <a:ext cx="0" cy="1029670"/>
          </a:xfrm>
          <a:prstGeom prst="line">
            <a:avLst/>
          </a:prstGeom>
          <a:noFill/>
          <a:ln w="6350" cap="flat" cmpd="sng" algn="ctr">
            <a:solidFill>
              <a:srgbClr val="DBD9D3"/>
            </a:solidFill>
            <a:prstDash val="solid"/>
            <a:miter lim="800000"/>
          </a:ln>
          <a:effectLst/>
        </p:spPr>
      </p:cxnSp>
      <p:sp>
        <p:nvSpPr>
          <p:cNvPr id="255" name="TextBox 254">
            <a:extLst>
              <a:ext uri="{FF2B5EF4-FFF2-40B4-BE49-F238E27FC236}">
                <a16:creationId xmlns:a16="http://schemas.microsoft.com/office/drawing/2014/main" id="{951F4A06-E743-4A9D-839F-43756558AC6A}"/>
              </a:ext>
            </a:extLst>
          </p:cNvPr>
          <p:cNvSpPr txBox="1"/>
          <p:nvPr/>
        </p:nvSpPr>
        <p:spPr>
          <a:xfrm>
            <a:off x="3305010" y="3125178"/>
            <a:ext cx="533736" cy="246221"/>
          </a:xfrm>
          <a:prstGeom prst="rect">
            <a:avLst/>
          </a:prstGeom>
          <a:noFill/>
        </p:spPr>
        <p:txBody>
          <a:bodyPr wrap="non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4" normalizeH="0" baseline="0" noProof="0">
                <a:ln>
                  <a:noFill/>
                </a:ln>
                <a:solidFill>
                  <a:prstClr val="black"/>
                </a:solidFill>
                <a:effectLst/>
                <a:uLnTx/>
                <a:uFillTx/>
              </a:rPr>
              <a:t>Feb 6 -</a:t>
            </a:r>
          </a:p>
        </p:txBody>
      </p:sp>
      <p:sp>
        <p:nvSpPr>
          <p:cNvPr id="264" name="Text Placeholder 92">
            <a:extLst>
              <a:ext uri="{FF2B5EF4-FFF2-40B4-BE49-F238E27FC236}">
                <a16:creationId xmlns:a16="http://schemas.microsoft.com/office/drawing/2014/main" id="{E9900692-AC0B-4CBD-94B4-40F44FE61F79}"/>
              </a:ext>
            </a:extLst>
          </p:cNvPr>
          <p:cNvSpPr txBox="1">
            <a:spLocks/>
          </p:cNvSpPr>
          <p:nvPr/>
        </p:nvSpPr>
        <p:spPr>
          <a:xfrm>
            <a:off x="10099395" y="5255700"/>
            <a:ext cx="1347519" cy="433916"/>
          </a:xfrm>
          <a:prstGeom prst="rect">
            <a:avLst/>
          </a:prstGeom>
        </p:spPr>
        <p:txBody>
          <a:bodyPr vert="horz" lIns="180000" tIns="0" rIns="0" bIns="0" rtlCol="0">
            <a:normAutofit/>
          </a:bodyPr>
          <a:lstStyle>
            <a:lvl1pPr marL="0" indent="0" algn="l" defTabSz="914400" rtl="0" eaLnBrk="1" latinLnBrk="0" hangingPunct="1">
              <a:lnSpc>
                <a:spcPct val="90000"/>
              </a:lnSpc>
              <a:spcBef>
                <a:spcPts val="200"/>
              </a:spcBef>
              <a:buFont typeface="Arial" panose="020B0604020202020204" pitchFamily="34" charset="0"/>
              <a:buNone/>
              <a:defRPr sz="1400" b="1"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1" kern="1200">
                <a:solidFill>
                  <a:schemeClr val="accent2"/>
                </a:solidFill>
                <a:latin typeface="+mj-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1" kern="1200">
                <a:solidFill>
                  <a:schemeClr val="accent2"/>
                </a:solidFill>
                <a:latin typeface="+mj-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1" kern="1200">
                <a:solidFill>
                  <a:schemeClr val="accent2"/>
                </a:solidFill>
                <a:latin typeface="+mj-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1" kern="1200">
                <a:solidFill>
                  <a:schemeClr val="accent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2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Century Gothic"/>
                <a:ea typeface="+mn-ea"/>
                <a:cs typeface="+mn-cs"/>
              </a:rPr>
              <a:t>PROJECT</a:t>
            </a:r>
            <a:br>
              <a:rPr kumimoji="0" lang="en-US" sz="1400" b="0" i="0" u="none" strike="noStrike" kern="1200" cap="none" spc="0" normalizeH="0" baseline="0" noProof="0">
                <a:ln>
                  <a:noFill/>
                </a:ln>
                <a:solidFill>
                  <a:srgbClr val="000000"/>
                </a:solidFill>
                <a:effectLst/>
                <a:uLnTx/>
                <a:uFillTx/>
                <a:latin typeface="Century Gothic"/>
                <a:ea typeface="+mn-ea"/>
                <a:cs typeface="+mn-cs"/>
              </a:rPr>
            </a:br>
            <a:r>
              <a:rPr kumimoji="0" lang="en-US" sz="1400" b="0" i="0" u="none" strike="noStrike" kern="1200" cap="none" spc="0" normalizeH="0" baseline="0" noProof="0">
                <a:ln>
                  <a:noFill/>
                </a:ln>
                <a:solidFill>
                  <a:srgbClr val="000000"/>
                </a:solidFill>
                <a:effectLst/>
                <a:uLnTx/>
                <a:uFillTx/>
                <a:latin typeface="Century Gothic"/>
                <a:ea typeface="+mn-ea"/>
                <a:cs typeface="+mn-cs"/>
              </a:rPr>
              <a:t>FINISHES</a:t>
            </a:r>
          </a:p>
        </p:txBody>
      </p:sp>
    </p:spTree>
    <p:extLst>
      <p:ext uri="{BB962C8B-B14F-4D97-AF65-F5344CB8AC3E}">
        <p14:creationId xmlns:p14="http://schemas.microsoft.com/office/powerpoint/2010/main" val="4575541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220134" y="1412488"/>
            <a:ext cx="3517256" cy="4363844"/>
          </a:xfrm>
        </p:spPr>
        <p:txBody>
          <a:bodyPr anchor="t">
            <a:normAutofit/>
          </a:bodyPr>
          <a:lstStyle/>
          <a:p>
            <a:r>
              <a:rPr lang="en-US" sz="4000">
                <a:solidFill>
                  <a:srgbClr val="FFFFFF"/>
                </a:solidFill>
              </a:rPr>
              <a:t>What’s Next?</a:t>
            </a:r>
            <a:br>
              <a:rPr lang="en-US" sz="4000">
                <a:solidFill>
                  <a:srgbClr val="FFFFFF"/>
                </a:solidFill>
              </a:rPr>
            </a:br>
            <a:br>
              <a:rPr lang="en-US" sz="4000">
                <a:solidFill>
                  <a:srgbClr val="FFFFFF"/>
                </a:solidFill>
              </a:rPr>
            </a:br>
            <a:r>
              <a:rPr lang="en-US" sz="4000">
                <a:solidFill>
                  <a:srgbClr val="FFFFFF"/>
                </a:solidFill>
              </a:rPr>
              <a:t>  </a:t>
            </a:r>
            <a:endParaRPr lang="en-US" sz="4000" u="sng">
              <a:solidFill>
                <a:srgbClr val="FFFFFF"/>
              </a:solidFill>
            </a:endParaRPr>
          </a:p>
        </p:txBody>
      </p:sp>
      <p:cxnSp>
        <p:nvCxnSpPr>
          <p:cNvPr id="15" name="Straight Connector 1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49830AE6-3D29-4888-9A98-CA7098D82180}"/>
              </a:ext>
            </a:extLst>
          </p:cNvPr>
          <p:cNvSpPr>
            <a:spLocks noGrp="1"/>
          </p:cNvSpPr>
          <p:nvPr>
            <p:ph type="ftr" sz="quarter" idx="11"/>
          </p:nvPr>
        </p:nvSpPr>
        <p:spPr>
          <a:xfrm>
            <a:off x="4380854" y="6356350"/>
            <a:ext cx="4059047" cy="365125"/>
          </a:xfrm>
        </p:spPr>
        <p:txBody>
          <a:bodyPr>
            <a:norm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SEER - A Real-Time Pedestrian Detection and Tracking System for Intelligent Vehicles</a:t>
            </a:r>
          </a:p>
        </p:txBody>
      </p: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9202366" y="6356350"/>
            <a:ext cx="2151434"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F98ACD2-9D07-46C2-95A3-67E0301C77F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29</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17" name="Content Placeholder 7">
            <a:extLst>
              <a:ext uri="{FF2B5EF4-FFF2-40B4-BE49-F238E27FC236}">
                <a16:creationId xmlns:a16="http://schemas.microsoft.com/office/drawing/2014/main" id="{16ABED77-31FE-4EDA-A472-E0B431693583}"/>
              </a:ext>
            </a:extLst>
          </p:cNvPr>
          <p:cNvGraphicFramePr>
            <a:graphicFrameLocks/>
          </p:cNvGraphicFramePr>
          <p:nvPr>
            <p:extLst>
              <p:ext uri="{D42A27DB-BD31-4B8C-83A1-F6EECF244321}">
                <p14:modId xmlns:p14="http://schemas.microsoft.com/office/powerpoint/2010/main" val="4232351419"/>
              </p:ext>
            </p:extLst>
          </p:nvPr>
        </p:nvGraphicFramePr>
        <p:xfrm>
          <a:off x="4879340" y="583730"/>
          <a:ext cx="6513604" cy="55529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381359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838200" y="1412488"/>
            <a:ext cx="2899189" cy="4363844"/>
          </a:xfrm>
        </p:spPr>
        <p:txBody>
          <a:bodyPr anchor="t">
            <a:normAutofit/>
          </a:bodyPr>
          <a:lstStyle/>
          <a:p>
            <a:r>
              <a:rPr lang="en-US" sz="4000">
                <a:solidFill>
                  <a:srgbClr val="FFFFFF"/>
                </a:solidFill>
                <a:latin typeface="Raleway"/>
              </a:rPr>
              <a:t>Queries</a:t>
            </a:r>
            <a:endParaRPr lang="en-US" sz="4000" u="sng">
              <a:solidFill>
                <a:srgbClr val="FFFFFF"/>
              </a:solidFill>
            </a:endParaRPr>
          </a:p>
        </p:txBody>
      </p:sp>
      <p:cxnSp>
        <p:nvCxnSpPr>
          <p:cNvPr id="15" name="Straight Connector 1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49830AE6-3D29-4888-9A98-CA7098D82180}"/>
              </a:ext>
            </a:extLst>
          </p:cNvPr>
          <p:cNvSpPr>
            <a:spLocks noGrp="1"/>
          </p:cNvSpPr>
          <p:nvPr>
            <p:ph type="ftr" sz="quarter" idx="11"/>
          </p:nvPr>
        </p:nvSpPr>
        <p:spPr>
          <a:xfrm>
            <a:off x="4380854" y="6356350"/>
            <a:ext cx="4059047" cy="365125"/>
          </a:xfrm>
        </p:spPr>
        <p:txBody>
          <a:bodyPr>
            <a:norm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SEER - A Real-Time Pedestrian Detection and Tracking System for Intelligent Vehicles</a:t>
            </a:r>
          </a:p>
        </p:txBody>
      </p: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9202366" y="6356350"/>
            <a:ext cx="2151434"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F98ACD2-9D07-46C2-95A3-67E0301C77F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30</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56D3E20F-BBB9-42F4-AB6D-702DF5176EBE}"/>
              </a:ext>
            </a:extLst>
          </p:cNvPr>
          <p:cNvSpPr txBox="1"/>
          <p:nvPr/>
        </p:nvSpPr>
        <p:spPr>
          <a:xfrm>
            <a:off x="4871631" y="1438711"/>
            <a:ext cx="6533791" cy="3693319"/>
          </a:xfrm>
          <a:prstGeom prst="rect">
            <a:avLst/>
          </a:prstGeom>
          <a:solidFill>
            <a:schemeClr val="bg1"/>
          </a:solidFill>
        </p:spPr>
        <p:txBody>
          <a:bodyPr wrap="square" rtlCol="0" anchor="t">
            <a:spAutoFit/>
          </a:bodyPr>
          <a:lstStyle/>
          <a:p>
            <a:r>
              <a:rPr lang="en-US"/>
              <a:t>Given the current situation, it is difficult to physically collaborate. We require supervision/suggestions regarding the following issues:</a:t>
            </a:r>
          </a:p>
          <a:p>
            <a:endParaRPr lang="en-US"/>
          </a:p>
          <a:p>
            <a:pPr marL="342900" indent="-342900">
              <a:buFont typeface="+mj-lt"/>
              <a:buAutoNum type="arabicPeriod"/>
            </a:pPr>
            <a:r>
              <a:rPr lang="en-US"/>
              <a:t>Data Acquisition – How to acquire dataset (real-time)?</a:t>
            </a:r>
            <a:endParaRPr lang="en-US">
              <a:cs typeface="Calibri"/>
            </a:endParaRPr>
          </a:p>
          <a:p>
            <a:pPr marL="342900" indent="-342900">
              <a:buFont typeface="+mj-lt"/>
              <a:buAutoNum type="arabicPeriod"/>
            </a:pPr>
            <a:r>
              <a:rPr lang="en-US"/>
              <a:t>Possibility/Scope of Hardware Implementation (camera + processing unit).</a:t>
            </a:r>
            <a:endParaRPr lang="en-US">
              <a:cs typeface="Calibri"/>
            </a:endParaRPr>
          </a:p>
          <a:p>
            <a:endParaRPr lang="en-US">
              <a:cs typeface="Calibri"/>
            </a:endParaRPr>
          </a:p>
          <a:p>
            <a:pPr marL="342900" indent="-342900">
              <a:buFont typeface="Calibri Light" panose="020F0302020204030204"/>
              <a:buAutoNum type="arabicPeriod"/>
            </a:pPr>
            <a:endParaRPr lang="en-US">
              <a:cs typeface="Calibri"/>
            </a:endParaRPr>
          </a:p>
          <a:p>
            <a:pPr marL="342900" indent="-342900">
              <a:buFont typeface="Calibri Light" panose="020F0302020204030204"/>
              <a:buAutoNum type="arabicPeriod"/>
            </a:pPr>
            <a:endParaRPr lang="en-US">
              <a:cs typeface="Calibri"/>
            </a:endParaRPr>
          </a:p>
          <a:p>
            <a:pPr marL="342900" indent="-342900">
              <a:buFont typeface="Calibri Light" panose="020F0302020204030204"/>
              <a:buAutoNum type="arabicPeriod"/>
            </a:pPr>
            <a:endParaRPr lang="en-US">
              <a:cs typeface="Calibri"/>
            </a:endParaRPr>
          </a:p>
          <a:p>
            <a:pPr marL="342900" indent="-342900">
              <a:buFont typeface="Calibri Light" panose="020F0302020204030204"/>
              <a:buAutoNum type="arabicPeriod"/>
            </a:pPr>
            <a:endParaRPr lang="en-US">
              <a:cs typeface="Calibri"/>
            </a:endParaRPr>
          </a:p>
          <a:p>
            <a:endParaRPr lang="en-US">
              <a:cs typeface="Calibri"/>
            </a:endParaRPr>
          </a:p>
          <a:p>
            <a:endParaRPr lang="en-US">
              <a:cs typeface="Calibri"/>
            </a:endParaRPr>
          </a:p>
        </p:txBody>
      </p:sp>
    </p:spTree>
    <p:extLst>
      <p:ext uri="{BB962C8B-B14F-4D97-AF65-F5344CB8AC3E}">
        <p14:creationId xmlns:p14="http://schemas.microsoft.com/office/powerpoint/2010/main" val="12692466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152ADB85-0025-4E0A-B62D-0D6377972C2F}"/>
              </a:ext>
            </a:extLst>
          </p:cNvPr>
          <p:cNvSpPr>
            <a:spLocks noGrp="1"/>
          </p:cNvSpPr>
          <p:nvPr>
            <p:ph type="title"/>
          </p:nvPr>
        </p:nvSpPr>
        <p:spPr>
          <a:xfrm>
            <a:off x="838200" y="1412488"/>
            <a:ext cx="2899189" cy="4363844"/>
          </a:xfrm>
        </p:spPr>
        <p:txBody>
          <a:bodyPr anchor="t">
            <a:normAutofit/>
          </a:bodyPr>
          <a:lstStyle/>
          <a:p>
            <a:r>
              <a:rPr lang="en-US" sz="4000">
                <a:solidFill>
                  <a:srgbClr val="FFFFFF"/>
                </a:solidFill>
              </a:rPr>
              <a:t>Thank You</a:t>
            </a:r>
            <a:endParaRPr lang="en-US" sz="4000" u="sng">
              <a:solidFill>
                <a:srgbClr val="FFFFFF"/>
              </a:solidFill>
            </a:endParaRPr>
          </a:p>
        </p:txBody>
      </p:sp>
      <p:cxnSp>
        <p:nvCxnSpPr>
          <p:cNvPr id="15" name="Straight Connector 1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49830AE6-3D29-4888-9A98-CA7098D82180}"/>
              </a:ext>
            </a:extLst>
          </p:cNvPr>
          <p:cNvSpPr>
            <a:spLocks noGrp="1"/>
          </p:cNvSpPr>
          <p:nvPr>
            <p:ph type="ftr" sz="quarter" idx="11"/>
          </p:nvPr>
        </p:nvSpPr>
        <p:spPr>
          <a:xfrm>
            <a:off x="4380854" y="6356350"/>
            <a:ext cx="4059047" cy="365125"/>
          </a:xfrm>
        </p:spPr>
        <p:txBody>
          <a:bodyPr>
            <a:norm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SEER - A Real-Time Pedestrian Detection and Tracking System for Intelligent Vehicles</a:t>
            </a:r>
          </a:p>
        </p:txBody>
      </p:sp>
      <p:sp>
        <p:nvSpPr>
          <p:cNvPr id="5" name="Slide Number Placeholder 4">
            <a:extLst>
              <a:ext uri="{FF2B5EF4-FFF2-40B4-BE49-F238E27FC236}">
                <a16:creationId xmlns:a16="http://schemas.microsoft.com/office/drawing/2014/main" id="{88E4AEF1-BCC1-469A-84F6-93FCBF447C7B}"/>
              </a:ext>
            </a:extLst>
          </p:cNvPr>
          <p:cNvSpPr>
            <a:spLocks noGrp="1"/>
          </p:cNvSpPr>
          <p:nvPr>
            <p:ph type="sldNum" sz="quarter" idx="12"/>
          </p:nvPr>
        </p:nvSpPr>
        <p:spPr>
          <a:xfrm>
            <a:off x="9202366" y="6356350"/>
            <a:ext cx="2151434"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F98ACD2-9D07-46C2-95A3-67E0301C77F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31</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56D3E20F-BBB9-42F4-AB6D-702DF5176EBE}"/>
              </a:ext>
            </a:extLst>
          </p:cNvPr>
          <p:cNvSpPr txBox="1"/>
          <p:nvPr/>
        </p:nvSpPr>
        <p:spPr>
          <a:xfrm>
            <a:off x="4871631" y="1438711"/>
            <a:ext cx="6533791" cy="3970318"/>
          </a:xfrm>
          <a:prstGeom prst="rect">
            <a:avLst/>
          </a:prstGeom>
          <a:solidFill>
            <a:schemeClr val="bg1"/>
          </a:solidFill>
        </p:spPr>
        <p:txBody>
          <a:bodyPr wrap="square" rtlCol="0">
            <a:spAutoFit/>
          </a:bodyPr>
          <a:lstStyle/>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p:txBody>
      </p:sp>
    </p:spTree>
    <p:extLst>
      <p:ext uri="{BB962C8B-B14F-4D97-AF65-F5344CB8AC3E}">
        <p14:creationId xmlns:p14="http://schemas.microsoft.com/office/powerpoint/2010/main" val="2128196044"/>
      </p:ext>
    </p:extLst>
  </p:cSld>
  <p:clrMapOvr>
    <a:masterClrMapping/>
  </p:clrMapOvr>
</p:sld>
</file>

<file path=ppt/theme/theme1.xml><?xml version="1.0" encoding="utf-8"?>
<a:theme xmlns:a="http://schemas.openxmlformats.org/drawingml/2006/main" name="Office Theme">
  <a:themeElements>
    <a:clrScheme name="Custom 2">
      <a:dk1>
        <a:sysClr val="windowText" lastClr="000000"/>
      </a:dk1>
      <a:lt1>
        <a:sysClr val="window" lastClr="FFFFFF"/>
      </a:lt1>
      <a:dk2>
        <a:srgbClr val="44546A"/>
      </a:dk2>
      <a:lt2>
        <a:srgbClr val="E7E6E6"/>
      </a:lt2>
      <a:accent1>
        <a:srgbClr val="3F3F3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Custom 2">
      <a:dk1>
        <a:sysClr val="windowText" lastClr="000000"/>
      </a:dk1>
      <a:lt1>
        <a:sysClr val="window" lastClr="FFFFFF"/>
      </a:lt1>
      <a:dk2>
        <a:srgbClr val="44546A"/>
      </a:dk2>
      <a:lt2>
        <a:srgbClr val="E7E6E6"/>
      </a:lt2>
      <a:accent1>
        <a:srgbClr val="3F3F3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F1F16907C2EE144B4692905DFBEB046" ma:contentTypeVersion="10" ma:contentTypeDescription="Create a new document." ma:contentTypeScope="" ma:versionID="fbf165582610d4da791f0a72cd2ccfa1">
  <xsd:schema xmlns:xsd="http://www.w3.org/2001/XMLSchema" xmlns:xs="http://www.w3.org/2001/XMLSchema" xmlns:p="http://schemas.microsoft.com/office/2006/metadata/properties" xmlns:ns2="243bcf18-52d6-4fa5-bf41-7e963ca2b5f7" xmlns:ns3="b881ade8-1c8a-4cff-9cc7-dd1d198a9578" targetNamespace="http://schemas.microsoft.com/office/2006/metadata/properties" ma:root="true" ma:fieldsID="282ab59018b3c5326769151739975961" ns2:_="" ns3:_="">
    <xsd:import namespace="243bcf18-52d6-4fa5-bf41-7e963ca2b5f7"/>
    <xsd:import namespace="b881ade8-1c8a-4cff-9cc7-dd1d198a9578"/>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43bcf18-52d6-4fa5-bf41-7e963ca2b5f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881ade8-1c8a-4cff-9cc7-dd1d198a9578"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9E19DBA-B153-42CD-ACE7-4B07EE4002DC}">
  <ds:schemaRefs>
    <ds:schemaRef ds:uri="http://schemas.microsoft.com/sharepoint/v3/contenttype/forms"/>
  </ds:schemaRefs>
</ds:datastoreItem>
</file>

<file path=customXml/itemProps2.xml><?xml version="1.0" encoding="utf-8"?>
<ds:datastoreItem xmlns:ds="http://schemas.openxmlformats.org/officeDocument/2006/customXml" ds:itemID="{D7FE6BE0-FC6F-47C2-904E-4555426EADC4}">
  <ds:schemaRefs>
    <ds:schemaRef ds:uri="243bcf18-52d6-4fa5-bf41-7e963ca2b5f7"/>
    <ds:schemaRef ds:uri="b881ade8-1c8a-4cff-9cc7-dd1d198a9578"/>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867E1233-76FD-42D3-99E6-74026933602C}">
  <ds:schemaRefs>
    <ds:schemaRef ds:uri="243bcf18-52d6-4fa5-bf41-7e963ca2b5f7"/>
    <ds:schemaRef ds:uri="b881ade8-1c8a-4cff-9cc7-dd1d198a957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0</TotalTime>
  <Words>2251</Words>
  <Application>Microsoft Office PowerPoint</Application>
  <PresentationFormat>Widescreen</PresentationFormat>
  <Paragraphs>551</Paragraphs>
  <Slides>31</Slides>
  <Notes>1</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31</vt:i4>
      </vt:variant>
    </vt:vector>
  </HeadingPairs>
  <TitlesOfParts>
    <vt:vector size="42" baseType="lpstr">
      <vt:lpstr>Arial</vt:lpstr>
      <vt:lpstr>Average</vt:lpstr>
      <vt:lpstr>Calibri</vt:lpstr>
      <vt:lpstr>Calibri Light</vt:lpstr>
      <vt:lpstr>Century Gothic</vt:lpstr>
      <vt:lpstr>Helvetica</vt:lpstr>
      <vt:lpstr>Lato</vt:lpstr>
      <vt:lpstr>Raleway</vt:lpstr>
      <vt:lpstr>Times New Roman</vt:lpstr>
      <vt:lpstr>Office Theme</vt:lpstr>
      <vt:lpstr>1_Office Theme</vt:lpstr>
      <vt:lpstr>SEER  A Real-Time Pedestrian Detection and Tracking System for Intelligent Vehicles</vt:lpstr>
      <vt:lpstr>Architecture  Progress Report</vt:lpstr>
      <vt:lpstr>PowerPoint Presentation</vt:lpstr>
      <vt:lpstr>PHASE 2  </vt:lpstr>
      <vt:lpstr>Intelligent Transportation System (ITS)</vt:lpstr>
      <vt:lpstr>IoV and VANET</vt:lpstr>
      <vt:lpstr>IoV  (Contd..)  The main goal of IoV is to realize in-depth integration of human, vehicle, thing, environment to improve efficiency of transportation.</vt:lpstr>
      <vt:lpstr>Comparison of VANETs and IoV</vt:lpstr>
      <vt:lpstr>Communication Technologies in IoV</vt:lpstr>
      <vt:lpstr>Communication Techniques (Contd..)</vt:lpstr>
      <vt:lpstr>Safety Metrics</vt:lpstr>
      <vt:lpstr>Safety Metrics Contd…</vt:lpstr>
      <vt:lpstr>Safety Metrics Contd…</vt:lpstr>
      <vt:lpstr>PHASE 3  </vt:lpstr>
      <vt:lpstr>Physical Architecture</vt:lpstr>
      <vt:lpstr>System Networking</vt:lpstr>
      <vt:lpstr>Access Layer Communication</vt:lpstr>
      <vt:lpstr>Logical Designs</vt:lpstr>
      <vt:lpstr>Centralized Design</vt:lpstr>
      <vt:lpstr>Distributed Design</vt:lpstr>
      <vt:lpstr>Hybrid Design</vt:lpstr>
      <vt:lpstr>Logical Design (Contd….)  Comparison </vt:lpstr>
      <vt:lpstr>PowerPoint Presentation</vt:lpstr>
      <vt:lpstr>PowerPoint Presentation</vt:lpstr>
      <vt:lpstr>PowerPoint Presentation</vt:lpstr>
      <vt:lpstr>PowerPoint Presentation</vt:lpstr>
      <vt:lpstr>System Prototype specification</vt:lpstr>
      <vt:lpstr>PowerPoint Presentation</vt:lpstr>
      <vt:lpstr>What’s Next?    </vt:lpstr>
      <vt:lpstr>Queries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SEER  A Real-Time Pedestrian Detection and Tracking System for Intelligent Vehicles</dc:title>
  <dc:creator>Deep Singh</dc:creator>
  <cp:lastModifiedBy>Deep Singh</cp:lastModifiedBy>
  <cp:revision>1</cp:revision>
  <dcterms:created xsi:type="dcterms:W3CDTF">2020-04-02T18:15:23Z</dcterms:created>
  <dcterms:modified xsi:type="dcterms:W3CDTF">2020-04-03T16:39:51Z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0x0101009F1F16907C2EE144B4692905DFBEB046</vt:lpwstr>
  </property>
</Properties>
</file>